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60" r:id="rId5"/>
    <p:sldId id="265" r:id="rId6"/>
    <p:sldId id="258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EDC"/>
    <a:srgbClr val="F1ACA0"/>
    <a:srgbClr val="EDF9FA"/>
    <a:srgbClr val="35B4BF"/>
    <a:srgbClr val="F3F3F9"/>
    <a:srgbClr val="817BC0"/>
    <a:srgbClr val="F60288"/>
    <a:srgbClr val="65DD13"/>
    <a:srgbClr val="3366FF"/>
    <a:srgbClr val="04BC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84" autoAdjust="0"/>
  </p:normalViewPr>
  <p:slideViewPr>
    <p:cSldViewPr snapToGrid="0" showGuides="1">
      <p:cViewPr varScale="1">
        <p:scale>
          <a:sx n="77" d="100"/>
          <a:sy n="77" d="100"/>
        </p:scale>
        <p:origin x="806" y="72"/>
      </p:cViewPr>
      <p:guideLst>
        <p:guide orient="horz" pos="618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D1519-22AC-4858-8C27-A60CDFD5CC90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C9149-C6C6-419C-AEB3-DA00A0AA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4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7D1056-93B1-45A5-965E-20988D4513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101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7D1056-93B1-45A5-965E-20988D4513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46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C9149-C6C6-419C-AEB3-DA00A0AA67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513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C9149-C6C6-419C-AEB3-DA00A0AA67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001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C9149-C6C6-419C-AEB3-DA00A0AA67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671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A669A-A487-492D-9CA3-266EF577E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2D03D7-75BD-4E67-BE05-F871A582A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76FAC-8AFF-488C-95F3-59A5E3D2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F0DA17-A2F1-4E42-A161-C6F9B5A3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F84385-F11F-432F-BC62-6D61984E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25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E59DB-78EB-4324-9E2E-37FD8A3E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B3F536-A8E0-4A04-8EBE-3A9CE07D9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109545-6732-4D3F-8305-6605125D4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1BAD2-5FB4-4476-BBA0-80F8DC85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17FF2-B599-43D6-9472-15F7E273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24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BF571-78F6-4404-836A-6019880F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17FCEF-5F7C-4D7C-AB29-77F1B02B7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5DDE21-9BF4-40F4-8285-34E69533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46A516-7021-4101-85C4-901B0AE5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A1707-45D2-4C54-A974-C2C50CC2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5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71E67-B8B5-4FC9-9B9F-6810FE68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AC65D-755E-4B9D-B59D-53FEE209D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983486-DD09-4A94-9658-B1589A56A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1F5F9F-4330-4530-BC2D-002E503F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CB841A-97D8-4250-B2D7-2A5942F9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CECD32-1DCB-41BA-AC93-233FA116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24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C04EB-CE4A-4F25-B9B0-5916B36A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B82ABC-2CCF-4D4A-84A2-6DFC1759A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9F5942-F19D-45E0-B94A-D1E1C73B3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4C41BF-5311-4B60-A7C2-5A22FC443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39FF27-C015-449A-B7DA-1C306528F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AD5618-EE4C-4239-AE80-F8E25342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75DCDB-C7D9-4E9A-8265-BCB0C8A8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FE8F13-C15C-4031-A956-F82A1D8D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24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04299-C8E6-404C-A772-DD0D7832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44296F-03B7-4863-AD2C-58B41D53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8826F1-9969-4600-A1DF-62854B0BA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D45E9F-8325-4385-8447-562E8A4B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2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8632B8-B3BF-4071-B2E5-537FDAFC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CC26F9-5C3D-479B-BD2E-F443A68F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BF08D-878A-4EC9-845B-83254803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51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5B97C-0571-40AD-AF93-EBFAAB9D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05639-4C6D-441B-A0BC-052A4950C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7D4836-503E-47D6-BEB9-3B2A7482B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DED96-D641-4174-8472-2244E26B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E41122-D5FF-4450-956C-DC99E318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0E8C5-723D-42A1-A22F-F5A8BE3F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75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D942A-DFD4-4D5B-A95F-25F5229FF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2FDA58-DFC1-4F14-A28C-89E3A8847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6D898-5E87-4AAC-8949-E0136849A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FE8277-0511-4DE7-A6F8-9E6EC483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FC02E-4E00-4095-B29D-87321B34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2DBA12-F462-4E49-BD3D-0C147FF9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83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93F9-21BE-4BF4-A15C-B772CEDD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2302AB-9CBD-4029-9D6A-F5F7E81F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20BA17-2001-406E-85F8-7B45A10A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876832-2525-4FF4-879A-96638B4C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7CCB6-F8E6-47C9-BF09-BFB1C4F6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7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2EACF8-37C7-4380-A01B-B7345E122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0784B-84DB-4A56-BAB2-7CE03F7C9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9A7E2-5905-4D5D-8834-D2AAC97B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2F5FA-3AAF-4089-87BD-44714594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CE684-B7AC-48FE-88AA-C49BC8D3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049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2F7C9-D263-48D5-A60D-FB3DCCE5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66AA12-172A-4329-98C0-F09996FFF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1A2C9-E0BD-4CA6-A84F-DD47A2DB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30757-1AC1-4159-AF2D-D786DD91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00B67D-6490-4800-9038-D857DE9B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370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8265D-597E-4779-A899-A39E11BC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2C8D2-31B3-4849-A0C4-57F08CB6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FC33F-71E8-4143-BB2A-B8997346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F28EC-FBE9-4B5B-8CC8-385F81A8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DDEC92-B06E-4966-9DF4-AAC2C934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2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2D125-F687-4A8D-9A5D-AFB7F5D9F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A4FE9-02D1-493A-AD54-77D3512E2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267050-1B98-4B83-B31E-6C6F3A3AB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23CC6-0CDA-4404-A2CE-2ECBB1B1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02F14-A4B3-4DCD-94F2-409AC80E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01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F7B48-A034-446D-AFFE-40DBACE5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249E9-4C4A-4713-85E0-90A91B1F5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DB7AE4-98E1-472C-9EBE-8EEB49143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46164E-0E61-4730-880A-809D6B20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32FA4E-792B-4CF6-9E75-1815BE109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470B4B-4A07-4873-AE93-7742A9DE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894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A47C1-7FB4-4CBB-9259-C889244A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611DA4-F395-4E66-B2F6-E22B73718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CEBB02-4C96-48BF-BF5B-43C0F987C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E55646-44C4-4163-A296-D3C635FA5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01B1F9-F0D0-4A62-A655-A81CF8315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7E5495-FFF2-410C-B935-D3E2FBD1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A07529-5F99-4AAF-B988-A7ECA88F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C22F3A-EFD0-4EAA-9CA6-956E1A3F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67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AEED7-6BBA-4855-AE97-C65F49F7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0E0A23-663B-48DA-855C-4FF43399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6FE9A1-B023-442C-8E9C-A9F9FDBE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A55DB0-755E-4D8F-B281-3C61BCE9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51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3ABE99-AB12-4B2B-BA76-54282AAC0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0CDAD5-9B37-42A5-8601-FDB99F35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AE97E-719C-420C-96D2-995BDE6E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7678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88805-6D2C-48FA-9938-F115C1CA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8EAC7-D0FC-48C8-8F48-68396857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85147F-0B9A-4114-A8F1-8568C56CD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B47857-106C-40A0-AFAB-13C515D6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CC73E-365C-46A5-9962-C33546AC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0530B2-35E5-460A-AD6B-748F40E0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120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0842F-7A26-4F36-A017-9CF65ACD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0F5CC9-90C8-4499-A6FF-D5E7DC6B0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880E3-4832-4740-B4CA-5E0894651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E9EAB1-E3FA-4064-9167-60FB4D59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7CB7E5-46E3-4712-81FB-8A1FEEBB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44A6EB-64A6-42F5-BC05-98FD205D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847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18B9C-3534-4B91-9A71-FAD11D69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9423F-637F-4540-B764-A025AFCE4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BEAB6-92C4-4A12-84E0-B56F6323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9BBB5-C3C1-456D-817A-AA130DD3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7D7D6-C66E-408D-8884-221AE54F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137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894FBF-8686-4A87-B345-CB6C86AFB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4906B9-4947-4D26-8216-410B856B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38088-A581-4FB4-A2C4-DFAB6BE2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D3AA08-C5FF-4AB1-8111-FC2932AE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A833AD-AEAA-49EF-946B-2A948B14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3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7397C8-2515-467D-AA39-0BF1082F1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D70BC9-B59B-4508-8119-8B21FE95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56CD5B-1C15-40C2-8571-14BBB9B6F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4D7D0-168D-4C5B-9BDA-8D9372390ECC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C63E4-85EA-4337-9E72-70467D4C6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353D1-CE3A-4096-BF8E-29691D32D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E46D1-2888-4047-852A-3D957008E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3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49C4BE-8A27-4A59-BEF2-56DF7B36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C89BAA-D8B4-4D24-A142-734EC2FB3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8583DF-42D0-4ABE-B11B-D968CD5DF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B1DA9-A670-42BF-900D-25FB5F161989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4E44A-56A6-4436-959C-57D9D1C07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CDFB9-A23A-44CB-B778-8D06E56F4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B737B-7832-4EF3-8B96-D0CBEF99F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02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26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openxmlformats.org/officeDocument/2006/relationships/image" Target="../media/image18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33" Type="http://schemas.openxmlformats.org/officeDocument/2006/relationships/image" Target="../media/image30.svg"/><Relationship Id="rId2" Type="http://schemas.openxmlformats.org/officeDocument/2006/relationships/image" Target="../media/image1.png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24" Type="http://schemas.openxmlformats.org/officeDocument/2006/relationships/image" Target="../media/image21.svg"/><Relationship Id="rId32" Type="http://schemas.openxmlformats.org/officeDocument/2006/relationships/image" Target="../media/image2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32.svg"/><Relationship Id="rId19" Type="http://schemas.openxmlformats.org/officeDocument/2006/relationships/image" Target="../media/image16.png"/><Relationship Id="rId31" Type="http://schemas.openxmlformats.org/officeDocument/2006/relationships/image" Target="../media/image28.svg"/><Relationship Id="rId4" Type="http://schemas.openxmlformats.org/officeDocument/2006/relationships/image" Target="../media/image3.svg"/><Relationship Id="rId9" Type="http://schemas.openxmlformats.org/officeDocument/2006/relationships/image" Target="../media/image31.png"/><Relationship Id="rId14" Type="http://schemas.openxmlformats.org/officeDocument/2006/relationships/image" Target="../media/image11.svg"/><Relationship Id="rId22" Type="http://schemas.openxmlformats.org/officeDocument/2006/relationships/image" Target="../media/image19.svg"/><Relationship Id="rId27" Type="http://schemas.openxmlformats.org/officeDocument/2006/relationships/image" Target="../media/image24.svg"/><Relationship Id="rId30" Type="http://schemas.openxmlformats.org/officeDocument/2006/relationships/image" Target="../media/image27.png"/><Relationship Id="rId35" Type="http://schemas.openxmlformats.org/officeDocument/2006/relationships/image" Target="../media/image34.svg"/><Relationship Id="rId8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svg"/><Relationship Id="rId21" Type="http://schemas.openxmlformats.org/officeDocument/2006/relationships/image" Target="../media/image58.sv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24" Type="http://schemas.openxmlformats.org/officeDocument/2006/relationships/image" Target="../media/image61.pn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65.png"/><Relationship Id="rId10" Type="http://schemas.openxmlformats.org/officeDocument/2006/relationships/image" Target="../media/image47.png"/><Relationship Id="rId19" Type="http://schemas.openxmlformats.org/officeDocument/2006/relationships/image" Target="../media/image56.svg"/><Relationship Id="rId31" Type="http://schemas.openxmlformats.org/officeDocument/2006/relationships/image" Target="../media/image68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73.png"/><Relationship Id="rId18" Type="http://schemas.openxmlformats.org/officeDocument/2006/relationships/image" Target="../media/image78.svg"/><Relationship Id="rId26" Type="http://schemas.openxmlformats.org/officeDocument/2006/relationships/image" Target="../media/image84.svg"/><Relationship Id="rId3" Type="http://schemas.openxmlformats.org/officeDocument/2006/relationships/image" Target="../media/image47.png"/><Relationship Id="rId21" Type="http://schemas.openxmlformats.org/officeDocument/2006/relationships/image" Target="../media/image53.png"/><Relationship Id="rId7" Type="http://schemas.openxmlformats.org/officeDocument/2006/relationships/image" Target="../media/image51.png"/><Relationship Id="rId12" Type="http://schemas.openxmlformats.org/officeDocument/2006/relationships/image" Target="../media/image72.svg"/><Relationship Id="rId17" Type="http://schemas.openxmlformats.org/officeDocument/2006/relationships/image" Target="../media/image77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6.svg"/><Relationship Id="rId20" Type="http://schemas.openxmlformats.org/officeDocument/2006/relationships/image" Target="../media/image80.sv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11" Type="http://schemas.openxmlformats.org/officeDocument/2006/relationships/image" Target="../media/image71.png"/><Relationship Id="rId24" Type="http://schemas.openxmlformats.org/officeDocument/2006/relationships/image" Target="../media/image82.svg"/><Relationship Id="rId5" Type="http://schemas.openxmlformats.org/officeDocument/2006/relationships/image" Target="../media/image49.png"/><Relationship Id="rId15" Type="http://schemas.openxmlformats.org/officeDocument/2006/relationships/image" Target="../media/image75.png"/><Relationship Id="rId23" Type="http://schemas.openxmlformats.org/officeDocument/2006/relationships/image" Target="../media/image81.png"/><Relationship Id="rId28" Type="http://schemas.openxmlformats.org/officeDocument/2006/relationships/image" Target="../media/image86.svg"/><Relationship Id="rId10" Type="http://schemas.openxmlformats.org/officeDocument/2006/relationships/image" Target="../media/image70.svg"/><Relationship Id="rId19" Type="http://schemas.openxmlformats.org/officeDocument/2006/relationships/image" Target="../media/image79.png"/><Relationship Id="rId4" Type="http://schemas.openxmlformats.org/officeDocument/2006/relationships/image" Target="../media/image48.svg"/><Relationship Id="rId9" Type="http://schemas.openxmlformats.org/officeDocument/2006/relationships/image" Target="../media/image69.png"/><Relationship Id="rId14" Type="http://schemas.openxmlformats.org/officeDocument/2006/relationships/image" Target="../media/image74.svg"/><Relationship Id="rId22" Type="http://schemas.openxmlformats.org/officeDocument/2006/relationships/image" Target="../media/image54.svg"/><Relationship Id="rId27" Type="http://schemas.openxmlformats.org/officeDocument/2006/relationships/image" Target="../media/image85.png"/><Relationship Id="rId30" Type="http://schemas.openxmlformats.org/officeDocument/2006/relationships/image" Target="../media/image8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A599253-7FDA-4D40-BE6D-C85BB6825342}"/>
              </a:ext>
            </a:extLst>
          </p:cNvPr>
          <p:cNvSpPr/>
          <p:nvPr/>
        </p:nvSpPr>
        <p:spPr>
          <a:xfrm>
            <a:off x="357808" y="646043"/>
            <a:ext cx="11519452" cy="1808922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ED85B0-3CCE-4773-9436-EC71FD6F7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38" y="919366"/>
            <a:ext cx="581440" cy="5814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331171-8922-4A00-8B31-8133F9F3294A}"/>
              </a:ext>
            </a:extLst>
          </p:cNvPr>
          <p:cNvSpPr txBox="1"/>
          <p:nvPr/>
        </p:nvSpPr>
        <p:spPr>
          <a:xfrm>
            <a:off x="401263" y="1530624"/>
            <a:ext cx="1427542" cy="28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Stack-v1&amp;v2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8874AF-D515-4ECD-A180-B96B6BBCD5D7}"/>
              </a:ext>
            </a:extLst>
          </p:cNvPr>
          <p:cNvSpPr txBox="1"/>
          <p:nvPr/>
        </p:nvSpPr>
        <p:spPr>
          <a:xfrm>
            <a:off x="1865626" y="944319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40B2EBDB-9761-42F8-8F11-5E66B85B7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2830" y="934279"/>
            <a:ext cx="548309" cy="54830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2DF8812-B058-41A3-AB10-A88B0BB649F9}"/>
              </a:ext>
            </a:extLst>
          </p:cNvPr>
          <p:cNvSpPr txBox="1"/>
          <p:nvPr/>
        </p:nvSpPr>
        <p:spPr>
          <a:xfrm>
            <a:off x="7648535" y="1402716"/>
            <a:ext cx="1150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14ACEF9D-F5EE-4EC2-8B86-75F61230E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1428" y="905647"/>
            <a:ext cx="575443" cy="56416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E4FF894-ED71-44BD-B006-1B024D753124}"/>
              </a:ext>
            </a:extLst>
          </p:cNvPr>
          <p:cNvSpPr txBox="1"/>
          <p:nvPr/>
        </p:nvSpPr>
        <p:spPr>
          <a:xfrm>
            <a:off x="2962243" y="1396080"/>
            <a:ext cx="103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488670C-7110-4887-BF9B-5DD104EE8887}"/>
              </a:ext>
            </a:extLst>
          </p:cNvPr>
          <p:cNvCxnSpPr>
            <a:cxnSpLocks/>
          </p:cNvCxnSpPr>
          <p:nvPr/>
        </p:nvCxnSpPr>
        <p:spPr>
          <a:xfrm>
            <a:off x="3955770" y="1255643"/>
            <a:ext cx="22363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>
            <a:extLst>
              <a:ext uri="{FF2B5EF4-FFF2-40B4-BE49-F238E27FC236}">
                <a16:creationId xmlns:a16="http://schemas.microsoft.com/office/drawing/2014/main" id="{56CB72FA-80AC-48B4-AE5F-A95776B8E3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5465" y="891212"/>
            <a:ext cx="270012" cy="270012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88AD73DD-9D2D-4CBD-A3C3-A2B16FAA1E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8997" y="715613"/>
            <a:ext cx="306457" cy="306457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EAA09886-0DB1-4D2B-B8A3-439F91293486}"/>
              </a:ext>
            </a:extLst>
          </p:cNvPr>
          <p:cNvSpPr txBox="1"/>
          <p:nvPr/>
        </p:nvSpPr>
        <p:spPr>
          <a:xfrm>
            <a:off x="4492865" y="897942"/>
            <a:ext cx="1699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API 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形 47">
            <a:extLst>
              <a:ext uri="{FF2B5EF4-FFF2-40B4-BE49-F238E27FC236}">
                <a16:creationId xmlns:a16="http://schemas.microsoft.com/office/drawing/2014/main" id="{1CB602FE-BCC7-44F0-BE10-36988A9568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8775" y="1351720"/>
            <a:ext cx="276639" cy="276639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F8B9CC7E-F643-494B-B40A-8F83C8C69CFB}"/>
              </a:ext>
            </a:extLst>
          </p:cNvPr>
          <p:cNvSpPr txBox="1"/>
          <p:nvPr/>
        </p:nvSpPr>
        <p:spPr>
          <a:xfrm>
            <a:off x="4188067" y="133857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Forked Repo Redirection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形 53">
            <a:extLst>
              <a:ext uri="{FF2B5EF4-FFF2-40B4-BE49-F238E27FC236}">
                <a16:creationId xmlns:a16="http://schemas.microsoft.com/office/drawing/2014/main" id="{F5397865-5FA0-466E-8C3A-0F6285DAEAD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8776" y="1669773"/>
            <a:ext cx="276640" cy="27664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641263B5-599E-4813-BA18-254B0F78BDF2}"/>
              </a:ext>
            </a:extLst>
          </p:cNvPr>
          <p:cNvSpPr txBox="1"/>
          <p:nvPr/>
        </p:nvSpPr>
        <p:spPr>
          <a:xfrm>
            <a:off x="4201319" y="1669882"/>
            <a:ext cx="1334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Stars Updating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DAC7B5DB-6D0E-4290-A2A3-3B24125D67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16891" y="884583"/>
            <a:ext cx="296515" cy="296515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736D7F29-0FD5-4223-9C89-5E39BE42C17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05463" y="2024268"/>
            <a:ext cx="279953" cy="279953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361D6BC3-DD25-4E65-8B84-08BD18B895C9}"/>
              </a:ext>
            </a:extLst>
          </p:cNvPr>
          <p:cNvSpPr txBox="1"/>
          <p:nvPr/>
        </p:nvSpPr>
        <p:spPr>
          <a:xfrm>
            <a:off x="4264268" y="2021065"/>
            <a:ext cx="2076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 (Language…)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" name="图形 63">
            <a:extLst>
              <a:ext uri="{FF2B5EF4-FFF2-40B4-BE49-F238E27FC236}">
                <a16:creationId xmlns:a16="http://schemas.microsoft.com/office/drawing/2014/main" id="{4CE8E996-BC74-4CAB-ADDB-DD931E53A4F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35049" y="930356"/>
            <a:ext cx="575443" cy="564160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5CFA76AF-021D-4236-A428-8C55B70E8A32}"/>
              </a:ext>
            </a:extLst>
          </p:cNvPr>
          <p:cNvSpPr txBox="1"/>
          <p:nvPr/>
        </p:nvSpPr>
        <p:spPr>
          <a:xfrm>
            <a:off x="6066051" y="1409335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Updated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9E3E500-30FE-4ADC-9497-AD5AE82DE2D4}"/>
              </a:ext>
            </a:extLst>
          </p:cNvPr>
          <p:cNvSpPr txBox="1"/>
          <p:nvPr/>
        </p:nvSpPr>
        <p:spPr>
          <a:xfrm>
            <a:off x="6931270" y="941009"/>
            <a:ext cx="950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Download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3533D257-88D0-4964-937F-6C8E30E37B4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61928" y="944213"/>
            <a:ext cx="279953" cy="27995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71EDAF7-19FC-4A76-A5A0-01C7CA543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440" y="1321905"/>
            <a:ext cx="288233" cy="28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9F505EDE-CB75-40F6-8116-5EAE0F02970C}"/>
              </a:ext>
            </a:extLst>
          </p:cNvPr>
          <p:cNvCxnSpPr>
            <a:cxnSpLocks/>
          </p:cNvCxnSpPr>
          <p:nvPr/>
        </p:nvCxnSpPr>
        <p:spPr>
          <a:xfrm>
            <a:off x="8716615" y="1239078"/>
            <a:ext cx="19977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图形 74">
            <a:extLst>
              <a:ext uri="{FF2B5EF4-FFF2-40B4-BE49-F238E27FC236}">
                <a16:creationId xmlns:a16="http://schemas.microsoft.com/office/drawing/2014/main" id="{D73440B3-3755-41AE-B3D6-887823309E7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78340" y="914399"/>
            <a:ext cx="279953" cy="279953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9F6437F9-66C4-43A7-8151-95DF8192ACBB}"/>
              </a:ext>
            </a:extLst>
          </p:cNvPr>
          <p:cNvSpPr txBox="1"/>
          <p:nvPr/>
        </p:nvSpPr>
        <p:spPr>
          <a:xfrm>
            <a:off x="9177508" y="904461"/>
            <a:ext cx="940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BB21A0C-B1C9-4A13-9ADA-5A1E8189B65F}"/>
              </a:ext>
            </a:extLst>
          </p:cNvPr>
          <p:cNvSpPr txBox="1"/>
          <p:nvPr/>
        </p:nvSpPr>
        <p:spPr>
          <a:xfrm>
            <a:off x="9011859" y="1312075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Dependency Parsing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0" name="图形 79">
            <a:extLst>
              <a:ext uri="{FF2B5EF4-FFF2-40B4-BE49-F238E27FC236}">
                <a16:creationId xmlns:a16="http://schemas.microsoft.com/office/drawing/2014/main" id="{0829FF79-CE94-42B3-BC4F-03E33F83029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29255" y="1689652"/>
            <a:ext cx="296518" cy="296518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BC7292A9-EC40-44D5-AA41-EAE4050F929E}"/>
              </a:ext>
            </a:extLst>
          </p:cNvPr>
          <p:cNvSpPr txBox="1"/>
          <p:nvPr/>
        </p:nvSpPr>
        <p:spPr>
          <a:xfrm>
            <a:off x="9025114" y="1673197"/>
            <a:ext cx="153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Testcase Existing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" name="图形 83">
            <a:extLst>
              <a:ext uri="{FF2B5EF4-FFF2-40B4-BE49-F238E27FC236}">
                <a16:creationId xmlns:a16="http://schemas.microsoft.com/office/drawing/2014/main" id="{74873FEF-B0B9-487D-9590-00E8FF0BC49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19315" y="2017642"/>
            <a:ext cx="318053" cy="318053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4459A42F-7AB8-4764-8E5E-C1B26F7E00C1}"/>
              </a:ext>
            </a:extLst>
          </p:cNvPr>
          <p:cNvSpPr txBox="1"/>
          <p:nvPr/>
        </p:nvSpPr>
        <p:spPr>
          <a:xfrm>
            <a:off x="8829645" y="2014440"/>
            <a:ext cx="153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Executable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8" name="图形 87">
            <a:extLst>
              <a:ext uri="{FF2B5EF4-FFF2-40B4-BE49-F238E27FC236}">
                <a16:creationId xmlns:a16="http://schemas.microsoft.com/office/drawing/2014/main" id="{92556241-B625-459B-8EC4-C1F97444B3B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007582" y="937591"/>
            <a:ext cx="548309" cy="548309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8060061D-D172-4F6A-B787-2A985884033A}"/>
              </a:ext>
            </a:extLst>
          </p:cNvPr>
          <p:cNvSpPr txBox="1"/>
          <p:nvPr/>
        </p:nvSpPr>
        <p:spPr>
          <a:xfrm>
            <a:off x="10792619" y="1425905"/>
            <a:ext cx="945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C1C7210-C4A4-4E00-94AB-B10C9AE89B17}"/>
              </a:ext>
            </a:extLst>
          </p:cNvPr>
          <p:cNvCxnSpPr>
            <a:cxnSpLocks/>
          </p:cNvCxnSpPr>
          <p:nvPr/>
        </p:nvCxnSpPr>
        <p:spPr>
          <a:xfrm>
            <a:off x="1689650" y="1242389"/>
            <a:ext cx="13417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049B606-C99D-46A4-BD01-8D9A28896060}"/>
              </a:ext>
            </a:extLst>
          </p:cNvPr>
          <p:cNvSpPr txBox="1"/>
          <p:nvPr/>
        </p:nvSpPr>
        <p:spPr>
          <a:xfrm>
            <a:off x="1588982" y="1256941"/>
            <a:ext cx="1591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(Language &amp; Stars)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1148788A-AA2F-4A19-9807-B8D474697AC4}"/>
              </a:ext>
            </a:extLst>
          </p:cNvPr>
          <p:cNvCxnSpPr>
            <a:cxnSpLocks/>
          </p:cNvCxnSpPr>
          <p:nvPr/>
        </p:nvCxnSpPr>
        <p:spPr>
          <a:xfrm>
            <a:off x="7036903" y="1245702"/>
            <a:ext cx="775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616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A599253-7FDA-4D40-BE6D-C85BB6825342}"/>
              </a:ext>
            </a:extLst>
          </p:cNvPr>
          <p:cNvSpPr/>
          <p:nvPr/>
        </p:nvSpPr>
        <p:spPr>
          <a:xfrm>
            <a:off x="129210" y="188843"/>
            <a:ext cx="11519452" cy="1808922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ED85B0-3CCE-4773-9436-EC71FD6F7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57" y="462166"/>
            <a:ext cx="581440" cy="5814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331171-8922-4A00-8B31-8133F9F3294A}"/>
              </a:ext>
            </a:extLst>
          </p:cNvPr>
          <p:cNvSpPr txBox="1"/>
          <p:nvPr/>
        </p:nvSpPr>
        <p:spPr>
          <a:xfrm>
            <a:off x="202482" y="1073424"/>
            <a:ext cx="1427542" cy="28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Stack-v1&amp;v2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526305D-465C-41E1-90D2-778CFFEC5728}"/>
              </a:ext>
            </a:extLst>
          </p:cNvPr>
          <p:cNvCxnSpPr>
            <a:cxnSpLocks/>
          </p:cNvCxnSpPr>
          <p:nvPr/>
        </p:nvCxnSpPr>
        <p:spPr>
          <a:xfrm>
            <a:off x="546653" y="4204252"/>
            <a:ext cx="0" cy="4969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48874AF-D515-4ECD-A180-B96B6BBCD5D7}"/>
              </a:ext>
            </a:extLst>
          </p:cNvPr>
          <p:cNvSpPr txBox="1"/>
          <p:nvPr/>
        </p:nvSpPr>
        <p:spPr>
          <a:xfrm>
            <a:off x="1478004" y="487119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40B2EBDB-9761-42F8-8F11-5E66B85B7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4720" y="477079"/>
            <a:ext cx="548309" cy="54830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2DF8812-B058-41A3-AB10-A88B0BB649F9}"/>
              </a:ext>
            </a:extLst>
          </p:cNvPr>
          <p:cNvSpPr txBox="1"/>
          <p:nvPr/>
        </p:nvSpPr>
        <p:spPr>
          <a:xfrm>
            <a:off x="7370242" y="945516"/>
            <a:ext cx="1150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ECCA25-A7F2-4E3F-A69C-F18E934CB9CA}"/>
              </a:ext>
            </a:extLst>
          </p:cNvPr>
          <p:cNvSpPr txBox="1"/>
          <p:nvPr/>
        </p:nvSpPr>
        <p:spPr>
          <a:xfrm>
            <a:off x="1646965" y="5853860"/>
            <a:ext cx="1086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  Download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形 22">
            <a:extLst>
              <a:ext uri="{FF2B5EF4-FFF2-40B4-BE49-F238E27FC236}">
                <a16:creationId xmlns:a16="http://schemas.microsoft.com/office/drawing/2014/main" id="{14ACEF9D-F5EE-4EC2-8B86-75F61230E9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4416" y="448447"/>
            <a:ext cx="575443" cy="56416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E4FF894-ED71-44BD-B006-1B024D753124}"/>
              </a:ext>
            </a:extLst>
          </p:cNvPr>
          <p:cNvSpPr txBox="1"/>
          <p:nvPr/>
        </p:nvSpPr>
        <p:spPr>
          <a:xfrm>
            <a:off x="2475231" y="938880"/>
            <a:ext cx="103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488670C-7110-4887-BF9B-5DD104EE8887}"/>
              </a:ext>
            </a:extLst>
          </p:cNvPr>
          <p:cNvCxnSpPr>
            <a:cxnSpLocks/>
          </p:cNvCxnSpPr>
          <p:nvPr/>
        </p:nvCxnSpPr>
        <p:spPr>
          <a:xfrm>
            <a:off x="3548270" y="798443"/>
            <a:ext cx="22363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形 33">
            <a:extLst>
              <a:ext uri="{FF2B5EF4-FFF2-40B4-BE49-F238E27FC236}">
                <a16:creationId xmlns:a16="http://schemas.microsoft.com/office/drawing/2014/main" id="{56CB72FA-80AC-48B4-AE5F-A95776B8E3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7965" y="434012"/>
            <a:ext cx="270012" cy="270012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15E9538C-DD4F-4611-BF16-FE344E24F7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808" y="6042991"/>
            <a:ext cx="544996" cy="544996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88AD73DD-9D2D-4CBD-A3C3-A2B16FAA1E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91131" y="258413"/>
            <a:ext cx="306457" cy="306457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EAA09886-0DB1-4D2B-B8A3-439F91293486}"/>
              </a:ext>
            </a:extLst>
          </p:cNvPr>
          <p:cNvSpPr txBox="1"/>
          <p:nvPr/>
        </p:nvSpPr>
        <p:spPr>
          <a:xfrm>
            <a:off x="4085365" y="440742"/>
            <a:ext cx="1699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API 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形 47">
            <a:extLst>
              <a:ext uri="{FF2B5EF4-FFF2-40B4-BE49-F238E27FC236}">
                <a16:creationId xmlns:a16="http://schemas.microsoft.com/office/drawing/2014/main" id="{1CB602FE-BCC7-44F0-BE10-36988A9568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01275" y="894520"/>
            <a:ext cx="276639" cy="276639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F8B9CC7E-F643-494B-B40A-8F83C8C69CFB}"/>
              </a:ext>
            </a:extLst>
          </p:cNvPr>
          <p:cNvSpPr txBox="1"/>
          <p:nvPr/>
        </p:nvSpPr>
        <p:spPr>
          <a:xfrm>
            <a:off x="3760689" y="88137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Forked repo Redirection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形 53">
            <a:extLst>
              <a:ext uri="{FF2B5EF4-FFF2-40B4-BE49-F238E27FC236}">
                <a16:creationId xmlns:a16="http://schemas.microsoft.com/office/drawing/2014/main" id="{F5397865-5FA0-466E-8C3A-0F6285DAEA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01276" y="1212573"/>
            <a:ext cx="276640" cy="27664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641263B5-599E-4813-BA18-254B0F78BDF2}"/>
              </a:ext>
            </a:extLst>
          </p:cNvPr>
          <p:cNvSpPr txBox="1"/>
          <p:nvPr/>
        </p:nvSpPr>
        <p:spPr>
          <a:xfrm>
            <a:off x="3793819" y="1212682"/>
            <a:ext cx="1334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Stars Updating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DAC7B5DB-6D0E-4290-A2A3-3B24125D675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09391" y="427383"/>
            <a:ext cx="296515" cy="296515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736D7F29-0FD5-4223-9C89-5E39BE42C17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7963" y="1567068"/>
            <a:ext cx="279953" cy="279953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361D6BC3-DD25-4E65-8B84-08BD18B895C9}"/>
              </a:ext>
            </a:extLst>
          </p:cNvPr>
          <p:cNvSpPr txBox="1"/>
          <p:nvPr/>
        </p:nvSpPr>
        <p:spPr>
          <a:xfrm>
            <a:off x="3856768" y="1563865"/>
            <a:ext cx="2076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 (Language…)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" name="图形 63">
            <a:extLst>
              <a:ext uri="{FF2B5EF4-FFF2-40B4-BE49-F238E27FC236}">
                <a16:creationId xmlns:a16="http://schemas.microsoft.com/office/drawing/2014/main" id="{4CE8E996-BC74-4CAB-ADDB-DD931E53A4F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67305" y="473156"/>
            <a:ext cx="575443" cy="564160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5CFA76AF-021D-4236-A428-8C55B70E8A32}"/>
              </a:ext>
            </a:extLst>
          </p:cNvPr>
          <p:cNvSpPr txBox="1"/>
          <p:nvPr/>
        </p:nvSpPr>
        <p:spPr>
          <a:xfrm>
            <a:off x="5698307" y="952135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Updated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F2BDE85-40DE-4E12-9EE4-C87B0FEDCF42}"/>
              </a:ext>
            </a:extLst>
          </p:cNvPr>
          <p:cNvCxnSpPr>
            <a:cxnSpLocks/>
          </p:cNvCxnSpPr>
          <p:nvPr/>
        </p:nvCxnSpPr>
        <p:spPr>
          <a:xfrm flipV="1">
            <a:off x="5277679" y="4999382"/>
            <a:ext cx="0" cy="596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99E3E500-30FE-4ADC-9497-AD5AE82DE2D4}"/>
              </a:ext>
            </a:extLst>
          </p:cNvPr>
          <p:cNvSpPr txBox="1"/>
          <p:nvPr/>
        </p:nvSpPr>
        <p:spPr>
          <a:xfrm>
            <a:off x="6583404" y="483809"/>
            <a:ext cx="950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Download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3533D257-88D0-4964-937F-6C8E30E37B4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474306" y="487013"/>
            <a:ext cx="279953" cy="27995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71EDAF7-19FC-4A76-A5A0-01C7CA543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842" y="864705"/>
            <a:ext cx="288233" cy="28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9F505EDE-CB75-40F6-8116-5EAE0F02970C}"/>
              </a:ext>
            </a:extLst>
          </p:cNvPr>
          <p:cNvCxnSpPr>
            <a:cxnSpLocks/>
          </p:cNvCxnSpPr>
          <p:nvPr/>
        </p:nvCxnSpPr>
        <p:spPr>
          <a:xfrm>
            <a:off x="8488017" y="781878"/>
            <a:ext cx="19977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图形 74">
            <a:extLst>
              <a:ext uri="{FF2B5EF4-FFF2-40B4-BE49-F238E27FC236}">
                <a16:creationId xmlns:a16="http://schemas.microsoft.com/office/drawing/2014/main" id="{D73440B3-3755-41AE-B3D6-887823309E7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749742" y="457199"/>
            <a:ext cx="279953" cy="279953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9F6437F9-66C4-43A7-8151-95DF8192ACBB}"/>
              </a:ext>
            </a:extLst>
          </p:cNvPr>
          <p:cNvSpPr txBox="1"/>
          <p:nvPr/>
        </p:nvSpPr>
        <p:spPr>
          <a:xfrm>
            <a:off x="8948910" y="447261"/>
            <a:ext cx="940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BB21A0C-B1C9-4A13-9ADA-5A1E8189B65F}"/>
              </a:ext>
            </a:extLst>
          </p:cNvPr>
          <p:cNvSpPr txBox="1"/>
          <p:nvPr/>
        </p:nvSpPr>
        <p:spPr>
          <a:xfrm>
            <a:off x="8783261" y="854875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Dependency Parsing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0" name="图形 79">
            <a:extLst>
              <a:ext uri="{FF2B5EF4-FFF2-40B4-BE49-F238E27FC236}">
                <a16:creationId xmlns:a16="http://schemas.microsoft.com/office/drawing/2014/main" id="{0829FF79-CE94-42B3-BC4F-03E33F83029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600657" y="1232452"/>
            <a:ext cx="296518" cy="296518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BC7292A9-EC40-44D5-AA41-EAE4050F929E}"/>
              </a:ext>
            </a:extLst>
          </p:cNvPr>
          <p:cNvSpPr txBox="1"/>
          <p:nvPr/>
        </p:nvSpPr>
        <p:spPr>
          <a:xfrm>
            <a:off x="8796516" y="1215997"/>
            <a:ext cx="153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Testcase Existing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" name="图形 83">
            <a:extLst>
              <a:ext uri="{FF2B5EF4-FFF2-40B4-BE49-F238E27FC236}">
                <a16:creationId xmlns:a16="http://schemas.microsoft.com/office/drawing/2014/main" id="{74873FEF-B0B9-487D-9590-00E8FF0BC49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600656" y="1560442"/>
            <a:ext cx="318053" cy="318053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4459A42F-7AB8-4764-8E5E-C1B26F7E00C1}"/>
              </a:ext>
            </a:extLst>
          </p:cNvPr>
          <p:cNvSpPr txBox="1"/>
          <p:nvPr/>
        </p:nvSpPr>
        <p:spPr>
          <a:xfrm>
            <a:off x="8610986" y="1557240"/>
            <a:ext cx="153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Executable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8" name="图形 87">
            <a:extLst>
              <a:ext uri="{FF2B5EF4-FFF2-40B4-BE49-F238E27FC236}">
                <a16:creationId xmlns:a16="http://schemas.microsoft.com/office/drawing/2014/main" id="{92556241-B625-459B-8EC4-C1F97444B3B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78984" y="480391"/>
            <a:ext cx="548309" cy="548309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8060061D-D172-4F6A-B787-2A985884033A}"/>
              </a:ext>
            </a:extLst>
          </p:cNvPr>
          <p:cNvSpPr txBox="1"/>
          <p:nvPr/>
        </p:nvSpPr>
        <p:spPr>
          <a:xfrm>
            <a:off x="10564021" y="968705"/>
            <a:ext cx="945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C1C7210-C4A4-4E00-94AB-B10C9AE89B17}"/>
              </a:ext>
            </a:extLst>
          </p:cNvPr>
          <p:cNvCxnSpPr>
            <a:cxnSpLocks/>
          </p:cNvCxnSpPr>
          <p:nvPr/>
        </p:nvCxnSpPr>
        <p:spPr>
          <a:xfrm>
            <a:off x="1517376" y="785189"/>
            <a:ext cx="99722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049B606-C99D-46A4-BD01-8D9A28896060}"/>
              </a:ext>
            </a:extLst>
          </p:cNvPr>
          <p:cNvSpPr txBox="1"/>
          <p:nvPr/>
        </p:nvSpPr>
        <p:spPr>
          <a:xfrm>
            <a:off x="1420021" y="779863"/>
            <a:ext cx="1150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(Stars &amp; Size)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5606166-C987-4AA4-8E12-CAFB730DE013}"/>
              </a:ext>
            </a:extLst>
          </p:cNvPr>
          <p:cNvSpPr txBox="1"/>
          <p:nvPr/>
        </p:nvSpPr>
        <p:spPr>
          <a:xfrm>
            <a:off x="3399571" y="5122067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pic>
        <p:nvPicPr>
          <p:cNvPr id="98" name="图形 97">
            <a:extLst>
              <a:ext uri="{FF2B5EF4-FFF2-40B4-BE49-F238E27FC236}">
                <a16:creationId xmlns:a16="http://schemas.microsoft.com/office/drawing/2014/main" id="{2C43A5E2-7ED8-4B42-89CB-8BFB8E82318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395873" y="5112022"/>
            <a:ext cx="279953" cy="279953"/>
          </a:xfrm>
          <a:prstGeom prst="rect">
            <a:avLst/>
          </a:prstGeom>
        </p:spPr>
      </p:pic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1148788A-AA2F-4A19-9807-B8D474697AC4}"/>
              </a:ext>
            </a:extLst>
          </p:cNvPr>
          <p:cNvCxnSpPr>
            <a:cxnSpLocks/>
          </p:cNvCxnSpPr>
          <p:nvPr/>
        </p:nvCxnSpPr>
        <p:spPr>
          <a:xfrm>
            <a:off x="6689037" y="788502"/>
            <a:ext cx="775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05A80A6A-C15A-4CEE-BA2C-F12817F09922}"/>
              </a:ext>
            </a:extLst>
          </p:cNvPr>
          <p:cNvSpPr txBox="1"/>
          <p:nvPr/>
        </p:nvSpPr>
        <p:spPr>
          <a:xfrm>
            <a:off x="3341588" y="5404872"/>
            <a:ext cx="1150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(Stars &amp; Size)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874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716650-2024-4C3E-AC15-C903BF20EA36}"/>
              </a:ext>
            </a:extLst>
          </p:cNvPr>
          <p:cNvSpPr/>
          <p:nvPr/>
        </p:nvSpPr>
        <p:spPr>
          <a:xfrm>
            <a:off x="119272" y="1242389"/>
            <a:ext cx="5655362" cy="3200400"/>
          </a:xfrm>
          <a:prstGeom prst="roundRect">
            <a:avLst>
              <a:gd name="adj" fmla="val 2468"/>
            </a:avLst>
          </a:prstGeom>
          <a:solidFill>
            <a:srgbClr val="E9FFEA"/>
          </a:solidFill>
          <a:ln w="19050" cap="rnd">
            <a:solidFill>
              <a:srgbClr val="04BC11">
                <a:alpha val="60000"/>
              </a:srgb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DC4C7-F0CD-401C-AA3F-B13FC276A4EA}"/>
              </a:ext>
            </a:extLst>
          </p:cNvPr>
          <p:cNvSpPr/>
          <p:nvPr/>
        </p:nvSpPr>
        <p:spPr>
          <a:xfrm>
            <a:off x="763002" y="1478658"/>
            <a:ext cx="1816880" cy="787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X,t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().split())</a:t>
            </a:r>
          </a:p>
          <a:p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answer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</a:t>
            </a:r>
          </a:p>
          <a:p>
            <a:r>
              <a:rPr lang="en-US" altLang="zh-CN" sz="8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answer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(answer)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866B9A1-D1DA-4FBF-8327-F389A7B2F4F6}"/>
              </a:ext>
            </a:extLst>
          </p:cNvPr>
          <p:cNvSpPr/>
          <p:nvPr/>
        </p:nvSpPr>
        <p:spPr>
          <a:xfrm>
            <a:off x="227356" y="2502043"/>
            <a:ext cx="2920256" cy="1871169"/>
          </a:xfrm>
          <a:prstGeom prst="rect">
            <a:avLst/>
          </a:prstGeom>
          <a:solidFill>
            <a:srgbClr val="EDF9FA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pairs_sum_to_zero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pairs_sum_to_zero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takes a list of integers </a:t>
            </a:r>
          </a:p>
          <a:p>
            <a:r>
              <a:rPr lang="en-US" altLang="zh-CN" sz="800" dirty="0">
                <a:solidFill>
                  <a:srgbClr val="A31515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 an input. it returns True if there are two</a:t>
            </a: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distinct elements in the list that sum to</a:t>
            </a: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zero, and False otherwise.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n-US" altLang="zh-CN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pairs_sum_to_zero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([1, 3, 5, 0])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False</a:t>
            </a: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(Other testcase…)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D9888-E4BB-45CF-BDF3-365B553B3A08}"/>
              </a:ext>
            </a:extLst>
          </p:cNvPr>
          <p:cNvSpPr/>
          <p:nvPr/>
        </p:nvSpPr>
        <p:spPr>
          <a:xfrm>
            <a:off x="3234674" y="1552529"/>
            <a:ext cx="2389904" cy="2369712"/>
          </a:xfrm>
          <a:prstGeom prst="rect">
            <a:avLst/>
          </a:prstGeom>
          <a:solidFill>
            <a:srgbClr val="F6DEDC">
              <a:alpha val="50000"/>
            </a:srgbClr>
          </a:solidFill>
          <a:ln>
            <a:solidFill>
              <a:schemeClr val="accent6">
                <a:lumMod val="75000"/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isPrime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prime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isPrime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prime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10001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788F9D6-3D9B-48BE-86E9-43315FC12CDC}"/>
              </a:ext>
            </a:extLst>
          </p:cNvPr>
          <p:cNvSpPr/>
          <p:nvPr/>
        </p:nvSpPr>
        <p:spPr>
          <a:xfrm>
            <a:off x="1141895" y="2309404"/>
            <a:ext cx="1097281" cy="18795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Function Level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62F185B-3157-471B-B48A-BB2CBC523B5B}"/>
              </a:ext>
            </a:extLst>
          </p:cNvPr>
          <p:cNvSpPr/>
          <p:nvPr/>
        </p:nvSpPr>
        <p:spPr>
          <a:xfrm>
            <a:off x="1103125" y="1285805"/>
            <a:ext cx="1097281" cy="18795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Snippet Level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1D1F156-78F8-4925-AAA3-55E02A4547AF}"/>
              </a:ext>
            </a:extLst>
          </p:cNvPr>
          <p:cNvSpPr/>
          <p:nvPr/>
        </p:nvSpPr>
        <p:spPr>
          <a:xfrm>
            <a:off x="3858261" y="1352269"/>
            <a:ext cx="1097281" cy="187959"/>
          </a:xfrm>
          <a:prstGeom prst="rect">
            <a:avLst/>
          </a:prstGeom>
          <a:solidFill>
            <a:schemeClr val="accent6">
              <a:lumMod val="75000"/>
              <a:alpha val="5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File Level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7CEDD09-36A6-4107-9C61-028215F42117}"/>
              </a:ext>
            </a:extLst>
          </p:cNvPr>
          <p:cNvSpPr/>
          <p:nvPr/>
        </p:nvSpPr>
        <p:spPr>
          <a:xfrm>
            <a:off x="5844208" y="1242389"/>
            <a:ext cx="6211957" cy="3200400"/>
          </a:xfrm>
          <a:prstGeom prst="roundRect">
            <a:avLst>
              <a:gd name="adj" fmla="val 2468"/>
            </a:avLst>
          </a:prstGeom>
          <a:solidFill>
            <a:schemeClr val="accent6">
              <a:alpha val="14000"/>
            </a:schemeClr>
          </a:solidFill>
          <a:ln w="19050" cap="rnd">
            <a:solidFill>
              <a:schemeClr val="accent6">
                <a:lumMod val="50000"/>
                <a:alpha val="6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B5BD8E-EA55-4046-9FC6-0292D68BFA2A}"/>
              </a:ext>
            </a:extLst>
          </p:cNvPr>
          <p:cNvSpPr/>
          <p:nvPr/>
        </p:nvSpPr>
        <p:spPr>
          <a:xfrm>
            <a:off x="6590524" y="1766193"/>
            <a:ext cx="910413" cy="27132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moment/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429A9F5-8F3A-4B65-B56C-1A0596547386}"/>
              </a:ext>
            </a:extLst>
          </p:cNvPr>
          <p:cNvSpPr/>
          <p:nvPr/>
        </p:nvSpPr>
        <p:spPr>
          <a:xfrm>
            <a:off x="7257499" y="2111747"/>
            <a:ext cx="1066912" cy="297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utils.py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080236F-7809-4F58-9E32-32256BCAB3A5}"/>
              </a:ext>
            </a:extLst>
          </p:cNvPr>
          <p:cNvSpPr/>
          <p:nvPr/>
        </p:nvSpPr>
        <p:spPr>
          <a:xfrm>
            <a:off x="7257499" y="2473864"/>
            <a:ext cx="1066912" cy="297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latin typeface="-apple-system"/>
              </a:rPr>
              <a:t>parse.py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6203303-3094-43AF-AF44-228C004E1748}"/>
              </a:ext>
            </a:extLst>
          </p:cNvPr>
          <p:cNvSpPr/>
          <p:nvPr/>
        </p:nvSpPr>
        <p:spPr>
          <a:xfrm>
            <a:off x="6600825" y="3920332"/>
            <a:ext cx="907416" cy="2978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test.py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76143B2-A203-422A-AA9C-0C68BAC2D02E}"/>
              </a:ext>
            </a:extLst>
          </p:cNvPr>
          <p:cNvSpPr/>
          <p:nvPr/>
        </p:nvSpPr>
        <p:spPr>
          <a:xfrm>
            <a:off x="7257499" y="2836643"/>
            <a:ext cx="1066912" cy="297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prstClr val="white"/>
                </a:solidFill>
                <a:latin typeface="-apple-system"/>
                <a:ea typeface="等线" panose="02010600030101010101" pitchFamily="2" charset="-122"/>
              </a:rPr>
              <a:t>date.py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1532E36B-FAA2-406B-8DFE-4FDF036373DA}"/>
              </a:ext>
            </a:extLst>
          </p:cNvPr>
          <p:cNvCxnSpPr>
            <a:cxnSpLocks/>
            <a:stCxn id="58" idx="2"/>
            <a:endCxn id="59" idx="1"/>
          </p:cNvCxnSpPr>
          <p:nvPr/>
        </p:nvCxnSpPr>
        <p:spPr>
          <a:xfrm rot="16200000" flipH="1">
            <a:off x="7040042" y="2043203"/>
            <a:ext cx="223146" cy="21176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F9847A0E-3ABE-4E6B-BAB4-93B615405F4A}"/>
              </a:ext>
            </a:extLst>
          </p:cNvPr>
          <p:cNvCxnSpPr>
            <a:cxnSpLocks/>
            <a:stCxn id="58" idx="2"/>
            <a:endCxn id="60" idx="1"/>
          </p:cNvCxnSpPr>
          <p:nvPr/>
        </p:nvCxnSpPr>
        <p:spPr>
          <a:xfrm rot="16200000" flipH="1">
            <a:off x="6858984" y="2224261"/>
            <a:ext cx="585263" cy="21176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5CCBFFD0-2F61-4E7C-ACC5-A76326ED47D7}"/>
              </a:ext>
            </a:extLst>
          </p:cNvPr>
          <p:cNvCxnSpPr>
            <a:cxnSpLocks/>
            <a:stCxn id="58" idx="2"/>
            <a:endCxn id="62" idx="1"/>
          </p:cNvCxnSpPr>
          <p:nvPr/>
        </p:nvCxnSpPr>
        <p:spPr>
          <a:xfrm rot="16200000" flipH="1">
            <a:off x="6677594" y="2405651"/>
            <a:ext cx="948042" cy="21176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E4420427-3066-4106-8B4C-8E68BCA6BE41}"/>
              </a:ext>
            </a:extLst>
          </p:cNvPr>
          <p:cNvCxnSpPr>
            <a:cxnSpLocks/>
            <a:stCxn id="187" idx="2"/>
            <a:endCxn id="61" idx="1"/>
          </p:cNvCxnSpPr>
          <p:nvPr/>
        </p:nvCxnSpPr>
        <p:spPr>
          <a:xfrm rot="16200000" flipH="1">
            <a:off x="5294088" y="2762508"/>
            <a:ext cx="2356410" cy="257064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D3FB16AD-99C9-4068-9828-C55237C7C79D}"/>
              </a:ext>
            </a:extLst>
          </p:cNvPr>
          <p:cNvSpPr/>
          <p:nvPr/>
        </p:nvSpPr>
        <p:spPr>
          <a:xfrm>
            <a:off x="7250872" y="3207704"/>
            <a:ext cx="1066912" cy="297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prstClr val="white"/>
                </a:solidFill>
                <a:latin typeface="-apple-system"/>
                <a:ea typeface="等线" panose="02010600030101010101" pitchFamily="2" charset="-122"/>
              </a:rPr>
              <a:t>core.py</a:t>
            </a:r>
          </a:p>
        </p:txBody>
      </p:sp>
      <p:cxnSp>
        <p:nvCxnSpPr>
          <p:cNvPr id="180" name="连接符: 肘形 179">
            <a:extLst>
              <a:ext uri="{FF2B5EF4-FFF2-40B4-BE49-F238E27FC236}">
                <a16:creationId xmlns:a16="http://schemas.microsoft.com/office/drawing/2014/main" id="{40094D76-5165-42E1-87CC-65300F07F30E}"/>
              </a:ext>
            </a:extLst>
          </p:cNvPr>
          <p:cNvCxnSpPr>
            <a:cxnSpLocks/>
            <a:stCxn id="58" idx="2"/>
            <a:endCxn id="179" idx="1"/>
          </p:cNvCxnSpPr>
          <p:nvPr/>
        </p:nvCxnSpPr>
        <p:spPr>
          <a:xfrm rot="16200000" flipH="1">
            <a:off x="6488750" y="2594494"/>
            <a:ext cx="1319103" cy="205141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>
            <a:extLst>
              <a:ext uri="{FF2B5EF4-FFF2-40B4-BE49-F238E27FC236}">
                <a16:creationId xmlns:a16="http://schemas.microsoft.com/office/drawing/2014/main" id="{B5D03D37-C2F0-4145-B41E-D0A77E4F327C}"/>
              </a:ext>
            </a:extLst>
          </p:cNvPr>
          <p:cNvSpPr/>
          <p:nvPr/>
        </p:nvSpPr>
        <p:spPr>
          <a:xfrm>
            <a:off x="7256115" y="3568826"/>
            <a:ext cx="1066912" cy="297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prstClr val="white"/>
                </a:solidFill>
                <a:latin typeface="-apple-system"/>
                <a:ea typeface="等线" panose="02010600030101010101" pitchFamily="2" charset="-122"/>
              </a:rPr>
              <a:t>api.py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A601B7D-B813-4235-AEC8-23D3266BA1E8}"/>
              </a:ext>
            </a:extLst>
          </p:cNvPr>
          <p:cNvSpPr/>
          <p:nvPr/>
        </p:nvSpPr>
        <p:spPr>
          <a:xfrm>
            <a:off x="8488755" y="1639954"/>
            <a:ext cx="1967208" cy="288234"/>
          </a:xfrm>
          <a:prstGeom prst="rect">
            <a:avLst/>
          </a:prstGeom>
          <a:solidFill>
            <a:srgbClr val="E9FFEA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rgbClr val="008000"/>
                </a:solidFill>
                <a:latin typeface="Consolas" panose="020B0609020204030204" pitchFamily="49" charset="0"/>
              </a:rPr>
              <a:t># moment/parse.py</a:t>
            </a:r>
            <a:endParaRPr lang="en-US" altLang="zh-CN" sz="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8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.</a:t>
            </a:r>
            <a:r>
              <a:rPr lang="en-US" altLang="zh-CN" sz="800" dirty="0">
                <a:solidFill>
                  <a:srgbClr val="267F99"/>
                </a:solidFill>
                <a:latin typeface="Consolas" panose="020B0609020204030204" pitchFamily="49" charset="0"/>
              </a:rPr>
              <a:t>utils</a:t>
            </a:r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8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800" dirty="0">
                <a:solidFill>
                  <a:srgbClr val="3B3B3B"/>
                </a:solidFill>
                <a:latin typeface="Consolas" panose="020B0609020204030204" pitchFamily="49" charset="0"/>
              </a:rPr>
              <a:t> STRING_TYPES</a:t>
            </a:r>
          </a:p>
        </p:txBody>
      </p:sp>
      <p:cxnSp>
        <p:nvCxnSpPr>
          <p:cNvPr id="184" name="连接符: 肘形 183">
            <a:extLst>
              <a:ext uri="{FF2B5EF4-FFF2-40B4-BE49-F238E27FC236}">
                <a16:creationId xmlns:a16="http://schemas.microsoft.com/office/drawing/2014/main" id="{5D3C7C67-66AE-4353-8A59-4044E6F39EB2}"/>
              </a:ext>
            </a:extLst>
          </p:cNvPr>
          <p:cNvCxnSpPr>
            <a:cxnSpLocks/>
            <a:stCxn id="58" idx="2"/>
            <a:endCxn id="183" idx="1"/>
          </p:cNvCxnSpPr>
          <p:nvPr/>
        </p:nvCxnSpPr>
        <p:spPr>
          <a:xfrm rot="16200000" flipH="1">
            <a:off x="6310811" y="2772434"/>
            <a:ext cx="1680225" cy="210384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 186">
            <a:extLst>
              <a:ext uri="{FF2B5EF4-FFF2-40B4-BE49-F238E27FC236}">
                <a16:creationId xmlns:a16="http://schemas.microsoft.com/office/drawing/2014/main" id="{CC987A42-73DE-4DC4-90FA-157D5A54EDBA}"/>
              </a:ext>
            </a:extLst>
          </p:cNvPr>
          <p:cNvSpPr/>
          <p:nvPr/>
        </p:nvSpPr>
        <p:spPr>
          <a:xfrm>
            <a:off x="5898101" y="1441514"/>
            <a:ext cx="891320" cy="27132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moment/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3E35896F-C5A4-47C5-B20F-66FB3516B496}"/>
              </a:ext>
            </a:extLst>
          </p:cNvPr>
          <p:cNvCxnSpPr>
            <a:cxnSpLocks/>
            <a:stCxn id="187" idx="2"/>
            <a:endCxn id="58" idx="1"/>
          </p:cNvCxnSpPr>
          <p:nvPr/>
        </p:nvCxnSpPr>
        <p:spPr>
          <a:xfrm rot="16200000" flipH="1">
            <a:off x="6372633" y="1683962"/>
            <a:ext cx="189019" cy="246763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矩形 191">
            <a:extLst>
              <a:ext uri="{FF2B5EF4-FFF2-40B4-BE49-F238E27FC236}">
                <a16:creationId xmlns:a16="http://schemas.microsoft.com/office/drawing/2014/main" id="{B08131DB-EEC3-437C-9D55-06DA84B025A8}"/>
              </a:ext>
            </a:extLst>
          </p:cNvPr>
          <p:cNvSpPr/>
          <p:nvPr/>
        </p:nvSpPr>
        <p:spPr>
          <a:xfrm>
            <a:off x="8750485" y="2160101"/>
            <a:ext cx="1834687" cy="284922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moment/date.py</a:t>
            </a:r>
          </a:p>
          <a:p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altLang="zh-CN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utils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iteritems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28A50F90-E6EA-4951-B321-8BB6D2CDCF2E}"/>
              </a:ext>
            </a:extLst>
          </p:cNvPr>
          <p:cNvSpPr/>
          <p:nvPr/>
        </p:nvSpPr>
        <p:spPr>
          <a:xfrm>
            <a:off x="8684223" y="2809457"/>
            <a:ext cx="3312307" cy="4207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moment/core.py</a:t>
            </a:r>
          </a:p>
          <a:p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.date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MutableDate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.parse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parse_date_and_formula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8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parse_js_date</a:t>
            </a:r>
            <a:endParaRPr lang="en-US" altLang="zh-CN" sz="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5E322FEA-88D2-4443-9ECA-B6B971DD9B42}"/>
              </a:ext>
            </a:extLst>
          </p:cNvPr>
          <p:cNvSpPr/>
          <p:nvPr/>
        </p:nvSpPr>
        <p:spPr>
          <a:xfrm>
            <a:off x="8538449" y="3369361"/>
            <a:ext cx="1619341" cy="29817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moment/api.py</a:t>
            </a:r>
          </a:p>
          <a:p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.core </a:t>
            </a:r>
            <a:r>
              <a:rPr lang="en-US" altLang="zh-CN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Moment</a:t>
            </a:r>
          </a:p>
        </p:txBody>
      </p:sp>
      <p:cxnSp>
        <p:nvCxnSpPr>
          <p:cNvPr id="195" name="连接符: 曲线 194">
            <a:extLst>
              <a:ext uri="{FF2B5EF4-FFF2-40B4-BE49-F238E27FC236}">
                <a16:creationId xmlns:a16="http://schemas.microsoft.com/office/drawing/2014/main" id="{4D76CE89-3D5D-40A7-9EC6-F945EB9BE137}"/>
              </a:ext>
            </a:extLst>
          </p:cNvPr>
          <p:cNvCxnSpPr>
            <a:cxnSpLocks/>
            <a:stCxn id="60" idx="3"/>
            <a:endCxn id="59" idx="3"/>
          </p:cNvCxnSpPr>
          <p:nvPr/>
        </p:nvCxnSpPr>
        <p:spPr>
          <a:xfrm flipV="1">
            <a:off x="8324411" y="2260660"/>
            <a:ext cx="12700" cy="362117"/>
          </a:xfrm>
          <a:prstGeom prst="curvedConnector3">
            <a:avLst>
              <a:gd name="adj1" fmla="val 860874"/>
            </a:avLst>
          </a:prstGeom>
          <a:ln w="19050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连接符: 曲线 197">
            <a:extLst>
              <a:ext uri="{FF2B5EF4-FFF2-40B4-BE49-F238E27FC236}">
                <a16:creationId xmlns:a16="http://schemas.microsoft.com/office/drawing/2014/main" id="{8FF0639F-6B5A-474D-A9A8-649F23FA3D10}"/>
              </a:ext>
            </a:extLst>
          </p:cNvPr>
          <p:cNvCxnSpPr>
            <a:cxnSpLocks/>
            <a:stCxn id="62" idx="3"/>
          </p:cNvCxnSpPr>
          <p:nvPr/>
        </p:nvCxnSpPr>
        <p:spPr>
          <a:xfrm flipH="1" flipV="1">
            <a:off x="8050694" y="2126970"/>
            <a:ext cx="273717" cy="858586"/>
          </a:xfrm>
          <a:prstGeom prst="curvedConnector4">
            <a:avLst>
              <a:gd name="adj1" fmla="val -83517"/>
              <a:gd name="adj2" fmla="val 108450"/>
            </a:avLst>
          </a:prstGeom>
          <a:ln w="1905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连接符: 曲线 208">
            <a:extLst>
              <a:ext uri="{FF2B5EF4-FFF2-40B4-BE49-F238E27FC236}">
                <a16:creationId xmlns:a16="http://schemas.microsoft.com/office/drawing/2014/main" id="{A96D8161-85F3-4831-8047-734FD076BD26}"/>
              </a:ext>
            </a:extLst>
          </p:cNvPr>
          <p:cNvCxnSpPr>
            <a:cxnSpLocks/>
            <a:stCxn id="179" idx="3"/>
            <a:endCxn id="59" idx="0"/>
          </p:cNvCxnSpPr>
          <p:nvPr/>
        </p:nvCxnSpPr>
        <p:spPr>
          <a:xfrm flipH="1" flipV="1">
            <a:off x="7790955" y="2111747"/>
            <a:ext cx="526829" cy="1244870"/>
          </a:xfrm>
          <a:prstGeom prst="curvedConnector4">
            <a:avLst>
              <a:gd name="adj1" fmla="val -65403"/>
              <a:gd name="adj2" fmla="val 118363"/>
            </a:avLst>
          </a:prstGeom>
          <a:ln w="19050">
            <a:solidFill>
              <a:schemeClr val="accent6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连接符: 曲线 215">
            <a:extLst>
              <a:ext uri="{FF2B5EF4-FFF2-40B4-BE49-F238E27FC236}">
                <a16:creationId xmlns:a16="http://schemas.microsoft.com/office/drawing/2014/main" id="{D3BCCC54-4BF6-43C0-85B2-10D18BE130CF}"/>
              </a:ext>
            </a:extLst>
          </p:cNvPr>
          <p:cNvCxnSpPr>
            <a:cxnSpLocks/>
            <a:stCxn id="179" idx="3"/>
            <a:endCxn id="60" idx="3"/>
          </p:cNvCxnSpPr>
          <p:nvPr/>
        </p:nvCxnSpPr>
        <p:spPr>
          <a:xfrm flipV="1">
            <a:off x="8317784" y="2622777"/>
            <a:ext cx="6627" cy="733840"/>
          </a:xfrm>
          <a:prstGeom prst="curvedConnector3">
            <a:avLst>
              <a:gd name="adj1" fmla="val 1899759"/>
            </a:avLst>
          </a:prstGeom>
          <a:ln w="19050">
            <a:solidFill>
              <a:schemeClr val="accent6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曲线 219">
            <a:extLst>
              <a:ext uri="{FF2B5EF4-FFF2-40B4-BE49-F238E27FC236}">
                <a16:creationId xmlns:a16="http://schemas.microsoft.com/office/drawing/2014/main" id="{A23979ED-7A90-4167-8C39-18C893A327AC}"/>
              </a:ext>
            </a:extLst>
          </p:cNvPr>
          <p:cNvCxnSpPr>
            <a:cxnSpLocks/>
            <a:stCxn id="183" idx="3"/>
            <a:endCxn id="179" idx="3"/>
          </p:cNvCxnSpPr>
          <p:nvPr/>
        </p:nvCxnSpPr>
        <p:spPr>
          <a:xfrm flipH="1" flipV="1">
            <a:off x="8317784" y="3356617"/>
            <a:ext cx="5243" cy="361122"/>
          </a:xfrm>
          <a:prstGeom prst="curvedConnector3">
            <a:avLst>
              <a:gd name="adj1" fmla="val -2464410"/>
            </a:avLst>
          </a:prstGeom>
          <a:ln w="190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矩形 225">
            <a:extLst>
              <a:ext uri="{FF2B5EF4-FFF2-40B4-BE49-F238E27FC236}">
                <a16:creationId xmlns:a16="http://schemas.microsoft.com/office/drawing/2014/main" id="{3BFB3EDA-8F29-4905-862D-2EB4472A5246}"/>
              </a:ext>
            </a:extLst>
          </p:cNvPr>
          <p:cNvSpPr/>
          <p:nvPr/>
        </p:nvSpPr>
        <p:spPr>
          <a:xfrm>
            <a:off x="6992401" y="858625"/>
            <a:ext cx="4069851" cy="35394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Repository-Level Code Translation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AA861C18-1D91-4C8F-AA08-C6D7881AE97D}"/>
              </a:ext>
            </a:extLst>
          </p:cNvPr>
          <p:cNvSpPr/>
          <p:nvPr/>
        </p:nvSpPr>
        <p:spPr>
          <a:xfrm>
            <a:off x="954156" y="861939"/>
            <a:ext cx="4114800" cy="35394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Translation Level in Previous Work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28" name="图形 227">
            <a:extLst>
              <a:ext uri="{FF2B5EF4-FFF2-40B4-BE49-F238E27FC236}">
                <a16:creationId xmlns:a16="http://schemas.microsoft.com/office/drawing/2014/main" id="{6130AC04-2533-4412-996E-B6030A3BD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5864" y="4293701"/>
            <a:ext cx="674204" cy="674204"/>
          </a:xfrm>
          <a:prstGeom prst="rect">
            <a:avLst/>
          </a:prstGeom>
        </p:spPr>
      </p:pic>
      <p:pic>
        <p:nvPicPr>
          <p:cNvPr id="237" name="图形 236">
            <a:extLst>
              <a:ext uri="{FF2B5EF4-FFF2-40B4-BE49-F238E27FC236}">
                <a16:creationId xmlns:a16="http://schemas.microsoft.com/office/drawing/2014/main" id="{CCAD868A-7F39-47FA-BE4C-15126A4A1C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0965" y="4022033"/>
            <a:ext cx="796787" cy="796787"/>
          </a:xfrm>
          <a:prstGeom prst="rect">
            <a:avLst/>
          </a:prstGeom>
        </p:spPr>
      </p:pic>
      <p:sp>
        <p:nvSpPr>
          <p:cNvPr id="239" name="矩形 238">
            <a:extLst>
              <a:ext uri="{FF2B5EF4-FFF2-40B4-BE49-F238E27FC236}">
                <a16:creationId xmlns:a16="http://schemas.microsoft.com/office/drawing/2014/main" id="{5360C7E9-4FE4-471E-A1C7-7F2C3F58C8BF}"/>
              </a:ext>
            </a:extLst>
          </p:cNvPr>
          <p:cNvSpPr/>
          <p:nvPr/>
        </p:nvSpPr>
        <p:spPr>
          <a:xfrm>
            <a:off x="3221649" y="4125623"/>
            <a:ext cx="1241019" cy="277410"/>
          </a:xfrm>
          <a:prstGeom prst="rect">
            <a:avLst/>
          </a:prstGeom>
          <a:solidFill>
            <a:srgbClr val="04BC11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n w="0"/>
                <a:solidFill>
                  <a:schemeClr val="bg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Short</a:t>
            </a:r>
            <a:endParaRPr kumimoji="0" lang="en-US" altLang="zh-CN" sz="1600" i="0" u="none" strike="noStrike" kern="1200" cap="none" spc="0" normalizeH="0" baseline="-25000" noProof="0" dirty="0">
              <a:ln w="0"/>
              <a:solidFill>
                <a:schemeClr val="bg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6A92F089-D91B-47E7-8309-C5CA51B1A2C1}"/>
              </a:ext>
            </a:extLst>
          </p:cNvPr>
          <p:cNvSpPr/>
          <p:nvPr/>
        </p:nvSpPr>
        <p:spPr>
          <a:xfrm>
            <a:off x="3453561" y="4466868"/>
            <a:ext cx="1241019" cy="277410"/>
          </a:xfrm>
          <a:prstGeom prst="rect">
            <a:avLst/>
          </a:prstGeom>
          <a:solidFill>
            <a:srgbClr val="04BC11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n w="0"/>
                <a:solidFill>
                  <a:schemeClr val="bg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Simple</a:t>
            </a:r>
            <a:endParaRPr kumimoji="0" lang="en-US" altLang="zh-CN" sz="1600" i="0" u="none" strike="noStrike" kern="1200" cap="none" spc="0" normalizeH="0" baseline="-25000" noProof="0" dirty="0">
              <a:ln w="0"/>
              <a:solidFill>
                <a:schemeClr val="bg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1BEEC910-F6D1-4C49-ADDD-62249988EC8C}"/>
              </a:ext>
            </a:extLst>
          </p:cNvPr>
          <p:cNvSpPr/>
          <p:nvPr/>
        </p:nvSpPr>
        <p:spPr>
          <a:xfrm>
            <a:off x="3695415" y="4798174"/>
            <a:ext cx="1241019" cy="277410"/>
          </a:xfrm>
          <a:prstGeom prst="rect">
            <a:avLst/>
          </a:prstGeom>
          <a:solidFill>
            <a:srgbClr val="04BC11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n w="0"/>
                <a:solidFill>
                  <a:schemeClr val="bg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Crafted</a:t>
            </a:r>
            <a:endParaRPr kumimoji="0" lang="en-US" altLang="zh-CN" sz="1600" i="0" u="none" strike="noStrike" kern="1200" cap="none" spc="0" normalizeH="0" baseline="-25000" noProof="0" dirty="0">
              <a:ln w="0"/>
              <a:solidFill>
                <a:schemeClr val="bg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92E90A43-D651-4A2E-BB06-413DFEC7B632}"/>
              </a:ext>
            </a:extLst>
          </p:cNvPr>
          <p:cNvSpPr/>
          <p:nvPr/>
        </p:nvSpPr>
        <p:spPr>
          <a:xfrm>
            <a:off x="9476674" y="4615948"/>
            <a:ext cx="1241019" cy="277410"/>
          </a:xfrm>
          <a:prstGeom prst="rect">
            <a:avLst/>
          </a:prstGeom>
          <a:solidFill>
            <a:srgbClr val="FF0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n w="0"/>
                <a:solidFill>
                  <a:schemeClr val="bg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Long</a:t>
            </a:r>
            <a:endParaRPr kumimoji="0" lang="en-US" altLang="zh-CN" sz="1600" i="0" u="none" strike="noStrike" kern="1200" cap="none" spc="0" normalizeH="0" baseline="-25000" noProof="0" dirty="0">
              <a:ln w="0"/>
              <a:solidFill>
                <a:schemeClr val="bg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EE6553A3-5FC0-41A9-A8F3-8B0F46E3E1A5}"/>
              </a:ext>
            </a:extLst>
          </p:cNvPr>
          <p:cNvSpPr/>
          <p:nvPr/>
        </p:nvSpPr>
        <p:spPr>
          <a:xfrm>
            <a:off x="9688711" y="4261455"/>
            <a:ext cx="1241019" cy="277410"/>
          </a:xfrm>
          <a:prstGeom prst="rect">
            <a:avLst/>
          </a:prstGeom>
          <a:solidFill>
            <a:srgbClr val="FF000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n w="0"/>
                <a:solidFill>
                  <a:schemeClr val="bg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Complex</a:t>
            </a:r>
            <a:endParaRPr kumimoji="0" lang="en-US" altLang="zh-CN" sz="1600" i="0" u="none" strike="noStrike" kern="1200" cap="none" spc="0" normalizeH="0" baseline="-25000" noProof="0" dirty="0">
              <a:ln w="0"/>
              <a:solidFill>
                <a:schemeClr val="bg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939C4E13-9CBE-4103-B550-028801488846}"/>
              </a:ext>
            </a:extLst>
          </p:cNvPr>
          <p:cNvSpPr/>
          <p:nvPr/>
        </p:nvSpPr>
        <p:spPr>
          <a:xfrm>
            <a:off x="9980265" y="3916899"/>
            <a:ext cx="1300650" cy="287352"/>
          </a:xfrm>
          <a:prstGeom prst="rect">
            <a:avLst/>
          </a:prstGeom>
          <a:solidFill>
            <a:srgbClr val="FF000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ln w="0"/>
                <a:solidFill>
                  <a:schemeClr val="bg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Real-World</a:t>
            </a:r>
            <a:endParaRPr kumimoji="0" lang="en-US" altLang="zh-CN" sz="1600" i="0" u="none" strike="noStrike" kern="1200" cap="none" spc="0" normalizeH="0" baseline="-25000" noProof="0" dirty="0">
              <a:ln w="0"/>
              <a:solidFill>
                <a:schemeClr val="bg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25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7CEDD09-36A6-4107-9C61-028215F42117}"/>
              </a:ext>
            </a:extLst>
          </p:cNvPr>
          <p:cNvSpPr/>
          <p:nvPr/>
        </p:nvSpPr>
        <p:spPr>
          <a:xfrm>
            <a:off x="868913" y="2186607"/>
            <a:ext cx="5125487" cy="4143074"/>
          </a:xfrm>
          <a:prstGeom prst="roundRect">
            <a:avLst>
              <a:gd name="adj" fmla="val 2468"/>
            </a:avLst>
          </a:prstGeom>
          <a:solidFill>
            <a:srgbClr val="F6DEDC">
              <a:alpha val="8000"/>
            </a:srgbClr>
          </a:solidFill>
          <a:ln w="19050" cap="rnd">
            <a:solidFill>
              <a:srgbClr val="F1ACA0">
                <a:alpha val="80000"/>
              </a:srgb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B5BD8E-EA55-4046-9FC6-0292D68BFA2A}"/>
              </a:ext>
            </a:extLst>
          </p:cNvPr>
          <p:cNvSpPr/>
          <p:nvPr/>
        </p:nvSpPr>
        <p:spPr>
          <a:xfrm>
            <a:off x="1774253" y="3379539"/>
            <a:ext cx="917717" cy="20241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 err="1">
                <a:effectLst/>
                <a:latin typeface="-apple-system"/>
              </a:rPr>
              <a:t>readtime</a:t>
            </a:r>
            <a:r>
              <a:rPr lang="en-US" altLang="zh-CN" sz="1000" i="0" u="none" strike="noStrike" dirty="0">
                <a:effectLst/>
                <a:latin typeface="-apple-system"/>
              </a:rPr>
              <a:t>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429A9F5-8F3A-4B65-B56C-1A0596547386}"/>
              </a:ext>
            </a:extLst>
          </p:cNvPr>
          <p:cNvSpPr/>
          <p:nvPr/>
        </p:nvSpPr>
        <p:spPr>
          <a:xfrm>
            <a:off x="2471045" y="3629062"/>
            <a:ext cx="1066912" cy="204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solidFill>
                  <a:sysClr val="windowText" lastClr="000000"/>
                </a:solidFill>
                <a:effectLst/>
                <a:latin typeface="-apple-system"/>
              </a:rPr>
              <a:t>api.py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080236F-7809-4F58-9E32-32256BCAB3A5}"/>
              </a:ext>
            </a:extLst>
          </p:cNvPr>
          <p:cNvSpPr/>
          <p:nvPr/>
        </p:nvSpPr>
        <p:spPr>
          <a:xfrm>
            <a:off x="2471045" y="3891492"/>
            <a:ext cx="1066912" cy="20497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latin typeface="-apple-system"/>
              </a:rPr>
              <a:t>result.py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6203303-3094-43AF-AF44-228C004E1748}"/>
              </a:ext>
            </a:extLst>
          </p:cNvPr>
          <p:cNvSpPr/>
          <p:nvPr/>
        </p:nvSpPr>
        <p:spPr>
          <a:xfrm>
            <a:off x="1814371" y="4452893"/>
            <a:ext cx="877599" cy="2009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latin typeface="-apple-system"/>
              </a:rPr>
              <a:t>t</a:t>
            </a:r>
            <a:r>
              <a:rPr lang="en-US" altLang="zh-CN" sz="1000" i="0" u="none" strike="noStrike" dirty="0">
                <a:effectLst/>
                <a:latin typeface="-apple-system"/>
              </a:rPr>
              <a:t>ests/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76143B2-A203-422A-AA9C-0C68BAC2D02E}"/>
              </a:ext>
            </a:extLst>
          </p:cNvPr>
          <p:cNvSpPr/>
          <p:nvPr/>
        </p:nvSpPr>
        <p:spPr>
          <a:xfrm>
            <a:off x="2471045" y="4160652"/>
            <a:ext cx="1066912" cy="2091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utils</a:t>
            </a:r>
            <a:r>
              <a:rPr lang="en-US" altLang="zh-CN" sz="1000" dirty="0">
                <a:solidFill>
                  <a:prstClr val="white"/>
                </a:solidFill>
                <a:latin typeface="-apple-system"/>
                <a:ea typeface="等线" panose="02010600030101010101" pitchFamily="2" charset="-122"/>
              </a:rPr>
              <a:t>.py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1532E36B-FAA2-406B-8DFE-4FDF036373DA}"/>
              </a:ext>
            </a:extLst>
          </p:cNvPr>
          <p:cNvCxnSpPr>
            <a:cxnSpLocks/>
            <a:stCxn id="58" idx="2"/>
            <a:endCxn id="59" idx="1"/>
          </p:cNvCxnSpPr>
          <p:nvPr/>
        </p:nvCxnSpPr>
        <p:spPr>
          <a:xfrm rot="16200000" flipH="1">
            <a:off x="2277352" y="3537708"/>
            <a:ext cx="149453" cy="237933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F9847A0E-3ABE-4E6B-BAB4-93B615405F4A}"/>
              </a:ext>
            </a:extLst>
          </p:cNvPr>
          <p:cNvCxnSpPr>
            <a:cxnSpLocks/>
            <a:stCxn id="58" idx="2"/>
            <a:endCxn id="60" idx="1"/>
          </p:cNvCxnSpPr>
          <p:nvPr/>
        </p:nvCxnSpPr>
        <p:spPr>
          <a:xfrm rot="16200000" flipH="1">
            <a:off x="2146062" y="3668998"/>
            <a:ext cx="412032" cy="237933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5CCBFFD0-2F61-4E7C-ACC5-A76326ED47D7}"/>
              </a:ext>
            </a:extLst>
          </p:cNvPr>
          <p:cNvCxnSpPr>
            <a:cxnSpLocks/>
            <a:stCxn id="58" idx="2"/>
            <a:endCxn id="62" idx="1"/>
          </p:cNvCxnSpPr>
          <p:nvPr/>
        </p:nvCxnSpPr>
        <p:spPr>
          <a:xfrm rot="16200000" flipH="1">
            <a:off x="2010441" y="3804619"/>
            <a:ext cx="683275" cy="237933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E4420427-3066-4106-8B4C-8E68BCA6BE41}"/>
              </a:ext>
            </a:extLst>
          </p:cNvPr>
          <p:cNvCxnSpPr>
            <a:cxnSpLocks/>
            <a:stCxn id="187" idx="2"/>
            <a:endCxn id="61" idx="1"/>
          </p:cNvCxnSpPr>
          <p:nvPr/>
        </p:nvCxnSpPr>
        <p:spPr>
          <a:xfrm rot="16200000" flipH="1">
            <a:off x="1081546" y="3820518"/>
            <a:ext cx="1258153" cy="20749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 186">
            <a:extLst>
              <a:ext uri="{FF2B5EF4-FFF2-40B4-BE49-F238E27FC236}">
                <a16:creationId xmlns:a16="http://schemas.microsoft.com/office/drawing/2014/main" id="{CC987A42-73DE-4DC4-90FA-157D5A54EDBA}"/>
              </a:ext>
            </a:extLst>
          </p:cNvPr>
          <p:cNvSpPr/>
          <p:nvPr/>
        </p:nvSpPr>
        <p:spPr>
          <a:xfrm>
            <a:off x="1111647" y="3092781"/>
            <a:ext cx="990452" cy="20241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 err="1">
                <a:latin typeface="-apple-system"/>
              </a:rPr>
              <a:t>r</a:t>
            </a:r>
            <a:r>
              <a:rPr lang="en-US" altLang="zh-CN" sz="1000" i="0" u="none" strike="noStrike" dirty="0" err="1">
                <a:effectLst/>
                <a:latin typeface="-apple-system"/>
              </a:rPr>
              <a:t>eadtime</a:t>
            </a:r>
            <a:r>
              <a:rPr lang="en-US" altLang="zh-CN" sz="1000" dirty="0">
                <a:latin typeface="-apple-system"/>
              </a:rPr>
              <a:t>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3E35896F-C5A4-47C5-B20F-66FB3516B496}"/>
              </a:ext>
            </a:extLst>
          </p:cNvPr>
          <p:cNvCxnSpPr>
            <a:cxnSpLocks/>
            <a:stCxn id="187" idx="2"/>
            <a:endCxn id="58" idx="1"/>
          </p:cNvCxnSpPr>
          <p:nvPr/>
        </p:nvCxnSpPr>
        <p:spPr>
          <a:xfrm rot="16200000" flipH="1">
            <a:off x="1597787" y="3304277"/>
            <a:ext cx="185553" cy="167380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E51924C3-D820-477C-8028-6A373B508FCE}"/>
              </a:ext>
            </a:extLst>
          </p:cNvPr>
          <p:cNvSpPr/>
          <p:nvPr/>
        </p:nvSpPr>
        <p:spPr>
          <a:xfrm>
            <a:off x="2471046" y="4723570"/>
            <a:ext cx="1117331" cy="20914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test_readtime.py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0867271-F0F7-4897-827D-E2E887301B9A}"/>
              </a:ext>
            </a:extLst>
          </p:cNvPr>
          <p:cNvSpPr/>
          <p:nvPr/>
        </p:nvSpPr>
        <p:spPr>
          <a:xfrm>
            <a:off x="2471044" y="4996500"/>
            <a:ext cx="1117331" cy="20914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/>
                </a:solidFill>
                <a:latin typeface="-apple-system"/>
              </a:rPr>
              <a:t>samples/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6CD8D50-6E4A-481C-AE7E-8EA63FCB7AD9}"/>
              </a:ext>
            </a:extLst>
          </p:cNvPr>
          <p:cNvSpPr/>
          <p:nvPr/>
        </p:nvSpPr>
        <p:spPr>
          <a:xfrm>
            <a:off x="3121285" y="5271682"/>
            <a:ext cx="1066912" cy="2091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-apple-system"/>
                <a:ea typeface="等线" panose="02010600030101010101" pitchFamily="2" charset="-122"/>
              </a:rPr>
              <a:t>html.html</a:t>
            </a:r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EEEBE12E-92B9-4EB9-8363-5A904C35AD27}"/>
              </a:ext>
            </a:extLst>
          </p:cNvPr>
          <p:cNvCxnSpPr>
            <a:cxnSpLocks/>
            <a:stCxn id="61" idx="2"/>
            <a:endCxn id="55" idx="1"/>
          </p:cNvCxnSpPr>
          <p:nvPr/>
        </p:nvCxnSpPr>
        <p:spPr>
          <a:xfrm rot="16200000" flipH="1">
            <a:off x="2274934" y="4632030"/>
            <a:ext cx="174348" cy="217875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BA04DF3E-821A-4E78-84FB-C4D76F05A1E0}"/>
              </a:ext>
            </a:extLst>
          </p:cNvPr>
          <p:cNvCxnSpPr>
            <a:cxnSpLocks/>
            <a:stCxn id="61" idx="2"/>
            <a:endCxn id="56" idx="1"/>
          </p:cNvCxnSpPr>
          <p:nvPr/>
        </p:nvCxnSpPr>
        <p:spPr>
          <a:xfrm rot="16200000" flipH="1">
            <a:off x="2138468" y="4768496"/>
            <a:ext cx="447278" cy="217873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F538D18C-4576-4C64-8BEF-BD75873B99DF}"/>
              </a:ext>
            </a:extLst>
          </p:cNvPr>
          <p:cNvCxnSpPr>
            <a:cxnSpLocks/>
            <a:stCxn id="56" idx="2"/>
            <a:endCxn id="63" idx="1"/>
          </p:cNvCxnSpPr>
          <p:nvPr/>
        </p:nvCxnSpPr>
        <p:spPr>
          <a:xfrm rot="16200000" flipH="1">
            <a:off x="2990192" y="5245161"/>
            <a:ext cx="170610" cy="91575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B5280587-1F78-4CE3-A94D-C925F11AB58E}"/>
              </a:ext>
            </a:extLst>
          </p:cNvPr>
          <p:cNvSpPr/>
          <p:nvPr/>
        </p:nvSpPr>
        <p:spPr>
          <a:xfrm>
            <a:off x="3121285" y="5537039"/>
            <a:ext cx="1066912" cy="2091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-apple-system"/>
                <a:ea typeface="等线" panose="02010600030101010101" pitchFamily="2" charset="-122"/>
              </a:rPr>
              <a:t>markdown.md</a:t>
            </a:r>
          </a:p>
        </p:txBody>
      </p: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CB0E55F1-38B4-49EE-B743-383880558B0C}"/>
              </a:ext>
            </a:extLst>
          </p:cNvPr>
          <p:cNvCxnSpPr>
            <a:cxnSpLocks/>
            <a:stCxn id="56" idx="2"/>
            <a:endCxn id="71" idx="1"/>
          </p:cNvCxnSpPr>
          <p:nvPr/>
        </p:nvCxnSpPr>
        <p:spPr>
          <a:xfrm rot="16200000" flipH="1">
            <a:off x="2857513" y="5377840"/>
            <a:ext cx="435968" cy="91575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9D3291E7-137D-4BFF-B950-E74ACEC3DCA8}"/>
              </a:ext>
            </a:extLst>
          </p:cNvPr>
          <p:cNvSpPr/>
          <p:nvPr/>
        </p:nvSpPr>
        <p:spPr>
          <a:xfrm>
            <a:off x="3121285" y="5811630"/>
            <a:ext cx="1066912" cy="2069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-apple-system"/>
                <a:ea typeface="等线" panose="02010600030101010101" pitchFamily="2" charset="-122"/>
              </a:rPr>
              <a:t>plain_text.txt</a:t>
            </a:r>
          </a:p>
        </p:txBody>
      </p: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668823CF-9B5E-4DA0-9316-EFDB81C6929D}"/>
              </a:ext>
            </a:extLst>
          </p:cNvPr>
          <p:cNvCxnSpPr>
            <a:cxnSpLocks/>
            <a:stCxn id="56" idx="2"/>
            <a:endCxn id="76" idx="1"/>
          </p:cNvCxnSpPr>
          <p:nvPr/>
        </p:nvCxnSpPr>
        <p:spPr>
          <a:xfrm rot="16200000" flipH="1">
            <a:off x="2720767" y="5514586"/>
            <a:ext cx="709461" cy="91575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D4846C7C-FD44-41BD-B20C-0F9BC502E410}"/>
              </a:ext>
            </a:extLst>
          </p:cNvPr>
          <p:cNvSpPr/>
          <p:nvPr/>
        </p:nvSpPr>
        <p:spPr>
          <a:xfrm>
            <a:off x="2880562" y="2355992"/>
            <a:ext cx="2494595" cy="947046"/>
          </a:xfrm>
          <a:custGeom>
            <a:avLst/>
            <a:gdLst>
              <a:gd name="connsiteX0" fmla="*/ 0 w 2494595"/>
              <a:gd name="connsiteY0" fmla="*/ 0 h 947046"/>
              <a:gd name="connsiteX1" fmla="*/ 473973 w 2494595"/>
              <a:gd name="connsiteY1" fmla="*/ 0 h 947046"/>
              <a:gd name="connsiteX2" fmla="*/ 997838 w 2494595"/>
              <a:gd name="connsiteY2" fmla="*/ 0 h 947046"/>
              <a:gd name="connsiteX3" fmla="*/ 1471811 w 2494595"/>
              <a:gd name="connsiteY3" fmla="*/ 0 h 947046"/>
              <a:gd name="connsiteX4" fmla="*/ 1895892 w 2494595"/>
              <a:gd name="connsiteY4" fmla="*/ 0 h 947046"/>
              <a:gd name="connsiteX5" fmla="*/ 2494595 w 2494595"/>
              <a:gd name="connsiteY5" fmla="*/ 0 h 947046"/>
              <a:gd name="connsiteX6" fmla="*/ 2494595 w 2494595"/>
              <a:gd name="connsiteY6" fmla="*/ 464053 h 947046"/>
              <a:gd name="connsiteX7" fmla="*/ 2494595 w 2494595"/>
              <a:gd name="connsiteY7" fmla="*/ 947046 h 947046"/>
              <a:gd name="connsiteX8" fmla="*/ 2020622 w 2494595"/>
              <a:gd name="connsiteY8" fmla="*/ 947046 h 947046"/>
              <a:gd name="connsiteX9" fmla="*/ 1571595 w 2494595"/>
              <a:gd name="connsiteY9" fmla="*/ 947046 h 947046"/>
              <a:gd name="connsiteX10" fmla="*/ 1147514 w 2494595"/>
              <a:gd name="connsiteY10" fmla="*/ 947046 h 947046"/>
              <a:gd name="connsiteX11" fmla="*/ 698487 w 2494595"/>
              <a:gd name="connsiteY11" fmla="*/ 947046 h 947046"/>
              <a:gd name="connsiteX12" fmla="*/ 0 w 2494595"/>
              <a:gd name="connsiteY12" fmla="*/ 947046 h 947046"/>
              <a:gd name="connsiteX13" fmla="*/ 0 w 2494595"/>
              <a:gd name="connsiteY13" fmla="*/ 454582 h 947046"/>
              <a:gd name="connsiteX14" fmla="*/ 0 w 2494595"/>
              <a:gd name="connsiteY14" fmla="*/ 0 h 947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94595" h="947046" fill="none" extrusionOk="0">
                <a:moveTo>
                  <a:pt x="0" y="0"/>
                </a:moveTo>
                <a:cubicBezTo>
                  <a:pt x="123350" y="-1945"/>
                  <a:pt x="326873" y="41203"/>
                  <a:pt x="473973" y="0"/>
                </a:cubicBezTo>
                <a:cubicBezTo>
                  <a:pt x="621073" y="-41203"/>
                  <a:pt x="862900" y="39949"/>
                  <a:pt x="997838" y="0"/>
                </a:cubicBezTo>
                <a:cubicBezTo>
                  <a:pt x="1132776" y="-39949"/>
                  <a:pt x="1278366" y="40535"/>
                  <a:pt x="1471811" y="0"/>
                </a:cubicBezTo>
                <a:cubicBezTo>
                  <a:pt x="1665256" y="-40535"/>
                  <a:pt x="1694072" y="40163"/>
                  <a:pt x="1895892" y="0"/>
                </a:cubicBezTo>
                <a:cubicBezTo>
                  <a:pt x="2097712" y="-40163"/>
                  <a:pt x="2315794" y="21754"/>
                  <a:pt x="2494595" y="0"/>
                </a:cubicBezTo>
                <a:cubicBezTo>
                  <a:pt x="2511559" y="123843"/>
                  <a:pt x="2460506" y="280171"/>
                  <a:pt x="2494595" y="464053"/>
                </a:cubicBezTo>
                <a:cubicBezTo>
                  <a:pt x="2528684" y="647935"/>
                  <a:pt x="2473829" y="742508"/>
                  <a:pt x="2494595" y="947046"/>
                </a:cubicBezTo>
                <a:cubicBezTo>
                  <a:pt x="2363702" y="978185"/>
                  <a:pt x="2144709" y="942381"/>
                  <a:pt x="2020622" y="947046"/>
                </a:cubicBezTo>
                <a:cubicBezTo>
                  <a:pt x="1896535" y="951711"/>
                  <a:pt x="1672914" y="899366"/>
                  <a:pt x="1571595" y="947046"/>
                </a:cubicBezTo>
                <a:cubicBezTo>
                  <a:pt x="1470276" y="994726"/>
                  <a:pt x="1273046" y="896437"/>
                  <a:pt x="1147514" y="947046"/>
                </a:cubicBezTo>
                <a:cubicBezTo>
                  <a:pt x="1021982" y="997655"/>
                  <a:pt x="816990" y="906011"/>
                  <a:pt x="698487" y="947046"/>
                </a:cubicBezTo>
                <a:cubicBezTo>
                  <a:pt x="579984" y="988081"/>
                  <a:pt x="221051" y="902295"/>
                  <a:pt x="0" y="947046"/>
                </a:cubicBezTo>
                <a:cubicBezTo>
                  <a:pt x="-45001" y="808278"/>
                  <a:pt x="725" y="679446"/>
                  <a:pt x="0" y="454582"/>
                </a:cubicBezTo>
                <a:cubicBezTo>
                  <a:pt x="-725" y="229718"/>
                  <a:pt x="39315" y="178758"/>
                  <a:pt x="0" y="0"/>
                </a:cubicBezTo>
                <a:close/>
              </a:path>
              <a:path w="2494595" h="947046" stroke="0" extrusionOk="0">
                <a:moveTo>
                  <a:pt x="0" y="0"/>
                </a:moveTo>
                <a:cubicBezTo>
                  <a:pt x="141202" y="-30902"/>
                  <a:pt x="288979" y="37938"/>
                  <a:pt x="424081" y="0"/>
                </a:cubicBezTo>
                <a:cubicBezTo>
                  <a:pt x="559183" y="-37938"/>
                  <a:pt x="711903" y="33960"/>
                  <a:pt x="848162" y="0"/>
                </a:cubicBezTo>
                <a:cubicBezTo>
                  <a:pt x="984421" y="-33960"/>
                  <a:pt x="1173060" y="39913"/>
                  <a:pt x="1372027" y="0"/>
                </a:cubicBezTo>
                <a:cubicBezTo>
                  <a:pt x="1570995" y="-39913"/>
                  <a:pt x="1665007" y="15063"/>
                  <a:pt x="1821054" y="0"/>
                </a:cubicBezTo>
                <a:cubicBezTo>
                  <a:pt x="1977101" y="-15063"/>
                  <a:pt x="2171905" y="18650"/>
                  <a:pt x="2494595" y="0"/>
                </a:cubicBezTo>
                <a:cubicBezTo>
                  <a:pt x="2543566" y="227497"/>
                  <a:pt x="2448690" y="268613"/>
                  <a:pt x="2494595" y="473523"/>
                </a:cubicBezTo>
                <a:cubicBezTo>
                  <a:pt x="2540500" y="678433"/>
                  <a:pt x="2456608" y="796811"/>
                  <a:pt x="2494595" y="947046"/>
                </a:cubicBezTo>
                <a:cubicBezTo>
                  <a:pt x="2325367" y="960020"/>
                  <a:pt x="2175049" y="912045"/>
                  <a:pt x="1970730" y="947046"/>
                </a:cubicBezTo>
                <a:cubicBezTo>
                  <a:pt x="1766411" y="982047"/>
                  <a:pt x="1720615" y="937417"/>
                  <a:pt x="1471811" y="947046"/>
                </a:cubicBezTo>
                <a:cubicBezTo>
                  <a:pt x="1223007" y="956675"/>
                  <a:pt x="1121884" y="914576"/>
                  <a:pt x="947946" y="947046"/>
                </a:cubicBezTo>
                <a:cubicBezTo>
                  <a:pt x="774008" y="979516"/>
                  <a:pt x="677395" y="930273"/>
                  <a:pt x="523865" y="947046"/>
                </a:cubicBezTo>
                <a:cubicBezTo>
                  <a:pt x="370335" y="963819"/>
                  <a:pt x="162122" y="889922"/>
                  <a:pt x="0" y="947046"/>
                </a:cubicBezTo>
                <a:cubicBezTo>
                  <a:pt x="-40263" y="780292"/>
                  <a:pt x="17979" y="592636"/>
                  <a:pt x="0" y="501934"/>
                </a:cubicBezTo>
                <a:cubicBezTo>
                  <a:pt x="-17979" y="411232"/>
                  <a:pt x="53283" y="215285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17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23714749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of_text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wpm</a:t>
            </a:r>
            <a:r>
              <a:rPr lang="en-US" altLang="zh-C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of_html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wpm</a:t>
            </a:r>
            <a:r>
              <a:rPr lang="en-US" altLang="zh-C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of_markdown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markdown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wpm</a:t>
            </a:r>
            <a:r>
              <a:rPr lang="en-US" altLang="zh-CN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...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BD80758-594F-43FD-820A-23D7B06FEBB4}"/>
              </a:ext>
            </a:extLst>
          </p:cNvPr>
          <p:cNvCxnSpPr>
            <a:cxnSpLocks/>
          </p:cNvCxnSpPr>
          <p:nvPr/>
        </p:nvCxnSpPr>
        <p:spPr>
          <a:xfrm flipH="1" flipV="1">
            <a:off x="2889786" y="3303039"/>
            <a:ext cx="646554" cy="326023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1CB63833-EAA6-4815-9010-2BDD279380BE}"/>
              </a:ext>
            </a:extLst>
          </p:cNvPr>
          <p:cNvCxnSpPr>
            <a:cxnSpLocks/>
          </p:cNvCxnSpPr>
          <p:nvPr/>
        </p:nvCxnSpPr>
        <p:spPr>
          <a:xfrm flipV="1">
            <a:off x="3529710" y="3312990"/>
            <a:ext cx="1825003" cy="316072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1A7B4A6-C3E8-4259-82B4-9AA1BD3D8389}"/>
              </a:ext>
            </a:extLst>
          </p:cNvPr>
          <p:cNvSpPr/>
          <p:nvPr/>
        </p:nvSpPr>
        <p:spPr>
          <a:xfrm>
            <a:off x="6460101" y="2186606"/>
            <a:ext cx="5173983" cy="4143075"/>
          </a:xfrm>
          <a:prstGeom prst="roundRect">
            <a:avLst>
              <a:gd name="adj" fmla="val 2468"/>
            </a:avLst>
          </a:prstGeom>
          <a:solidFill>
            <a:schemeClr val="accent6">
              <a:lumMod val="20000"/>
              <a:lumOff val="80000"/>
              <a:alpha val="14000"/>
            </a:schemeClr>
          </a:solidFill>
          <a:ln w="19050" cap="rnd">
            <a:solidFill>
              <a:schemeClr val="accent6">
                <a:lumMod val="75000"/>
                <a:alpha val="6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485E19D-866A-4EF4-B49B-4C57242AC34F}"/>
              </a:ext>
            </a:extLst>
          </p:cNvPr>
          <p:cNvSpPr/>
          <p:nvPr/>
        </p:nvSpPr>
        <p:spPr>
          <a:xfrm>
            <a:off x="7501615" y="2870431"/>
            <a:ext cx="631247" cy="20241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main/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0FB685F-5AF6-4CD2-82FE-8895200E8BE5}"/>
              </a:ext>
            </a:extLst>
          </p:cNvPr>
          <p:cNvSpPr/>
          <p:nvPr/>
        </p:nvSpPr>
        <p:spPr>
          <a:xfrm>
            <a:off x="7943137" y="3098040"/>
            <a:ext cx="753078" cy="20241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java/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AA1B584-C3BF-4541-9693-DCAC3E2CEDD8}"/>
              </a:ext>
            </a:extLst>
          </p:cNvPr>
          <p:cNvSpPr/>
          <p:nvPr/>
        </p:nvSpPr>
        <p:spPr>
          <a:xfrm>
            <a:off x="7501615" y="4254597"/>
            <a:ext cx="631247" cy="20474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latin typeface="-apple-system"/>
              </a:rPr>
              <a:t>test</a:t>
            </a:r>
            <a:r>
              <a:rPr lang="en-US" altLang="zh-CN" sz="1000" i="0" u="none" strike="noStrike" dirty="0">
                <a:effectLst/>
                <a:latin typeface="-apple-system"/>
              </a:rPr>
              <a:t>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8895810D-DA62-4814-A4C1-87A0F75D29BF}"/>
              </a:ext>
            </a:extLst>
          </p:cNvPr>
          <p:cNvCxnSpPr>
            <a:cxnSpLocks/>
            <a:stCxn id="90" idx="2"/>
            <a:endCxn id="91" idx="1"/>
          </p:cNvCxnSpPr>
          <p:nvPr/>
        </p:nvCxnSpPr>
        <p:spPr>
          <a:xfrm rot="16200000" flipH="1">
            <a:off x="7816986" y="3073094"/>
            <a:ext cx="126404" cy="12589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71259416-A31D-4E4F-9EF7-F43B2BB45B53}"/>
              </a:ext>
            </a:extLst>
          </p:cNvPr>
          <p:cNvCxnSpPr>
            <a:cxnSpLocks/>
            <a:stCxn id="99" idx="2"/>
            <a:endCxn id="93" idx="1"/>
          </p:cNvCxnSpPr>
          <p:nvPr/>
        </p:nvCxnSpPr>
        <p:spPr>
          <a:xfrm rot="16200000" flipH="1">
            <a:off x="6692714" y="3548071"/>
            <a:ext cx="1502128" cy="115674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86AF6228-28D8-49C4-A8F1-0DC83FFC3502}"/>
              </a:ext>
            </a:extLst>
          </p:cNvPr>
          <p:cNvSpPr/>
          <p:nvPr/>
        </p:nvSpPr>
        <p:spPr>
          <a:xfrm>
            <a:off x="7082849" y="2652433"/>
            <a:ext cx="606184" cy="20241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 err="1">
                <a:effectLst/>
                <a:latin typeface="-apple-system"/>
              </a:rPr>
              <a:t>src</a:t>
            </a:r>
            <a:r>
              <a:rPr lang="en-US" altLang="zh-CN" sz="1000" dirty="0">
                <a:latin typeface="-apple-system"/>
              </a:rPr>
              <a:t>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65305789-8F54-4E70-B545-BA5A3B417256}"/>
              </a:ext>
            </a:extLst>
          </p:cNvPr>
          <p:cNvCxnSpPr>
            <a:cxnSpLocks/>
            <a:stCxn id="99" idx="2"/>
            <a:endCxn id="90" idx="1"/>
          </p:cNvCxnSpPr>
          <p:nvPr/>
        </p:nvCxnSpPr>
        <p:spPr>
          <a:xfrm rot="16200000" flipH="1">
            <a:off x="7385382" y="2855403"/>
            <a:ext cx="116792" cy="115674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E2185883-FCCB-42A5-8C71-94EF8656ED9B}"/>
              </a:ext>
            </a:extLst>
          </p:cNvPr>
          <p:cNvSpPr/>
          <p:nvPr/>
        </p:nvSpPr>
        <p:spPr>
          <a:xfrm>
            <a:off x="9998866" y="1849025"/>
            <a:ext cx="1620053" cy="3155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Java Repository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E891AFA-F605-484F-89CE-29E09132BEBE}"/>
              </a:ext>
            </a:extLst>
          </p:cNvPr>
          <p:cNvSpPr/>
          <p:nvPr/>
        </p:nvSpPr>
        <p:spPr>
          <a:xfrm>
            <a:off x="7943137" y="4485474"/>
            <a:ext cx="753078" cy="20241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Java/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E837780-588B-4510-8465-8536A3BFB22A}"/>
              </a:ext>
            </a:extLst>
          </p:cNvPr>
          <p:cNvSpPr/>
          <p:nvPr/>
        </p:nvSpPr>
        <p:spPr>
          <a:xfrm>
            <a:off x="7943138" y="4950527"/>
            <a:ext cx="753078" cy="20241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latin typeface="-apple-system"/>
              </a:rPr>
              <a:t>resources/</a:t>
            </a:r>
          </a:p>
        </p:txBody>
      </p:sp>
      <p:cxnSp>
        <p:nvCxnSpPr>
          <p:cNvPr id="106" name="连接符: 肘形 105">
            <a:extLst>
              <a:ext uri="{FF2B5EF4-FFF2-40B4-BE49-F238E27FC236}">
                <a16:creationId xmlns:a16="http://schemas.microsoft.com/office/drawing/2014/main" id="{983652B2-5367-4A3E-BFCD-31B3CDD37FCA}"/>
              </a:ext>
            </a:extLst>
          </p:cNvPr>
          <p:cNvCxnSpPr>
            <a:cxnSpLocks/>
            <a:stCxn id="93" idx="2"/>
            <a:endCxn id="102" idx="1"/>
          </p:cNvCxnSpPr>
          <p:nvPr/>
        </p:nvCxnSpPr>
        <p:spPr>
          <a:xfrm rot="16200000" flipH="1">
            <a:off x="7816522" y="4460063"/>
            <a:ext cx="127333" cy="12589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C9BB9E25-17BC-40A1-B81E-6ED289767CFA}"/>
              </a:ext>
            </a:extLst>
          </p:cNvPr>
          <p:cNvCxnSpPr>
            <a:cxnSpLocks/>
            <a:stCxn id="93" idx="2"/>
            <a:endCxn id="104" idx="1"/>
          </p:cNvCxnSpPr>
          <p:nvPr/>
        </p:nvCxnSpPr>
        <p:spPr>
          <a:xfrm rot="16200000" flipH="1">
            <a:off x="7583995" y="4692589"/>
            <a:ext cx="592386" cy="125899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 136">
            <a:extLst>
              <a:ext uri="{FF2B5EF4-FFF2-40B4-BE49-F238E27FC236}">
                <a16:creationId xmlns:a16="http://schemas.microsoft.com/office/drawing/2014/main" id="{E8956021-1EDB-4E06-A9B7-D25E14561879}"/>
              </a:ext>
            </a:extLst>
          </p:cNvPr>
          <p:cNvSpPr/>
          <p:nvPr/>
        </p:nvSpPr>
        <p:spPr>
          <a:xfrm>
            <a:off x="6488563" y="2433927"/>
            <a:ext cx="990452" cy="20241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 err="1">
                <a:effectLst/>
                <a:latin typeface="-apple-system"/>
              </a:rPr>
              <a:t>Readtime</a:t>
            </a:r>
            <a:r>
              <a:rPr lang="en-US" altLang="zh-CN" sz="1000" dirty="0" err="1">
                <a:latin typeface="-apple-system"/>
              </a:rPr>
              <a:t>Java</a:t>
            </a:r>
            <a:r>
              <a:rPr lang="en-US" altLang="zh-CN" sz="1000" dirty="0">
                <a:latin typeface="-apple-system"/>
              </a:rPr>
              <a:t>/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8" name="连接符: 肘形 137">
            <a:extLst>
              <a:ext uri="{FF2B5EF4-FFF2-40B4-BE49-F238E27FC236}">
                <a16:creationId xmlns:a16="http://schemas.microsoft.com/office/drawing/2014/main" id="{55331045-1CC4-404A-8938-D0D742B9DCC5}"/>
              </a:ext>
            </a:extLst>
          </p:cNvPr>
          <p:cNvCxnSpPr>
            <a:cxnSpLocks/>
            <a:stCxn id="137" idx="2"/>
            <a:endCxn id="99" idx="1"/>
          </p:cNvCxnSpPr>
          <p:nvPr/>
        </p:nvCxnSpPr>
        <p:spPr>
          <a:xfrm rot="16200000" flipH="1">
            <a:off x="6974669" y="2645458"/>
            <a:ext cx="117301" cy="99060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矩形 161">
            <a:extLst>
              <a:ext uri="{FF2B5EF4-FFF2-40B4-BE49-F238E27FC236}">
                <a16:creationId xmlns:a16="http://schemas.microsoft.com/office/drawing/2014/main" id="{199881A5-6C19-4952-9F64-2A1E8FF9DAC0}"/>
              </a:ext>
            </a:extLst>
          </p:cNvPr>
          <p:cNvSpPr/>
          <p:nvPr/>
        </p:nvSpPr>
        <p:spPr>
          <a:xfrm>
            <a:off x="9011915" y="3541146"/>
            <a:ext cx="753078" cy="2024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solidFill>
                  <a:schemeClr val="tx1"/>
                </a:solidFill>
                <a:effectLst/>
                <a:latin typeface="-apple-system"/>
              </a:rPr>
              <a:t>API.java</a:t>
            </a:r>
          </a:p>
        </p:txBody>
      </p:sp>
      <p:cxnSp>
        <p:nvCxnSpPr>
          <p:cNvPr id="163" name="连接符: 肘形 162">
            <a:extLst>
              <a:ext uri="{FF2B5EF4-FFF2-40B4-BE49-F238E27FC236}">
                <a16:creationId xmlns:a16="http://schemas.microsoft.com/office/drawing/2014/main" id="{82F22B71-B580-4680-93DE-A8AD0893FE04}"/>
              </a:ext>
            </a:extLst>
          </p:cNvPr>
          <p:cNvCxnSpPr>
            <a:cxnSpLocks/>
            <a:stCxn id="246" idx="2"/>
            <a:endCxn id="162" idx="1"/>
          </p:cNvCxnSpPr>
          <p:nvPr/>
        </p:nvCxnSpPr>
        <p:spPr>
          <a:xfrm rot="16200000" flipH="1">
            <a:off x="8856440" y="3486876"/>
            <a:ext cx="121148" cy="189802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>
            <a:extLst>
              <a:ext uri="{FF2B5EF4-FFF2-40B4-BE49-F238E27FC236}">
                <a16:creationId xmlns:a16="http://schemas.microsoft.com/office/drawing/2014/main" id="{24FCE6D8-7E12-404C-9D9A-C86F2904E6FD}"/>
              </a:ext>
            </a:extLst>
          </p:cNvPr>
          <p:cNvSpPr/>
          <p:nvPr/>
        </p:nvSpPr>
        <p:spPr>
          <a:xfrm>
            <a:off x="9011916" y="3768338"/>
            <a:ext cx="753078" cy="20241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Result.java</a:t>
            </a:r>
          </a:p>
        </p:txBody>
      </p:sp>
      <p:cxnSp>
        <p:nvCxnSpPr>
          <p:cNvPr id="178" name="连接符: 肘形 177">
            <a:extLst>
              <a:ext uri="{FF2B5EF4-FFF2-40B4-BE49-F238E27FC236}">
                <a16:creationId xmlns:a16="http://schemas.microsoft.com/office/drawing/2014/main" id="{34521ADD-36CC-4AC8-91F0-7BDAB415E742}"/>
              </a:ext>
            </a:extLst>
          </p:cNvPr>
          <p:cNvCxnSpPr>
            <a:cxnSpLocks/>
            <a:stCxn id="246" idx="2"/>
            <a:endCxn id="177" idx="1"/>
          </p:cNvCxnSpPr>
          <p:nvPr/>
        </p:nvCxnSpPr>
        <p:spPr>
          <a:xfrm rot="16200000" flipH="1">
            <a:off x="8742844" y="3600471"/>
            <a:ext cx="348340" cy="189803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>
            <a:extLst>
              <a:ext uri="{FF2B5EF4-FFF2-40B4-BE49-F238E27FC236}">
                <a16:creationId xmlns:a16="http://schemas.microsoft.com/office/drawing/2014/main" id="{4CED3BBE-C537-4CA5-AFB7-DBF4BA206F2E}"/>
              </a:ext>
            </a:extLst>
          </p:cNvPr>
          <p:cNvSpPr/>
          <p:nvPr/>
        </p:nvSpPr>
        <p:spPr>
          <a:xfrm>
            <a:off x="9011915" y="3991558"/>
            <a:ext cx="753078" cy="20241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>
                <a:effectLst/>
                <a:latin typeface="-apple-system"/>
              </a:rPr>
              <a:t>Utils.java</a:t>
            </a:r>
          </a:p>
        </p:txBody>
      </p: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EBD8EA7D-4A7E-46B2-99E3-1E40ED2A48E7}"/>
              </a:ext>
            </a:extLst>
          </p:cNvPr>
          <p:cNvCxnSpPr>
            <a:cxnSpLocks/>
            <a:stCxn id="246" idx="2"/>
            <a:endCxn id="186" idx="1"/>
          </p:cNvCxnSpPr>
          <p:nvPr/>
        </p:nvCxnSpPr>
        <p:spPr>
          <a:xfrm rot="16200000" flipH="1">
            <a:off x="8631234" y="3712082"/>
            <a:ext cx="571560" cy="189802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矩形 235">
            <a:extLst>
              <a:ext uri="{FF2B5EF4-FFF2-40B4-BE49-F238E27FC236}">
                <a16:creationId xmlns:a16="http://schemas.microsoft.com/office/drawing/2014/main" id="{A8EB79B4-1F2C-43BE-82DE-16142BC43F67}"/>
              </a:ext>
            </a:extLst>
          </p:cNvPr>
          <p:cNvSpPr/>
          <p:nvPr/>
        </p:nvSpPr>
        <p:spPr>
          <a:xfrm>
            <a:off x="8496766" y="4713599"/>
            <a:ext cx="1149318" cy="20241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latin typeface="-apple-system"/>
              </a:rPr>
              <a:t>T</a:t>
            </a:r>
            <a:r>
              <a:rPr lang="en-US" altLang="zh-CN" sz="1000" i="0" u="none" strike="noStrike" dirty="0">
                <a:effectLst/>
                <a:latin typeface="-apple-system"/>
              </a:rPr>
              <a:t>estReadtime.java</a:t>
            </a:r>
          </a:p>
        </p:txBody>
      </p: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7E80F17E-4937-4FF9-A93E-F79E3AD9A832}"/>
              </a:ext>
            </a:extLst>
          </p:cNvPr>
          <p:cNvCxnSpPr>
            <a:cxnSpLocks/>
            <a:stCxn id="102" idx="2"/>
            <a:endCxn id="236" idx="1"/>
          </p:cNvCxnSpPr>
          <p:nvPr/>
        </p:nvCxnSpPr>
        <p:spPr>
          <a:xfrm rot="16200000" flipH="1">
            <a:off x="8344761" y="4662799"/>
            <a:ext cx="126921" cy="177090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矩形 245">
            <a:extLst>
              <a:ext uri="{FF2B5EF4-FFF2-40B4-BE49-F238E27FC236}">
                <a16:creationId xmlns:a16="http://schemas.microsoft.com/office/drawing/2014/main" id="{BFD0F2B4-69CD-473C-91F3-94AF51D010D2}"/>
              </a:ext>
            </a:extLst>
          </p:cNvPr>
          <p:cNvSpPr/>
          <p:nvPr/>
        </p:nvSpPr>
        <p:spPr>
          <a:xfrm>
            <a:off x="8445574" y="3318793"/>
            <a:ext cx="753078" cy="20241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i="0" u="none" strike="noStrike" dirty="0" err="1">
                <a:effectLst/>
                <a:latin typeface="-apple-system"/>
              </a:rPr>
              <a:t>Readtime</a:t>
            </a:r>
            <a:r>
              <a:rPr lang="en-US" altLang="zh-CN" sz="1000" i="0" u="none" strike="noStrike" dirty="0">
                <a:effectLst/>
                <a:latin typeface="-apple-system"/>
              </a:rPr>
              <a:t>/</a:t>
            </a:r>
          </a:p>
        </p:txBody>
      </p:sp>
      <p:cxnSp>
        <p:nvCxnSpPr>
          <p:cNvPr id="247" name="连接符: 肘形 246">
            <a:extLst>
              <a:ext uri="{FF2B5EF4-FFF2-40B4-BE49-F238E27FC236}">
                <a16:creationId xmlns:a16="http://schemas.microsoft.com/office/drawing/2014/main" id="{442E25C4-D04D-46A6-AAB4-6B2E7D59A78B}"/>
              </a:ext>
            </a:extLst>
          </p:cNvPr>
          <p:cNvCxnSpPr>
            <a:cxnSpLocks/>
            <a:stCxn id="91" idx="2"/>
            <a:endCxn id="246" idx="1"/>
          </p:cNvCxnSpPr>
          <p:nvPr/>
        </p:nvCxnSpPr>
        <p:spPr>
          <a:xfrm rot="16200000" flipH="1">
            <a:off x="8322851" y="3297275"/>
            <a:ext cx="119548" cy="125898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矩形 248">
            <a:extLst>
              <a:ext uri="{FF2B5EF4-FFF2-40B4-BE49-F238E27FC236}">
                <a16:creationId xmlns:a16="http://schemas.microsoft.com/office/drawing/2014/main" id="{0728EECF-841E-4609-A1E6-F725773D4086}"/>
              </a:ext>
            </a:extLst>
          </p:cNvPr>
          <p:cNvSpPr/>
          <p:nvPr/>
        </p:nvSpPr>
        <p:spPr>
          <a:xfrm>
            <a:off x="5758472" y="134249"/>
            <a:ext cx="4197094" cy="1867543"/>
          </a:xfrm>
          <a:custGeom>
            <a:avLst/>
            <a:gdLst>
              <a:gd name="connsiteX0" fmla="*/ 0 w 4197094"/>
              <a:gd name="connsiteY0" fmla="*/ 0 h 1867543"/>
              <a:gd name="connsiteX1" fmla="*/ 599585 w 4197094"/>
              <a:gd name="connsiteY1" fmla="*/ 0 h 1867543"/>
              <a:gd name="connsiteX2" fmla="*/ 1073257 w 4197094"/>
              <a:gd name="connsiteY2" fmla="*/ 0 h 1867543"/>
              <a:gd name="connsiteX3" fmla="*/ 1546929 w 4197094"/>
              <a:gd name="connsiteY3" fmla="*/ 0 h 1867543"/>
              <a:gd name="connsiteX4" fmla="*/ 2020601 w 4197094"/>
              <a:gd name="connsiteY4" fmla="*/ 0 h 1867543"/>
              <a:gd name="connsiteX5" fmla="*/ 2620186 w 4197094"/>
              <a:gd name="connsiteY5" fmla="*/ 0 h 1867543"/>
              <a:gd name="connsiteX6" fmla="*/ 3093858 w 4197094"/>
              <a:gd name="connsiteY6" fmla="*/ 0 h 1867543"/>
              <a:gd name="connsiteX7" fmla="*/ 3651472 w 4197094"/>
              <a:gd name="connsiteY7" fmla="*/ 0 h 1867543"/>
              <a:gd name="connsiteX8" fmla="*/ 4197094 w 4197094"/>
              <a:gd name="connsiteY8" fmla="*/ 0 h 1867543"/>
              <a:gd name="connsiteX9" fmla="*/ 4197094 w 4197094"/>
              <a:gd name="connsiteY9" fmla="*/ 429535 h 1867543"/>
              <a:gd name="connsiteX10" fmla="*/ 4197094 w 4197094"/>
              <a:gd name="connsiteY10" fmla="*/ 840394 h 1867543"/>
              <a:gd name="connsiteX11" fmla="*/ 4197094 w 4197094"/>
              <a:gd name="connsiteY11" fmla="*/ 1269929 h 1867543"/>
              <a:gd name="connsiteX12" fmla="*/ 4197094 w 4197094"/>
              <a:gd name="connsiteY12" fmla="*/ 1867543 h 1867543"/>
              <a:gd name="connsiteX13" fmla="*/ 3723422 w 4197094"/>
              <a:gd name="connsiteY13" fmla="*/ 1867543 h 1867543"/>
              <a:gd name="connsiteX14" fmla="*/ 3249750 w 4197094"/>
              <a:gd name="connsiteY14" fmla="*/ 1867543 h 1867543"/>
              <a:gd name="connsiteX15" fmla="*/ 2776078 w 4197094"/>
              <a:gd name="connsiteY15" fmla="*/ 1867543 h 1867543"/>
              <a:gd name="connsiteX16" fmla="*/ 2302406 w 4197094"/>
              <a:gd name="connsiteY16" fmla="*/ 1867543 h 1867543"/>
              <a:gd name="connsiteX17" fmla="*/ 1744792 w 4197094"/>
              <a:gd name="connsiteY17" fmla="*/ 1867543 h 1867543"/>
              <a:gd name="connsiteX18" fmla="*/ 1229149 w 4197094"/>
              <a:gd name="connsiteY18" fmla="*/ 1867543 h 1867543"/>
              <a:gd name="connsiteX19" fmla="*/ 755477 w 4197094"/>
              <a:gd name="connsiteY19" fmla="*/ 1867543 h 1867543"/>
              <a:gd name="connsiteX20" fmla="*/ 0 w 4197094"/>
              <a:gd name="connsiteY20" fmla="*/ 1867543 h 1867543"/>
              <a:gd name="connsiteX21" fmla="*/ 0 w 4197094"/>
              <a:gd name="connsiteY21" fmla="*/ 1363306 h 1867543"/>
              <a:gd name="connsiteX22" fmla="*/ 0 w 4197094"/>
              <a:gd name="connsiteY22" fmla="*/ 952447 h 1867543"/>
              <a:gd name="connsiteX23" fmla="*/ 0 w 4197094"/>
              <a:gd name="connsiteY23" fmla="*/ 541587 h 1867543"/>
              <a:gd name="connsiteX24" fmla="*/ 0 w 4197094"/>
              <a:gd name="connsiteY24" fmla="*/ 0 h 18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97094" h="1867543" fill="none" extrusionOk="0">
                <a:moveTo>
                  <a:pt x="0" y="0"/>
                </a:moveTo>
                <a:cubicBezTo>
                  <a:pt x="157682" y="-46677"/>
                  <a:pt x="384290" y="25280"/>
                  <a:pt x="599585" y="0"/>
                </a:cubicBezTo>
                <a:cubicBezTo>
                  <a:pt x="814881" y="-25280"/>
                  <a:pt x="947761" y="54294"/>
                  <a:pt x="1073257" y="0"/>
                </a:cubicBezTo>
                <a:cubicBezTo>
                  <a:pt x="1198753" y="-54294"/>
                  <a:pt x="1406403" y="19668"/>
                  <a:pt x="1546929" y="0"/>
                </a:cubicBezTo>
                <a:cubicBezTo>
                  <a:pt x="1687455" y="-19668"/>
                  <a:pt x="1855344" y="25165"/>
                  <a:pt x="2020601" y="0"/>
                </a:cubicBezTo>
                <a:cubicBezTo>
                  <a:pt x="2185858" y="-25165"/>
                  <a:pt x="2472326" y="44346"/>
                  <a:pt x="2620186" y="0"/>
                </a:cubicBezTo>
                <a:cubicBezTo>
                  <a:pt x="2768047" y="-44346"/>
                  <a:pt x="2956627" y="18110"/>
                  <a:pt x="3093858" y="0"/>
                </a:cubicBezTo>
                <a:cubicBezTo>
                  <a:pt x="3231089" y="-18110"/>
                  <a:pt x="3447069" y="40312"/>
                  <a:pt x="3651472" y="0"/>
                </a:cubicBezTo>
                <a:cubicBezTo>
                  <a:pt x="3855875" y="-40312"/>
                  <a:pt x="4037335" y="33353"/>
                  <a:pt x="4197094" y="0"/>
                </a:cubicBezTo>
                <a:cubicBezTo>
                  <a:pt x="4229616" y="117351"/>
                  <a:pt x="4175735" y="272428"/>
                  <a:pt x="4197094" y="429535"/>
                </a:cubicBezTo>
                <a:cubicBezTo>
                  <a:pt x="4218453" y="586643"/>
                  <a:pt x="4165765" y="679413"/>
                  <a:pt x="4197094" y="840394"/>
                </a:cubicBezTo>
                <a:cubicBezTo>
                  <a:pt x="4228423" y="1001375"/>
                  <a:pt x="4152328" y="1070279"/>
                  <a:pt x="4197094" y="1269929"/>
                </a:cubicBezTo>
                <a:cubicBezTo>
                  <a:pt x="4241860" y="1469580"/>
                  <a:pt x="4135118" y="1657735"/>
                  <a:pt x="4197094" y="1867543"/>
                </a:cubicBezTo>
                <a:cubicBezTo>
                  <a:pt x="4061819" y="1881272"/>
                  <a:pt x="3821185" y="1854746"/>
                  <a:pt x="3723422" y="1867543"/>
                </a:cubicBezTo>
                <a:cubicBezTo>
                  <a:pt x="3625659" y="1880340"/>
                  <a:pt x="3384336" y="1858782"/>
                  <a:pt x="3249750" y="1867543"/>
                </a:cubicBezTo>
                <a:cubicBezTo>
                  <a:pt x="3115164" y="1876304"/>
                  <a:pt x="2987642" y="1852679"/>
                  <a:pt x="2776078" y="1867543"/>
                </a:cubicBezTo>
                <a:cubicBezTo>
                  <a:pt x="2564514" y="1882407"/>
                  <a:pt x="2422566" y="1847634"/>
                  <a:pt x="2302406" y="1867543"/>
                </a:cubicBezTo>
                <a:cubicBezTo>
                  <a:pt x="2182246" y="1887452"/>
                  <a:pt x="1921002" y="1822351"/>
                  <a:pt x="1744792" y="1867543"/>
                </a:cubicBezTo>
                <a:cubicBezTo>
                  <a:pt x="1568582" y="1912735"/>
                  <a:pt x="1411364" y="1841057"/>
                  <a:pt x="1229149" y="1867543"/>
                </a:cubicBezTo>
                <a:cubicBezTo>
                  <a:pt x="1046934" y="1894029"/>
                  <a:pt x="863993" y="1856173"/>
                  <a:pt x="755477" y="1867543"/>
                </a:cubicBezTo>
                <a:cubicBezTo>
                  <a:pt x="646961" y="1878913"/>
                  <a:pt x="234464" y="1789690"/>
                  <a:pt x="0" y="1867543"/>
                </a:cubicBezTo>
                <a:cubicBezTo>
                  <a:pt x="-25374" y="1756652"/>
                  <a:pt x="47839" y="1580316"/>
                  <a:pt x="0" y="1363306"/>
                </a:cubicBezTo>
                <a:cubicBezTo>
                  <a:pt x="-47839" y="1146296"/>
                  <a:pt x="24987" y="1124956"/>
                  <a:pt x="0" y="952447"/>
                </a:cubicBezTo>
                <a:cubicBezTo>
                  <a:pt x="-24987" y="779938"/>
                  <a:pt x="27185" y="651025"/>
                  <a:pt x="0" y="541587"/>
                </a:cubicBezTo>
                <a:cubicBezTo>
                  <a:pt x="-27185" y="432149"/>
                  <a:pt x="18816" y="212373"/>
                  <a:pt x="0" y="0"/>
                </a:cubicBezTo>
                <a:close/>
              </a:path>
              <a:path w="4197094" h="1867543" stroke="0" extrusionOk="0">
                <a:moveTo>
                  <a:pt x="0" y="0"/>
                </a:moveTo>
                <a:cubicBezTo>
                  <a:pt x="194647" y="-24789"/>
                  <a:pt x="343226" y="64390"/>
                  <a:pt x="599585" y="0"/>
                </a:cubicBezTo>
                <a:cubicBezTo>
                  <a:pt x="855944" y="-64390"/>
                  <a:pt x="890160" y="10244"/>
                  <a:pt x="1073257" y="0"/>
                </a:cubicBezTo>
                <a:cubicBezTo>
                  <a:pt x="1256354" y="-10244"/>
                  <a:pt x="1482698" y="14389"/>
                  <a:pt x="1672842" y="0"/>
                </a:cubicBezTo>
                <a:cubicBezTo>
                  <a:pt x="1862987" y="-14389"/>
                  <a:pt x="2110296" y="25578"/>
                  <a:pt x="2356368" y="0"/>
                </a:cubicBezTo>
                <a:cubicBezTo>
                  <a:pt x="2602440" y="-25578"/>
                  <a:pt x="2724059" y="506"/>
                  <a:pt x="2997924" y="0"/>
                </a:cubicBezTo>
                <a:cubicBezTo>
                  <a:pt x="3271789" y="-506"/>
                  <a:pt x="3309464" y="45936"/>
                  <a:pt x="3597509" y="0"/>
                </a:cubicBezTo>
                <a:cubicBezTo>
                  <a:pt x="3885555" y="-45936"/>
                  <a:pt x="4041534" y="68834"/>
                  <a:pt x="4197094" y="0"/>
                </a:cubicBezTo>
                <a:cubicBezTo>
                  <a:pt x="4221386" y="222378"/>
                  <a:pt x="4164844" y="326829"/>
                  <a:pt x="4197094" y="504237"/>
                </a:cubicBezTo>
                <a:cubicBezTo>
                  <a:pt x="4229344" y="681645"/>
                  <a:pt x="4195083" y="906418"/>
                  <a:pt x="4197094" y="1008473"/>
                </a:cubicBezTo>
                <a:cubicBezTo>
                  <a:pt x="4199105" y="1110528"/>
                  <a:pt x="4176731" y="1695700"/>
                  <a:pt x="4197094" y="1867543"/>
                </a:cubicBezTo>
                <a:cubicBezTo>
                  <a:pt x="3958275" y="1899754"/>
                  <a:pt x="3749768" y="1858497"/>
                  <a:pt x="3597509" y="1867543"/>
                </a:cubicBezTo>
                <a:cubicBezTo>
                  <a:pt x="3445251" y="1876589"/>
                  <a:pt x="3222392" y="1847279"/>
                  <a:pt x="3081866" y="1867543"/>
                </a:cubicBezTo>
                <a:cubicBezTo>
                  <a:pt x="2941340" y="1887807"/>
                  <a:pt x="2753222" y="1844916"/>
                  <a:pt x="2566223" y="1867543"/>
                </a:cubicBezTo>
                <a:cubicBezTo>
                  <a:pt x="2379224" y="1890170"/>
                  <a:pt x="2206283" y="1853314"/>
                  <a:pt x="1882696" y="1867543"/>
                </a:cubicBezTo>
                <a:cubicBezTo>
                  <a:pt x="1559109" y="1881772"/>
                  <a:pt x="1474163" y="1816319"/>
                  <a:pt x="1367053" y="1867543"/>
                </a:cubicBezTo>
                <a:cubicBezTo>
                  <a:pt x="1259943" y="1918767"/>
                  <a:pt x="902506" y="1800576"/>
                  <a:pt x="683527" y="1867543"/>
                </a:cubicBezTo>
                <a:cubicBezTo>
                  <a:pt x="464548" y="1934510"/>
                  <a:pt x="203928" y="1825155"/>
                  <a:pt x="0" y="1867543"/>
                </a:cubicBezTo>
                <a:cubicBezTo>
                  <a:pt x="-7009" y="1649920"/>
                  <a:pt x="2086" y="1502200"/>
                  <a:pt x="0" y="1381982"/>
                </a:cubicBezTo>
                <a:cubicBezTo>
                  <a:pt x="-2086" y="1261764"/>
                  <a:pt x="17254" y="1058696"/>
                  <a:pt x="0" y="933772"/>
                </a:cubicBezTo>
                <a:cubicBezTo>
                  <a:pt x="-17254" y="808848"/>
                  <a:pt x="33185" y="648203"/>
                  <a:pt x="0" y="522912"/>
                </a:cubicBezTo>
                <a:cubicBezTo>
                  <a:pt x="-33185" y="397621"/>
                  <a:pt x="36212" y="223189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27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51424732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API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rgbClr val="795E26"/>
                </a:solidFill>
                <a:latin typeface="Consolas" panose="020B0609020204030204" pitchFamily="49" charset="0"/>
              </a:rPr>
              <a:t>ofText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rgbClr val="795E26"/>
                </a:solidFill>
                <a:latin typeface="Consolas" panose="020B0609020204030204" pitchFamily="49" charset="0"/>
              </a:rPr>
              <a:t>ofText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wpm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rgbClr val="795E26"/>
                </a:solidFill>
                <a:latin typeface="Consolas" panose="020B0609020204030204" pitchFamily="49" charset="0"/>
              </a:rPr>
              <a:t>ofHtml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html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rgbClr val="795E26"/>
                </a:solidFill>
                <a:latin typeface="Consolas" panose="020B0609020204030204" pitchFamily="49" charset="0"/>
              </a:rPr>
              <a:t>ofHtml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html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wpm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rgbClr val="795E26"/>
                </a:solidFill>
                <a:latin typeface="Consolas" panose="020B0609020204030204" pitchFamily="49" charset="0"/>
              </a:rPr>
              <a:t>ofMarkdown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markdown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...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Result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 err="1">
                <a:solidFill>
                  <a:srgbClr val="795E26"/>
                </a:solidFill>
                <a:latin typeface="Consolas" panose="020B0609020204030204" pitchFamily="49" charset="0"/>
              </a:rPr>
              <a:t>ofMarkdown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markdown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900" dirty="0">
                <a:solidFill>
                  <a:srgbClr val="001080"/>
                </a:solidFill>
                <a:latin typeface="Consolas" panose="020B0609020204030204" pitchFamily="49" charset="0"/>
              </a:rPr>
              <a:t>wpm</a:t>
            </a:r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900" dirty="0">
                <a:solidFill>
                  <a:srgbClr val="3B3B3B"/>
                </a:solidFill>
                <a:latin typeface="Consolas" panose="020B0609020204030204" pitchFamily="49" charset="0"/>
              </a:rPr>
              <a:t>    ...</a:t>
            </a:r>
          </a:p>
        </p:txBody>
      </p: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99DFE860-9382-46D7-8DA2-0C791A1EC650}"/>
              </a:ext>
            </a:extLst>
          </p:cNvPr>
          <p:cNvCxnSpPr>
            <a:cxnSpLocks/>
          </p:cNvCxnSpPr>
          <p:nvPr/>
        </p:nvCxnSpPr>
        <p:spPr>
          <a:xfrm flipH="1">
            <a:off x="9761510" y="134248"/>
            <a:ext cx="176356" cy="34032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D49C8785-CEE0-4D2C-B251-ED31EB66EF6B}"/>
              </a:ext>
            </a:extLst>
          </p:cNvPr>
          <p:cNvCxnSpPr>
            <a:cxnSpLocks/>
          </p:cNvCxnSpPr>
          <p:nvPr/>
        </p:nvCxnSpPr>
        <p:spPr>
          <a:xfrm flipH="1">
            <a:off x="9761510" y="2001792"/>
            <a:ext cx="201260" cy="156413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矩形 263">
            <a:extLst>
              <a:ext uri="{FF2B5EF4-FFF2-40B4-BE49-F238E27FC236}">
                <a16:creationId xmlns:a16="http://schemas.microsoft.com/office/drawing/2014/main" id="{0E56CE03-7A78-4029-A6E4-E193BD6162E9}"/>
              </a:ext>
            </a:extLst>
          </p:cNvPr>
          <p:cNvSpPr/>
          <p:nvPr/>
        </p:nvSpPr>
        <p:spPr>
          <a:xfrm>
            <a:off x="901502" y="1852080"/>
            <a:ext cx="1620053" cy="315501"/>
          </a:xfrm>
          <a:prstGeom prst="rect">
            <a:avLst/>
          </a:prstGeom>
          <a:solidFill>
            <a:srgbClr val="F1AC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Python Repository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33BE2919-D317-43AA-8AE2-70DCB022A9E8}"/>
              </a:ext>
            </a:extLst>
          </p:cNvPr>
          <p:cNvSpPr/>
          <p:nvPr/>
        </p:nvSpPr>
        <p:spPr>
          <a:xfrm>
            <a:off x="2392623" y="4971303"/>
            <a:ext cx="1937996" cy="1123459"/>
          </a:xfrm>
          <a:prstGeom prst="roundRect">
            <a:avLst>
              <a:gd name="adj" fmla="val 2468"/>
            </a:avLst>
          </a:prstGeom>
          <a:solidFill>
            <a:schemeClr val="accent4">
              <a:lumMod val="40000"/>
              <a:lumOff val="60000"/>
              <a:alpha val="14000"/>
            </a:schemeClr>
          </a:solidFill>
          <a:ln w="19050" cap="rnd">
            <a:solidFill>
              <a:schemeClr val="accent4">
                <a:lumMod val="75000"/>
                <a:alpha val="6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33" name="连接符: 曲线 332">
            <a:extLst>
              <a:ext uri="{FF2B5EF4-FFF2-40B4-BE49-F238E27FC236}">
                <a16:creationId xmlns:a16="http://schemas.microsoft.com/office/drawing/2014/main" id="{5BAD07AB-4F9E-4D65-ABDC-65A4430641A1}"/>
              </a:ext>
            </a:extLst>
          </p:cNvPr>
          <p:cNvCxnSpPr>
            <a:cxnSpLocks/>
            <a:stCxn id="329" idx="3"/>
            <a:endCxn id="330" idx="1"/>
          </p:cNvCxnSpPr>
          <p:nvPr/>
        </p:nvCxnSpPr>
        <p:spPr>
          <a:xfrm>
            <a:off x="4330619" y="5533033"/>
            <a:ext cx="4049349" cy="164122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箭头: 燕尾形 344">
            <a:extLst>
              <a:ext uri="{FF2B5EF4-FFF2-40B4-BE49-F238E27FC236}">
                <a16:creationId xmlns:a16="http://schemas.microsoft.com/office/drawing/2014/main" id="{CE401074-0EFA-4995-AEFE-78509B1153FD}"/>
              </a:ext>
            </a:extLst>
          </p:cNvPr>
          <p:cNvSpPr/>
          <p:nvPr/>
        </p:nvSpPr>
        <p:spPr>
          <a:xfrm>
            <a:off x="5280076" y="4007720"/>
            <a:ext cx="1519704" cy="889694"/>
          </a:xfrm>
          <a:prstGeom prst="notchedRightArrow">
            <a:avLst/>
          </a:prstGeom>
          <a:gradFill flip="none" rotWithShape="1">
            <a:gsLst>
              <a:gs pos="14000">
                <a:schemeClr val="accent6">
                  <a:lumMod val="75000"/>
                </a:schemeClr>
              </a:gs>
              <a:gs pos="57000">
                <a:schemeClr val="accent6">
                  <a:lumMod val="20000"/>
                  <a:lumOff val="80000"/>
                </a:schemeClr>
              </a:gs>
              <a:gs pos="100000">
                <a:srgbClr val="F6DED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箭头: 上弧形 345">
            <a:extLst>
              <a:ext uri="{FF2B5EF4-FFF2-40B4-BE49-F238E27FC236}">
                <a16:creationId xmlns:a16="http://schemas.microsoft.com/office/drawing/2014/main" id="{18C393AC-7408-4501-BC77-F63D35267F83}"/>
              </a:ext>
            </a:extLst>
          </p:cNvPr>
          <p:cNvSpPr/>
          <p:nvPr/>
        </p:nvSpPr>
        <p:spPr>
          <a:xfrm rot="19289333">
            <a:off x="3542506" y="1021015"/>
            <a:ext cx="2211822" cy="630209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0" name="矩形: 圆角 329">
            <a:extLst>
              <a:ext uri="{FF2B5EF4-FFF2-40B4-BE49-F238E27FC236}">
                <a16:creationId xmlns:a16="http://schemas.microsoft.com/office/drawing/2014/main" id="{8D8E2C48-57D6-49CF-95D0-E6DBB2D5F42F}"/>
              </a:ext>
            </a:extLst>
          </p:cNvPr>
          <p:cNvSpPr/>
          <p:nvPr/>
        </p:nvSpPr>
        <p:spPr>
          <a:xfrm>
            <a:off x="8379968" y="5161150"/>
            <a:ext cx="1682496" cy="1072009"/>
          </a:xfrm>
          <a:prstGeom prst="roundRect">
            <a:avLst>
              <a:gd name="adj" fmla="val 2468"/>
            </a:avLst>
          </a:prstGeom>
          <a:solidFill>
            <a:schemeClr val="accent1">
              <a:lumMod val="20000"/>
              <a:lumOff val="80000"/>
              <a:alpha val="14000"/>
            </a:schemeClr>
          </a:solidFill>
          <a:ln w="19050" cap="rnd">
            <a:solidFill>
              <a:schemeClr val="accent1">
                <a:lumMod val="60000"/>
                <a:lumOff val="40000"/>
                <a:alpha val="6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291F8375-884F-4863-96D6-51ED59830EF1}"/>
              </a:ext>
            </a:extLst>
          </p:cNvPr>
          <p:cNvCxnSpPr>
            <a:cxnSpLocks/>
            <a:stCxn id="104" idx="2"/>
            <a:endCxn id="105" idx="1"/>
          </p:cNvCxnSpPr>
          <p:nvPr/>
        </p:nvCxnSpPr>
        <p:spPr>
          <a:xfrm rot="16200000" flipH="1">
            <a:off x="8341462" y="5131151"/>
            <a:ext cx="129056" cy="172627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963D647C-21A9-4E30-A9F0-E3CEC95007EA}"/>
              </a:ext>
            </a:extLst>
          </p:cNvPr>
          <p:cNvCxnSpPr>
            <a:cxnSpLocks/>
            <a:stCxn id="105" idx="2"/>
            <a:endCxn id="126" idx="1"/>
          </p:cNvCxnSpPr>
          <p:nvPr/>
        </p:nvCxnSpPr>
        <p:spPr>
          <a:xfrm rot="16200000" flipH="1">
            <a:off x="8875283" y="5376758"/>
            <a:ext cx="130193" cy="143072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42D7FA73-E891-4D46-8F5E-0829541403F7}"/>
              </a:ext>
            </a:extLst>
          </p:cNvPr>
          <p:cNvCxnSpPr>
            <a:cxnSpLocks/>
            <a:stCxn id="105" idx="2"/>
            <a:endCxn id="128" idx="1"/>
          </p:cNvCxnSpPr>
          <p:nvPr/>
        </p:nvCxnSpPr>
        <p:spPr>
          <a:xfrm rot="16200000" flipH="1">
            <a:off x="8751082" y="5500959"/>
            <a:ext cx="378594" cy="143072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BE7E825B-0F75-4348-9AD5-5503FAC495AB}"/>
              </a:ext>
            </a:extLst>
          </p:cNvPr>
          <p:cNvCxnSpPr>
            <a:cxnSpLocks/>
            <a:stCxn id="105" idx="2"/>
            <a:endCxn id="130" idx="1"/>
          </p:cNvCxnSpPr>
          <p:nvPr/>
        </p:nvCxnSpPr>
        <p:spPr>
          <a:xfrm rot="16200000" flipH="1">
            <a:off x="8626550" y="5625491"/>
            <a:ext cx="627658" cy="143072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F758B4A1-4D84-47C8-A278-5E0F3BD9CD54}"/>
              </a:ext>
            </a:extLst>
          </p:cNvPr>
          <p:cNvSpPr/>
          <p:nvPr/>
        </p:nvSpPr>
        <p:spPr>
          <a:xfrm>
            <a:off x="8492304" y="5180787"/>
            <a:ext cx="753078" cy="202411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bg1"/>
                </a:solidFill>
                <a:latin typeface="-apple-system"/>
              </a:rPr>
              <a:t>samples/</a:t>
            </a:r>
            <a:endParaRPr lang="en-US" altLang="zh-CN" sz="1000" dirty="0">
              <a:solidFill>
                <a:schemeClr val="bg1"/>
              </a:solidFill>
              <a:latin typeface="-apple-system"/>
              <a:ea typeface="等线" panose="02010600030101010101" pitchFamily="2" charset="-122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F3586E0-29D6-4011-920F-FE2F43ED4677}"/>
              </a:ext>
            </a:extLst>
          </p:cNvPr>
          <p:cNvSpPr/>
          <p:nvPr/>
        </p:nvSpPr>
        <p:spPr>
          <a:xfrm>
            <a:off x="9011915" y="5413196"/>
            <a:ext cx="943651" cy="2003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tx1"/>
                </a:solidFill>
                <a:latin typeface="-apple-system"/>
                <a:ea typeface="等线" panose="02010600030101010101" pitchFamily="2" charset="-122"/>
              </a:rPr>
              <a:t>html.html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DD5BB35-D8CE-41DA-BDD7-0478FC943B0C}"/>
              </a:ext>
            </a:extLst>
          </p:cNvPr>
          <p:cNvSpPr/>
          <p:nvPr/>
        </p:nvSpPr>
        <p:spPr>
          <a:xfrm>
            <a:off x="9011915" y="5662298"/>
            <a:ext cx="943651" cy="198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tx1"/>
                </a:solidFill>
                <a:latin typeface="-apple-system"/>
                <a:ea typeface="等线" panose="02010600030101010101" pitchFamily="2" charset="-122"/>
              </a:rPr>
              <a:t>markdown.md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06FE598-2525-40ED-925A-57A38562EAEA}"/>
              </a:ext>
            </a:extLst>
          </p:cNvPr>
          <p:cNvSpPr/>
          <p:nvPr/>
        </p:nvSpPr>
        <p:spPr>
          <a:xfrm>
            <a:off x="9011915" y="5911709"/>
            <a:ext cx="943651" cy="1982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dirty="0">
                <a:solidFill>
                  <a:schemeClr val="tx1"/>
                </a:solidFill>
                <a:latin typeface="-apple-system"/>
                <a:ea typeface="等线" panose="02010600030101010101" pitchFamily="2" charset="-122"/>
              </a:rPr>
              <a:t>plain_text.txt</a:t>
            </a:r>
          </a:p>
        </p:txBody>
      </p:sp>
    </p:spTree>
    <p:extLst>
      <p:ext uri="{BB962C8B-B14F-4D97-AF65-F5344CB8AC3E}">
        <p14:creationId xmlns:p14="http://schemas.microsoft.com/office/powerpoint/2010/main" val="355509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B9B669F-A84E-4525-AC03-A195EC06F234}"/>
              </a:ext>
            </a:extLst>
          </p:cNvPr>
          <p:cNvSpPr/>
          <p:nvPr/>
        </p:nvSpPr>
        <p:spPr>
          <a:xfrm>
            <a:off x="725557" y="1480930"/>
            <a:ext cx="10714382" cy="3896140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0ABEB673-9DE9-4314-BA9D-1720BDA60708}"/>
              </a:ext>
            </a:extLst>
          </p:cNvPr>
          <p:cNvSpPr/>
          <p:nvPr/>
        </p:nvSpPr>
        <p:spPr>
          <a:xfrm>
            <a:off x="9071776" y="2067832"/>
            <a:ext cx="2176670" cy="2272256"/>
          </a:xfrm>
          <a:prstGeom prst="roundRect">
            <a:avLst>
              <a:gd name="adj" fmla="val 5285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0A54E02E-7E20-4E43-BF8A-72CEA99FF045}"/>
              </a:ext>
            </a:extLst>
          </p:cNvPr>
          <p:cNvSpPr/>
          <p:nvPr/>
        </p:nvSpPr>
        <p:spPr>
          <a:xfrm>
            <a:off x="9150627" y="3254338"/>
            <a:ext cx="2023607" cy="482845"/>
          </a:xfrm>
          <a:prstGeom prst="roundRect">
            <a:avLst>
              <a:gd name="adj" fmla="val 5285"/>
            </a:avLst>
          </a:prstGeom>
          <a:solidFill>
            <a:schemeClr val="bg1"/>
          </a:solidFill>
          <a:ln w="28575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B086600C-4F6F-434B-AB2C-101FB242B1BE}"/>
              </a:ext>
            </a:extLst>
          </p:cNvPr>
          <p:cNvSpPr/>
          <p:nvPr/>
        </p:nvSpPr>
        <p:spPr>
          <a:xfrm>
            <a:off x="6370982" y="2073133"/>
            <a:ext cx="2176670" cy="2272256"/>
          </a:xfrm>
          <a:prstGeom prst="roundRect">
            <a:avLst>
              <a:gd name="adj" fmla="val 528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9F6FAEC-2E93-4547-9D14-3A1DFF6A4C17}"/>
              </a:ext>
            </a:extLst>
          </p:cNvPr>
          <p:cNvSpPr/>
          <p:nvPr/>
        </p:nvSpPr>
        <p:spPr>
          <a:xfrm>
            <a:off x="3644348" y="2064519"/>
            <a:ext cx="2176670" cy="2272256"/>
          </a:xfrm>
          <a:prstGeom prst="roundRect">
            <a:avLst>
              <a:gd name="adj" fmla="val 5285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6DAA4555-C1EF-4FB7-9F30-57D3DA26A912}"/>
              </a:ext>
            </a:extLst>
          </p:cNvPr>
          <p:cNvSpPr/>
          <p:nvPr/>
        </p:nvSpPr>
        <p:spPr>
          <a:xfrm>
            <a:off x="3959087" y="2786268"/>
            <a:ext cx="1610139" cy="619533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3F8D922-63EC-4EC4-86DA-BF74486AE1FD}"/>
              </a:ext>
            </a:extLst>
          </p:cNvPr>
          <p:cNvSpPr/>
          <p:nvPr/>
        </p:nvSpPr>
        <p:spPr>
          <a:xfrm>
            <a:off x="927652" y="2068826"/>
            <a:ext cx="2176670" cy="227225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7AA5D91-A342-4B29-9ED3-F51EB301439D}"/>
              </a:ext>
            </a:extLst>
          </p:cNvPr>
          <p:cNvSpPr/>
          <p:nvPr/>
        </p:nvSpPr>
        <p:spPr>
          <a:xfrm>
            <a:off x="3955774" y="3468757"/>
            <a:ext cx="1610139" cy="619533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AB26A8F6-15A4-48EE-AF91-86B247365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0" y="2614433"/>
            <a:ext cx="544995" cy="544995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68D8AA7C-4C76-4719-B07E-247838D1E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5218" y="3652841"/>
            <a:ext cx="505240" cy="505240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26A52684-EFE5-4AD2-9398-40906AE44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8530" y="3020047"/>
            <a:ext cx="505240" cy="505240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5949BD65-F3CD-4D59-9685-EB438FB8EA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56792" y="3647044"/>
            <a:ext cx="505240" cy="505240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EA3F8988-DBBB-41DB-8550-8486B86578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50165" y="3011765"/>
            <a:ext cx="505240" cy="505240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668C9754-0C70-4831-A4FD-295B644D4B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66575" y="2166733"/>
            <a:ext cx="844917" cy="684143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353FAEC3-DF13-4A6D-824D-B9C3E4F87B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8930" y="2200070"/>
            <a:ext cx="505240" cy="505240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C3134BE8-D5CC-44AA-92A4-6BE321793C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8780" y="3568148"/>
            <a:ext cx="455541" cy="455541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8AC98B8A-1DCA-4E07-A3E1-44D46F38CA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02426" y="3579205"/>
            <a:ext cx="414666" cy="414666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521E2BF7-0B68-4616-B7F4-F3F674E2A6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29808" y="3477537"/>
            <a:ext cx="585909" cy="585909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5EA73C44-6180-4F5C-BB4E-ADC7B72E31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38596" y="2852527"/>
            <a:ext cx="515179" cy="515179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CA973112-FF9E-43E5-B57E-C394B36D91B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02085" y="2892283"/>
            <a:ext cx="405847" cy="405847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DB0CD8CC-CA99-43B7-9629-9DCF0BE8B7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00756" y="2892285"/>
            <a:ext cx="448736" cy="435666"/>
          </a:xfrm>
          <a:prstGeom prst="rect">
            <a:avLst/>
          </a:prstGeom>
        </p:spPr>
      </p:pic>
      <p:pic>
        <p:nvPicPr>
          <p:cNvPr id="83" name="图形 82">
            <a:extLst>
              <a:ext uri="{FF2B5EF4-FFF2-40B4-BE49-F238E27FC236}">
                <a16:creationId xmlns:a16="http://schemas.microsoft.com/office/drawing/2014/main" id="{A045EEE7-8657-440D-9661-4792A4A29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4685" y="3228774"/>
            <a:ext cx="505240" cy="505240"/>
          </a:xfrm>
          <a:prstGeom prst="rect">
            <a:avLst/>
          </a:prstGeom>
        </p:spPr>
      </p:pic>
      <p:pic>
        <p:nvPicPr>
          <p:cNvPr id="85" name="图形 84">
            <a:extLst>
              <a:ext uri="{FF2B5EF4-FFF2-40B4-BE49-F238E27FC236}">
                <a16:creationId xmlns:a16="http://schemas.microsoft.com/office/drawing/2014/main" id="{44923E4C-9799-4F7F-ACC1-F82B9904D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7997" y="2595980"/>
            <a:ext cx="505240" cy="505240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5F290A6A-8A1E-43AD-8235-E7C99884D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06747" y="3232916"/>
            <a:ext cx="505240" cy="505240"/>
          </a:xfrm>
          <a:prstGeom prst="rect">
            <a:avLst/>
          </a:prstGeom>
        </p:spPr>
      </p:pic>
      <p:pic>
        <p:nvPicPr>
          <p:cNvPr id="90" name="图形 89">
            <a:extLst>
              <a:ext uri="{FF2B5EF4-FFF2-40B4-BE49-F238E27FC236}">
                <a16:creationId xmlns:a16="http://schemas.microsoft.com/office/drawing/2014/main" id="{EBD635DA-C849-4CA1-813D-0344E6334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0120" y="2587698"/>
            <a:ext cx="505240" cy="505240"/>
          </a:xfrm>
          <a:prstGeom prst="rect">
            <a:avLst/>
          </a:prstGeom>
        </p:spPr>
      </p:pic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AA533DBB-8BBD-4E06-8606-B2CCDB626D98}"/>
              </a:ext>
            </a:extLst>
          </p:cNvPr>
          <p:cNvCxnSpPr>
            <a:cxnSpLocks/>
          </p:cNvCxnSpPr>
          <p:nvPr/>
        </p:nvCxnSpPr>
        <p:spPr>
          <a:xfrm flipH="1" flipV="1">
            <a:off x="8164994" y="2840318"/>
            <a:ext cx="6627" cy="645218"/>
          </a:xfrm>
          <a:prstGeom prst="curvedConnector3">
            <a:avLst>
              <a:gd name="adj1" fmla="val -3449525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曲线 91">
            <a:extLst>
              <a:ext uri="{FF2B5EF4-FFF2-40B4-BE49-F238E27FC236}">
                <a16:creationId xmlns:a16="http://schemas.microsoft.com/office/drawing/2014/main" id="{889AF6DC-3577-44EC-B973-A76DDBB7C0D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477538" y="2121387"/>
            <a:ext cx="8282" cy="742123"/>
          </a:xfrm>
          <a:prstGeom prst="curvedConnector3">
            <a:avLst>
              <a:gd name="adj1" fmla="val -2760203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曲线 92">
            <a:extLst>
              <a:ext uri="{FF2B5EF4-FFF2-40B4-BE49-F238E27FC236}">
                <a16:creationId xmlns:a16="http://schemas.microsoft.com/office/drawing/2014/main" id="{253D1815-EFB6-4F40-9156-0C527088D7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04990" y="2848600"/>
            <a:ext cx="3312" cy="632794"/>
          </a:xfrm>
          <a:prstGeom prst="curvedConnector3">
            <a:avLst>
              <a:gd name="adj1" fmla="val 7002174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曲线 93">
            <a:extLst>
              <a:ext uri="{FF2B5EF4-FFF2-40B4-BE49-F238E27FC236}">
                <a16:creationId xmlns:a16="http://schemas.microsoft.com/office/drawing/2014/main" id="{8340E608-57B7-4D9F-B4D4-589F69E603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81265" y="3459444"/>
            <a:ext cx="4142" cy="752062"/>
          </a:xfrm>
          <a:prstGeom prst="curvedConnector3">
            <a:avLst>
              <a:gd name="adj1" fmla="val 5619073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图形 95">
            <a:extLst>
              <a:ext uri="{FF2B5EF4-FFF2-40B4-BE49-F238E27FC236}">
                <a16:creationId xmlns:a16="http://schemas.microsoft.com/office/drawing/2014/main" id="{CAA1DB95-BC21-48C3-927E-89B96EC736B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96876" y="2259495"/>
            <a:ext cx="405847" cy="405847"/>
          </a:xfrm>
          <a:prstGeom prst="rect">
            <a:avLst/>
          </a:prstGeom>
        </p:spPr>
      </p:pic>
      <p:pic>
        <p:nvPicPr>
          <p:cNvPr id="97" name="图形 96">
            <a:extLst>
              <a:ext uri="{FF2B5EF4-FFF2-40B4-BE49-F238E27FC236}">
                <a16:creationId xmlns:a16="http://schemas.microsoft.com/office/drawing/2014/main" id="{0064B2A8-3742-45BD-8B2E-415D49A288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00389" y="3723860"/>
            <a:ext cx="405847" cy="405847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6E694693-856B-4344-AA93-7E92469A91A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073885" y="2246247"/>
            <a:ext cx="435665" cy="435665"/>
          </a:xfrm>
          <a:prstGeom prst="rect">
            <a:avLst/>
          </a:prstGeom>
        </p:spPr>
      </p:pic>
      <p:pic>
        <p:nvPicPr>
          <p:cNvPr id="100" name="图形 99">
            <a:extLst>
              <a:ext uri="{FF2B5EF4-FFF2-40B4-BE49-F238E27FC236}">
                <a16:creationId xmlns:a16="http://schemas.microsoft.com/office/drawing/2014/main" id="{4BA57F9B-20EA-405F-859B-9F14326BFA2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00190" y="3703988"/>
            <a:ext cx="429038" cy="429038"/>
          </a:xfrm>
          <a:prstGeom prst="rect">
            <a:avLst/>
          </a:prstGeom>
        </p:spPr>
      </p:pic>
      <p:pic>
        <p:nvPicPr>
          <p:cNvPr id="103" name="图形 102">
            <a:extLst>
              <a:ext uri="{FF2B5EF4-FFF2-40B4-BE49-F238E27FC236}">
                <a16:creationId xmlns:a16="http://schemas.microsoft.com/office/drawing/2014/main" id="{57F8A0A2-849E-4E9E-AF6A-F4CB976116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23779" y="3330803"/>
            <a:ext cx="329644" cy="329644"/>
          </a:xfrm>
          <a:prstGeom prst="rect">
            <a:avLst/>
          </a:prstGeom>
        </p:spPr>
      </p:pic>
      <p:pic>
        <p:nvPicPr>
          <p:cNvPr id="104" name="图形 103">
            <a:extLst>
              <a:ext uri="{FF2B5EF4-FFF2-40B4-BE49-F238E27FC236}">
                <a16:creationId xmlns:a16="http://schemas.microsoft.com/office/drawing/2014/main" id="{98AA6174-83FE-4300-ABF6-FD1451684F6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711" y="3344055"/>
            <a:ext cx="332960" cy="309770"/>
          </a:xfrm>
          <a:prstGeom prst="rect">
            <a:avLst/>
          </a:prstGeom>
        </p:spPr>
      </p:pic>
      <p:pic>
        <p:nvPicPr>
          <p:cNvPr id="105" name="图形 104">
            <a:extLst>
              <a:ext uri="{FF2B5EF4-FFF2-40B4-BE49-F238E27FC236}">
                <a16:creationId xmlns:a16="http://schemas.microsoft.com/office/drawing/2014/main" id="{7718FBE5-26CD-443F-A865-BF92224FF7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22899" y="3345778"/>
            <a:ext cx="289822" cy="308047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3E63B63A-61E3-408F-A515-BC8525A0A2A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11331" y="3324707"/>
            <a:ext cx="329644" cy="329644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84FA09C8-27FB-47E3-84F0-8655E8F1560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528323" y="3324707"/>
            <a:ext cx="329644" cy="329644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EAC846BA-9892-4566-8435-A5EFAD20988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flipH="1">
            <a:off x="10925822" y="3400642"/>
            <a:ext cx="205740" cy="205740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A3CC1EFC-3217-4B89-A898-EFB39E85E7F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95560" y="2614433"/>
            <a:ext cx="544995" cy="544995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69995929-F6CA-4B78-A885-417DBA1EC80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977894" y="2365846"/>
            <a:ext cx="327660" cy="327660"/>
          </a:xfrm>
          <a:prstGeom prst="rect">
            <a:avLst/>
          </a:prstGeom>
        </p:spPr>
      </p:pic>
      <p:sp>
        <p:nvSpPr>
          <p:cNvPr id="119" name="箭头: V 形 118">
            <a:extLst>
              <a:ext uri="{FF2B5EF4-FFF2-40B4-BE49-F238E27FC236}">
                <a16:creationId xmlns:a16="http://schemas.microsoft.com/office/drawing/2014/main" id="{45944461-E1EA-4A48-ADEB-A848BA31AB2F}"/>
              </a:ext>
            </a:extLst>
          </p:cNvPr>
          <p:cNvSpPr/>
          <p:nvPr/>
        </p:nvSpPr>
        <p:spPr>
          <a:xfrm>
            <a:off x="3210339" y="2713384"/>
            <a:ext cx="308113" cy="80506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" name="箭头: V 形 121">
            <a:extLst>
              <a:ext uri="{FF2B5EF4-FFF2-40B4-BE49-F238E27FC236}">
                <a16:creationId xmlns:a16="http://schemas.microsoft.com/office/drawing/2014/main" id="{C0D3B84F-76A4-4E02-8FAA-E9EF56691DBA}"/>
              </a:ext>
            </a:extLst>
          </p:cNvPr>
          <p:cNvSpPr/>
          <p:nvPr/>
        </p:nvSpPr>
        <p:spPr>
          <a:xfrm>
            <a:off x="5927035" y="2736576"/>
            <a:ext cx="308113" cy="805069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3" name="箭头: V 形 122">
            <a:extLst>
              <a:ext uri="{FF2B5EF4-FFF2-40B4-BE49-F238E27FC236}">
                <a16:creationId xmlns:a16="http://schemas.microsoft.com/office/drawing/2014/main" id="{26BCB74E-CCA4-44FB-9271-D4FAB03AECD6}"/>
              </a:ext>
            </a:extLst>
          </p:cNvPr>
          <p:cNvSpPr/>
          <p:nvPr/>
        </p:nvSpPr>
        <p:spPr>
          <a:xfrm>
            <a:off x="8633791" y="2721184"/>
            <a:ext cx="308113" cy="805069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4" name="图形 123">
            <a:extLst>
              <a:ext uri="{FF2B5EF4-FFF2-40B4-BE49-F238E27FC236}">
                <a16:creationId xmlns:a16="http://schemas.microsoft.com/office/drawing/2014/main" id="{2F07D779-9FC8-4C85-BD30-7A65B91368B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flipH="1">
            <a:off x="5104803" y="2290771"/>
            <a:ext cx="381595" cy="381595"/>
          </a:xfrm>
          <a:prstGeom prst="rect">
            <a:avLst/>
          </a:prstGeom>
        </p:spPr>
      </p:pic>
      <p:pic>
        <p:nvPicPr>
          <p:cNvPr id="125" name="图形 124">
            <a:extLst>
              <a:ext uri="{FF2B5EF4-FFF2-40B4-BE49-F238E27FC236}">
                <a16:creationId xmlns:a16="http://schemas.microsoft.com/office/drawing/2014/main" id="{7FE7A662-E6FC-4887-BDBD-1499CDD5C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5771" y="2198418"/>
            <a:ext cx="505240" cy="505240"/>
          </a:xfrm>
          <a:prstGeom prst="rect">
            <a:avLst/>
          </a:prstGeom>
        </p:spPr>
      </p:pic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FC64469F-7D82-4237-8998-882059E1C9BC}"/>
              </a:ext>
            </a:extLst>
          </p:cNvPr>
          <p:cNvSpPr/>
          <p:nvPr/>
        </p:nvSpPr>
        <p:spPr>
          <a:xfrm>
            <a:off x="921027" y="1639955"/>
            <a:ext cx="2176670" cy="408500"/>
          </a:xfrm>
          <a:prstGeom prst="roundRect">
            <a:avLst>
              <a:gd name="adj" fmla="val 5285"/>
            </a:avLst>
          </a:prstGeom>
          <a:solidFill>
            <a:schemeClr val="accent2">
              <a:lumMod val="7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Training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9F6013FA-CCDB-4E26-B944-0ECCC2C35123}"/>
              </a:ext>
            </a:extLst>
          </p:cNvPr>
          <p:cNvSpPr/>
          <p:nvPr/>
        </p:nvSpPr>
        <p:spPr>
          <a:xfrm>
            <a:off x="3647662" y="1643268"/>
            <a:ext cx="2176670" cy="408500"/>
          </a:xfrm>
          <a:prstGeom prst="roundRect">
            <a:avLst>
              <a:gd name="adj" fmla="val 5285"/>
            </a:avLst>
          </a:prstGeom>
          <a:solidFill>
            <a:schemeClr val="accent5">
              <a:lumMod val="7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Testcase Writing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3DFE295B-CA12-45A4-808F-5CFA64EB4377}"/>
              </a:ext>
            </a:extLst>
          </p:cNvPr>
          <p:cNvSpPr/>
          <p:nvPr/>
        </p:nvSpPr>
        <p:spPr>
          <a:xfrm>
            <a:off x="6364358" y="1636642"/>
            <a:ext cx="2176670" cy="408500"/>
          </a:xfrm>
          <a:prstGeom prst="roundRect">
            <a:avLst>
              <a:gd name="adj" fmla="val 5285"/>
            </a:avLst>
          </a:prstGeom>
          <a:solidFill>
            <a:schemeClr val="accent4">
              <a:lumMod val="7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 Check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26C6BB31-696A-4960-B8CC-3C5A05D53791}"/>
              </a:ext>
            </a:extLst>
          </p:cNvPr>
          <p:cNvSpPr/>
          <p:nvPr/>
        </p:nvSpPr>
        <p:spPr>
          <a:xfrm>
            <a:off x="9061175" y="1639955"/>
            <a:ext cx="2176670" cy="408500"/>
          </a:xfrm>
          <a:prstGeom prst="roundRect">
            <a:avLst>
              <a:gd name="adj" fmla="val 5285"/>
            </a:avLst>
          </a:prstGeom>
          <a:solidFill>
            <a:schemeClr val="accent6">
              <a:lumMod val="7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Final Inspection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5" name="图形 134">
            <a:extLst>
              <a:ext uri="{FF2B5EF4-FFF2-40B4-BE49-F238E27FC236}">
                <a16:creationId xmlns:a16="http://schemas.microsoft.com/office/drawing/2014/main" id="{CAFF519F-2F8E-4037-958B-7249BD498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340" y="4890052"/>
            <a:ext cx="364645" cy="364645"/>
          </a:xfrm>
          <a:prstGeom prst="rect">
            <a:avLst/>
          </a:prstGeom>
        </p:spPr>
      </p:pic>
      <p:pic>
        <p:nvPicPr>
          <p:cNvPr id="136" name="图形 135">
            <a:extLst>
              <a:ext uri="{FF2B5EF4-FFF2-40B4-BE49-F238E27FC236}">
                <a16:creationId xmlns:a16="http://schemas.microsoft.com/office/drawing/2014/main" id="{5466EBC0-D23B-437C-BF6E-810F1DCE7E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1622" y="4880111"/>
            <a:ext cx="378727" cy="378727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E3D32EAA-3760-40BC-BA48-ADD5CA6F522B}"/>
              </a:ext>
            </a:extLst>
          </p:cNvPr>
          <p:cNvSpPr txBox="1"/>
          <p:nvPr/>
        </p:nvSpPr>
        <p:spPr>
          <a:xfrm>
            <a:off x="3794261" y="4943924"/>
            <a:ext cx="12995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Volunteer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0" name="图形 139">
            <a:extLst>
              <a:ext uri="{FF2B5EF4-FFF2-40B4-BE49-F238E27FC236}">
                <a16:creationId xmlns:a16="http://schemas.microsoft.com/office/drawing/2014/main" id="{B7B3C3CB-7E82-4D73-820A-BA47B5B3EB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2683" y="4804954"/>
            <a:ext cx="626370" cy="507182"/>
          </a:xfrm>
          <a:prstGeom prst="rect">
            <a:avLst/>
          </a:prstGeom>
        </p:spPr>
      </p:pic>
      <p:pic>
        <p:nvPicPr>
          <p:cNvPr id="141" name="图形 140">
            <a:extLst>
              <a:ext uri="{FF2B5EF4-FFF2-40B4-BE49-F238E27FC236}">
                <a16:creationId xmlns:a16="http://schemas.microsoft.com/office/drawing/2014/main" id="{06F418E0-88A9-4CF1-B79F-40095AD59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572" y="4875540"/>
            <a:ext cx="389724" cy="389724"/>
          </a:xfrm>
          <a:prstGeom prst="rect">
            <a:avLst/>
          </a:prstGeom>
        </p:spPr>
      </p:pic>
      <p:pic>
        <p:nvPicPr>
          <p:cNvPr id="142" name="图形 141">
            <a:extLst>
              <a:ext uri="{FF2B5EF4-FFF2-40B4-BE49-F238E27FC236}">
                <a16:creationId xmlns:a16="http://schemas.microsoft.com/office/drawing/2014/main" id="{301E2F34-82B4-4427-A815-AB85FB5B0DA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99580" y="4890161"/>
            <a:ext cx="377355" cy="377355"/>
          </a:xfrm>
          <a:prstGeom prst="rect">
            <a:avLst/>
          </a:prstGeom>
        </p:spPr>
      </p:pic>
      <p:sp>
        <p:nvSpPr>
          <p:cNvPr id="143" name="文本框 142">
            <a:extLst>
              <a:ext uri="{FF2B5EF4-FFF2-40B4-BE49-F238E27FC236}">
                <a16:creationId xmlns:a16="http://schemas.microsoft.com/office/drawing/2014/main" id="{990DB830-8688-460F-A5E5-912B072C4D57}"/>
              </a:ext>
            </a:extLst>
          </p:cNvPr>
          <p:cNvSpPr txBox="1"/>
          <p:nvPr/>
        </p:nvSpPr>
        <p:spPr>
          <a:xfrm>
            <a:off x="7272294" y="4943924"/>
            <a:ext cx="1818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Senior Developer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EBA2FA90-980B-49BF-9A13-73CC3423CEEE}"/>
              </a:ext>
            </a:extLst>
          </p:cNvPr>
          <p:cNvCxnSpPr>
            <a:cxnSpLocks/>
          </p:cNvCxnSpPr>
          <p:nvPr/>
        </p:nvCxnSpPr>
        <p:spPr>
          <a:xfrm>
            <a:off x="1828797" y="4681331"/>
            <a:ext cx="8289235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56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B9B669F-A84E-4525-AC03-A195EC06F234}"/>
              </a:ext>
            </a:extLst>
          </p:cNvPr>
          <p:cNvSpPr/>
          <p:nvPr/>
        </p:nvSpPr>
        <p:spPr>
          <a:xfrm>
            <a:off x="304933" y="467140"/>
            <a:ext cx="11328267" cy="5973418"/>
          </a:xfrm>
          <a:prstGeom prst="roundRect">
            <a:avLst>
              <a:gd name="adj" fmla="val 5285"/>
            </a:avLst>
          </a:prstGeom>
          <a:solidFill>
            <a:srgbClr val="EDF9FA"/>
          </a:solidFill>
          <a:ln w="28575">
            <a:solidFill>
              <a:srgbClr val="35B4B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978ACE23-513F-4E34-AC39-8746B9540AFE}"/>
              </a:ext>
            </a:extLst>
          </p:cNvPr>
          <p:cNvSpPr/>
          <p:nvPr/>
        </p:nvSpPr>
        <p:spPr>
          <a:xfrm>
            <a:off x="530749" y="3190461"/>
            <a:ext cx="3524416" cy="3091069"/>
          </a:xfrm>
          <a:prstGeom prst="roundRect">
            <a:avLst>
              <a:gd name="adj" fmla="val 5285"/>
            </a:avLst>
          </a:prstGeom>
          <a:solidFill>
            <a:srgbClr val="F3F3F9"/>
          </a:solidFill>
          <a:ln w="28575">
            <a:solidFill>
              <a:srgbClr val="817B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9F6FAEC-2E93-4547-9D14-3A1DFF6A4C17}"/>
              </a:ext>
            </a:extLst>
          </p:cNvPr>
          <p:cNvSpPr/>
          <p:nvPr/>
        </p:nvSpPr>
        <p:spPr>
          <a:xfrm>
            <a:off x="5686955" y="4124740"/>
            <a:ext cx="2209800" cy="1643268"/>
          </a:xfrm>
          <a:prstGeom prst="roundRect">
            <a:avLst>
              <a:gd name="adj" fmla="val 5285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7AA5D91-A342-4B29-9ED3-F51EB301439D}"/>
              </a:ext>
            </a:extLst>
          </p:cNvPr>
          <p:cNvSpPr/>
          <p:nvPr/>
        </p:nvSpPr>
        <p:spPr>
          <a:xfrm>
            <a:off x="656644" y="916350"/>
            <a:ext cx="2067339" cy="619533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C3134BE8-D5CC-44AA-92A4-6BE321793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3620" y="1015741"/>
            <a:ext cx="455541" cy="455541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8AC98B8A-1DCA-4E07-A3E1-44D46F38C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7266" y="1026798"/>
            <a:ext cx="414666" cy="414666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521E2BF7-0B68-4616-B7F4-F3F674E2A6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660" y="945008"/>
            <a:ext cx="585909" cy="585909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DB0CD8CC-CA99-43B7-9629-9DCF0BE8B7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0014" y="4354969"/>
            <a:ext cx="448736" cy="435666"/>
          </a:xfrm>
          <a:prstGeom prst="rect">
            <a:avLst/>
          </a:prstGeom>
        </p:spPr>
      </p:pic>
      <p:sp>
        <p:nvSpPr>
          <p:cNvPr id="127" name="箭头: 五边形 126">
            <a:extLst>
              <a:ext uri="{FF2B5EF4-FFF2-40B4-BE49-F238E27FC236}">
                <a16:creationId xmlns:a16="http://schemas.microsoft.com/office/drawing/2014/main" id="{9F6013FA-CCDB-4E26-B944-0ECCC2C35123}"/>
              </a:ext>
            </a:extLst>
          </p:cNvPr>
          <p:cNvSpPr/>
          <p:nvPr/>
        </p:nvSpPr>
        <p:spPr>
          <a:xfrm>
            <a:off x="6217042" y="3826565"/>
            <a:ext cx="1610138" cy="272659"/>
          </a:xfrm>
          <a:prstGeom prst="homePlate">
            <a:avLst/>
          </a:prstGeom>
          <a:solidFill>
            <a:srgbClr val="00B0F0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 Container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16D388C4-660E-43AB-8985-19FCB1A749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099" y="1002490"/>
            <a:ext cx="409159" cy="409159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A19C523B-4B6C-469B-8FC7-8D79540F52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6810" y="746280"/>
            <a:ext cx="753718" cy="753718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E94EBB7F-B5EE-4932-A24E-B605763DB112}"/>
              </a:ext>
            </a:extLst>
          </p:cNvPr>
          <p:cNvSpPr/>
          <p:nvPr/>
        </p:nvSpPr>
        <p:spPr>
          <a:xfrm>
            <a:off x="1382422" y="3674504"/>
            <a:ext cx="910413" cy="2713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 err="1">
                <a:effectLst/>
                <a:latin typeface="-apple-system"/>
              </a:rPr>
              <a:t>src</a:t>
            </a:r>
            <a:r>
              <a:rPr lang="en-US" altLang="zh-CN" sz="1400" i="0" u="none" strike="noStrike" dirty="0">
                <a:effectLst/>
                <a:latin typeface="-apple-system"/>
              </a:rPr>
              <a:t>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A552E2F-1F34-4D97-8DC3-5E99A6297BA8}"/>
              </a:ext>
            </a:extLst>
          </p:cNvPr>
          <p:cNvSpPr/>
          <p:nvPr/>
        </p:nvSpPr>
        <p:spPr>
          <a:xfrm>
            <a:off x="586410" y="3299788"/>
            <a:ext cx="1143000" cy="3222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>
                <a:latin typeface="-apple-system"/>
              </a:rPr>
              <a:t>JavaRootDir</a:t>
            </a:r>
            <a:r>
              <a:rPr lang="en-US" altLang="zh-CN" sz="1400" dirty="0">
                <a:latin typeface="-apple-system"/>
              </a:rPr>
              <a:t>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C08B5287-3990-4512-96E0-25E838C80E3E}"/>
              </a:ext>
            </a:extLst>
          </p:cNvPr>
          <p:cNvCxnSpPr>
            <a:cxnSpLocks/>
            <a:stCxn id="84" idx="2"/>
            <a:endCxn id="67" idx="1"/>
          </p:cNvCxnSpPr>
          <p:nvPr/>
        </p:nvCxnSpPr>
        <p:spPr>
          <a:xfrm rot="16200000" flipH="1">
            <a:off x="1176109" y="3603851"/>
            <a:ext cx="188115" cy="224512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0B5A4581-BBB4-4D57-9F6F-D3A3CA7EB77E}"/>
              </a:ext>
            </a:extLst>
          </p:cNvPr>
          <p:cNvSpPr/>
          <p:nvPr/>
        </p:nvSpPr>
        <p:spPr>
          <a:xfrm>
            <a:off x="1962202" y="3985931"/>
            <a:ext cx="910413" cy="2713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main/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53B68270-738F-484A-9999-3A50B3F82253}"/>
              </a:ext>
            </a:extLst>
          </p:cNvPr>
          <p:cNvCxnSpPr>
            <a:cxnSpLocks/>
            <a:stCxn id="67" idx="2"/>
            <a:endCxn id="99" idx="1"/>
          </p:cNvCxnSpPr>
          <p:nvPr/>
        </p:nvCxnSpPr>
        <p:spPr>
          <a:xfrm rot="16200000" flipH="1">
            <a:off x="1812032" y="3971421"/>
            <a:ext cx="175767" cy="124573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8683BDDD-44C5-4F1C-9708-7DDD9F15FA72}"/>
              </a:ext>
            </a:extLst>
          </p:cNvPr>
          <p:cNvSpPr/>
          <p:nvPr/>
        </p:nvSpPr>
        <p:spPr>
          <a:xfrm>
            <a:off x="2522107" y="4297358"/>
            <a:ext cx="1013573" cy="271321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java/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C91FBDA1-1002-4034-9298-1FB7EFA9C545}"/>
              </a:ext>
            </a:extLst>
          </p:cNvPr>
          <p:cNvCxnSpPr>
            <a:cxnSpLocks/>
            <a:stCxn id="99" idx="2"/>
            <a:endCxn id="106" idx="1"/>
          </p:cNvCxnSpPr>
          <p:nvPr/>
        </p:nvCxnSpPr>
        <p:spPr>
          <a:xfrm rot="16200000" flipH="1">
            <a:off x="2381875" y="4292786"/>
            <a:ext cx="175767" cy="104698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7C33087B-CF75-4717-9FE8-4D0C6AB52702}"/>
              </a:ext>
            </a:extLst>
          </p:cNvPr>
          <p:cNvSpPr/>
          <p:nvPr/>
        </p:nvSpPr>
        <p:spPr>
          <a:xfrm>
            <a:off x="1965514" y="4995415"/>
            <a:ext cx="910413" cy="2713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test/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1" name="连接符: 肘形 120">
            <a:extLst>
              <a:ext uri="{FF2B5EF4-FFF2-40B4-BE49-F238E27FC236}">
                <a16:creationId xmlns:a16="http://schemas.microsoft.com/office/drawing/2014/main" id="{14D473DE-4527-4162-969F-FD457E4CC765}"/>
              </a:ext>
            </a:extLst>
          </p:cNvPr>
          <p:cNvCxnSpPr>
            <a:cxnSpLocks/>
            <a:stCxn id="67" idx="2"/>
            <a:endCxn id="120" idx="1"/>
          </p:cNvCxnSpPr>
          <p:nvPr/>
        </p:nvCxnSpPr>
        <p:spPr>
          <a:xfrm rot="16200000" flipH="1">
            <a:off x="1308946" y="4474507"/>
            <a:ext cx="1185251" cy="127885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id="{640C042C-8774-41C8-83B8-A1E6112CAC9F}"/>
              </a:ext>
            </a:extLst>
          </p:cNvPr>
          <p:cNvSpPr/>
          <p:nvPr/>
        </p:nvSpPr>
        <p:spPr>
          <a:xfrm>
            <a:off x="2525419" y="5306842"/>
            <a:ext cx="1014706" cy="2713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java/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6B8C43C1-59FF-457D-A20A-5A67907C8C70}"/>
              </a:ext>
            </a:extLst>
          </p:cNvPr>
          <p:cNvCxnSpPr>
            <a:cxnSpLocks/>
            <a:stCxn id="120" idx="2"/>
            <a:endCxn id="131" idx="1"/>
          </p:cNvCxnSpPr>
          <p:nvPr/>
        </p:nvCxnSpPr>
        <p:spPr>
          <a:xfrm rot="16200000" flipH="1">
            <a:off x="2385187" y="5302270"/>
            <a:ext cx="175767" cy="104698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A0E3FB2F-9078-4DA6-B804-F05F34A4A4FB}"/>
              </a:ext>
            </a:extLst>
          </p:cNvPr>
          <p:cNvSpPr/>
          <p:nvPr/>
        </p:nvSpPr>
        <p:spPr>
          <a:xfrm>
            <a:off x="2521762" y="4628663"/>
            <a:ext cx="1016568" cy="271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resources/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4" name="连接符: 肘形 133">
            <a:extLst>
              <a:ext uri="{FF2B5EF4-FFF2-40B4-BE49-F238E27FC236}">
                <a16:creationId xmlns:a16="http://schemas.microsoft.com/office/drawing/2014/main" id="{51DBA798-64EE-493C-AF84-81695D6AC181}"/>
              </a:ext>
            </a:extLst>
          </p:cNvPr>
          <p:cNvCxnSpPr>
            <a:cxnSpLocks/>
            <a:stCxn id="99" idx="2"/>
            <a:endCxn id="133" idx="1"/>
          </p:cNvCxnSpPr>
          <p:nvPr/>
        </p:nvCxnSpPr>
        <p:spPr>
          <a:xfrm rot="16200000" flipH="1">
            <a:off x="2216048" y="4458612"/>
            <a:ext cx="507074" cy="104353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 136">
            <a:extLst>
              <a:ext uri="{FF2B5EF4-FFF2-40B4-BE49-F238E27FC236}">
                <a16:creationId xmlns:a16="http://schemas.microsoft.com/office/drawing/2014/main" id="{8519FD25-CCBE-4B6F-AF42-3D8C38081223}"/>
              </a:ext>
            </a:extLst>
          </p:cNvPr>
          <p:cNvSpPr/>
          <p:nvPr/>
        </p:nvSpPr>
        <p:spPr>
          <a:xfrm>
            <a:off x="2523557" y="5645222"/>
            <a:ext cx="1016568" cy="271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effectLst/>
                <a:latin typeface="-apple-system"/>
              </a:rPr>
              <a:t>resources/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9" name="连接符: 肘形 138">
            <a:extLst>
              <a:ext uri="{FF2B5EF4-FFF2-40B4-BE49-F238E27FC236}">
                <a16:creationId xmlns:a16="http://schemas.microsoft.com/office/drawing/2014/main" id="{BA1470FD-52A3-4EAA-A328-B104C007C323}"/>
              </a:ext>
            </a:extLst>
          </p:cNvPr>
          <p:cNvCxnSpPr>
            <a:cxnSpLocks/>
            <a:stCxn id="120" idx="2"/>
            <a:endCxn id="137" idx="1"/>
          </p:cNvCxnSpPr>
          <p:nvPr/>
        </p:nvCxnSpPr>
        <p:spPr>
          <a:xfrm rot="16200000" flipH="1">
            <a:off x="2215065" y="5472392"/>
            <a:ext cx="514149" cy="102836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>
            <a:extLst>
              <a:ext uri="{FF2B5EF4-FFF2-40B4-BE49-F238E27FC236}">
                <a16:creationId xmlns:a16="http://schemas.microsoft.com/office/drawing/2014/main" id="{FE6B162F-0100-4F98-B9A3-F63AC60F7BB6}"/>
              </a:ext>
            </a:extLst>
          </p:cNvPr>
          <p:cNvSpPr/>
          <p:nvPr/>
        </p:nvSpPr>
        <p:spPr>
          <a:xfrm>
            <a:off x="1390042" y="5942404"/>
            <a:ext cx="910413" cy="271321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pom.xml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F901BC37-08E9-4E72-9FDB-3CFC8211307D}"/>
              </a:ext>
            </a:extLst>
          </p:cNvPr>
          <p:cNvCxnSpPr>
            <a:cxnSpLocks/>
            <a:stCxn id="84" idx="2"/>
            <a:endCxn id="144" idx="1"/>
          </p:cNvCxnSpPr>
          <p:nvPr/>
        </p:nvCxnSpPr>
        <p:spPr>
          <a:xfrm rot="16200000" flipH="1">
            <a:off x="45969" y="4733991"/>
            <a:ext cx="2456015" cy="232132"/>
          </a:xfrm>
          <a:prstGeom prst="bentConnector2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0E188B0C-B9AF-4706-9888-650D52AD4C17}"/>
              </a:ext>
            </a:extLst>
          </p:cNvPr>
          <p:cNvSpPr/>
          <p:nvPr/>
        </p:nvSpPr>
        <p:spPr>
          <a:xfrm>
            <a:off x="2468881" y="2206558"/>
            <a:ext cx="1442720" cy="598220"/>
          </a:xfrm>
          <a:prstGeom prst="roundRect">
            <a:avLst>
              <a:gd name="adj" fmla="val 528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形 39">
            <a:extLst>
              <a:ext uri="{FF2B5EF4-FFF2-40B4-BE49-F238E27FC236}">
                <a16:creationId xmlns:a16="http://schemas.microsoft.com/office/drawing/2014/main" id="{E35D0337-41FC-4472-9AA0-4B8DC9A9ED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73960" y="2240848"/>
            <a:ext cx="556260" cy="556260"/>
          </a:xfrm>
          <a:prstGeom prst="rect">
            <a:avLst/>
          </a:prstGeom>
        </p:spPr>
      </p:pic>
      <p:pic>
        <p:nvPicPr>
          <p:cNvPr id="147" name="图形 146">
            <a:extLst>
              <a:ext uri="{FF2B5EF4-FFF2-40B4-BE49-F238E27FC236}">
                <a16:creationId xmlns:a16="http://schemas.microsoft.com/office/drawing/2014/main" id="{1BB7ACF0-A686-46FF-A5C0-BE94275988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10840" y="2240848"/>
            <a:ext cx="556260" cy="556260"/>
          </a:xfrm>
          <a:prstGeom prst="rect">
            <a:avLst/>
          </a:prstGeom>
        </p:spPr>
      </p:pic>
      <p:pic>
        <p:nvPicPr>
          <p:cNvPr id="148" name="图形 147">
            <a:extLst>
              <a:ext uri="{FF2B5EF4-FFF2-40B4-BE49-F238E27FC236}">
                <a16:creationId xmlns:a16="http://schemas.microsoft.com/office/drawing/2014/main" id="{C5939A15-C5D9-480D-975B-73EE989BED4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57880" y="2240848"/>
            <a:ext cx="556260" cy="556260"/>
          </a:xfrm>
          <a:prstGeom prst="rect">
            <a:avLst/>
          </a:prstGeom>
        </p:spPr>
      </p:pic>
      <p:sp>
        <p:nvSpPr>
          <p:cNvPr id="41" name="箭头: 燕尾形 40">
            <a:extLst>
              <a:ext uri="{FF2B5EF4-FFF2-40B4-BE49-F238E27FC236}">
                <a16:creationId xmlns:a16="http://schemas.microsoft.com/office/drawing/2014/main" id="{F6F62101-F7A7-4823-A919-A5B719EA303B}"/>
              </a:ext>
            </a:extLst>
          </p:cNvPr>
          <p:cNvSpPr/>
          <p:nvPr/>
        </p:nvSpPr>
        <p:spPr>
          <a:xfrm rot="5400000">
            <a:off x="2971246" y="1773877"/>
            <a:ext cx="412588" cy="29464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EB4B2CB3-FC76-4009-8D7D-AF468B575CB8}"/>
              </a:ext>
            </a:extLst>
          </p:cNvPr>
          <p:cNvSpPr/>
          <p:nvPr/>
        </p:nvSpPr>
        <p:spPr>
          <a:xfrm>
            <a:off x="2337850" y="2795413"/>
            <a:ext cx="1746470" cy="245150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Generated Code Files</a:t>
            </a:r>
          </a:p>
        </p:txBody>
      </p:sp>
      <p:sp>
        <p:nvSpPr>
          <p:cNvPr id="152" name="箭头: 燕尾形 151">
            <a:extLst>
              <a:ext uri="{FF2B5EF4-FFF2-40B4-BE49-F238E27FC236}">
                <a16:creationId xmlns:a16="http://schemas.microsoft.com/office/drawing/2014/main" id="{A260816E-103E-4B7C-BEE5-5287261F9A0A}"/>
              </a:ext>
            </a:extLst>
          </p:cNvPr>
          <p:cNvSpPr/>
          <p:nvPr/>
        </p:nvSpPr>
        <p:spPr>
          <a:xfrm rot="5400000">
            <a:off x="2852233" y="3236167"/>
            <a:ext cx="655056" cy="287351"/>
          </a:xfrm>
          <a:prstGeom prst="notched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12BEAEEC-ADFA-452E-8D28-6108477DF735}"/>
              </a:ext>
            </a:extLst>
          </p:cNvPr>
          <p:cNvSpPr/>
          <p:nvPr/>
        </p:nvSpPr>
        <p:spPr>
          <a:xfrm>
            <a:off x="2880568" y="1454514"/>
            <a:ext cx="598390" cy="22482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LLM</a:t>
            </a: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s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8037F58-FC7D-43FE-8825-A67181902AC3}"/>
              </a:ext>
            </a:extLst>
          </p:cNvPr>
          <p:cNvSpPr/>
          <p:nvPr/>
        </p:nvSpPr>
        <p:spPr>
          <a:xfrm>
            <a:off x="3179763" y="1738994"/>
            <a:ext cx="939592" cy="24514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Generate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7CDFA00-5FE9-466D-A756-A9489409239C}"/>
              </a:ext>
            </a:extLst>
          </p:cNvPr>
          <p:cNvSpPr/>
          <p:nvPr/>
        </p:nvSpPr>
        <p:spPr>
          <a:xfrm>
            <a:off x="3038953" y="3227311"/>
            <a:ext cx="939592" cy="24514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Fill in</a:t>
            </a: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id="{5EA73C44-6180-4F5C-BB4E-ADC7B72E316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93577" y="3647652"/>
            <a:ext cx="515179" cy="515179"/>
          </a:xfrm>
          <a:prstGeom prst="rect">
            <a:avLst/>
          </a:prstGeom>
        </p:spPr>
      </p:pic>
      <p:sp>
        <p:nvSpPr>
          <p:cNvPr id="158" name="箭头: 燕尾形 157">
            <a:extLst>
              <a:ext uri="{FF2B5EF4-FFF2-40B4-BE49-F238E27FC236}">
                <a16:creationId xmlns:a16="http://schemas.microsoft.com/office/drawing/2014/main" id="{A6ED78D8-032E-4311-9913-DD5385D08A2D}"/>
              </a:ext>
            </a:extLst>
          </p:cNvPr>
          <p:cNvSpPr/>
          <p:nvPr/>
        </p:nvSpPr>
        <p:spPr>
          <a:xfrm>
            <a:off x="4147156" y="4494692"/>
            <a:ext cx="1837084" cy="3953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6DAA4555-C1EF-4FB7-9F30-57D3DA26A912}"/>
              </a:ext>
            </a:extLst>
          </p:cNvPr>
          <p:cNvSpPr/>
          <p:nvPr/>
        </p:nvSpPr>
        <p:spPr>
          <a:xfrm>
            <a:off x="4262120" y="3995529"/>
            <a:ext cx="1246145" cy="195458"/>
          </a:xfrm>
          <a:prstGeom prst="roundRect">
            <a:avLst>
              <a:gd name="adj" fmla="val 5285"/>
            </a:avLst>
          </a:prstGeom>
          <a:solidFill>
            <a:schemeClr val="tx1">
              <a:lumMod val="65000"/>
              <a:lumOff val="3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Command</a:t>
            </a:r>
            <a:endParaRPr lang="zh-CN" altLang="en-US" sz="1200" dirty="0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CCA2267-1CCD-42B3-B96F-CA899415F087}"/>
              </a:ext>
            </a:extLst>
          </p:cNvPr>
          <p:cNvSpPr/>
          <p:nvPr/>
        </p:nvSpPr>
        <p:spPr>
          <a:xfrm>
            <a:off x="4262120" y="4192667"/>
            <a:ext cx="1252220" cy="308102"/>
          </a:xfrm>
          <a:prstGeom prst="roundRect">
            <a:avLst>
              <a:gd name="adj" fmla="val 5285"/>
            </a:avLst>
          </a:prstGeom>
          <a:solidFill>
            <a:schemeClr val="bg2">
              <a:lumMod val="90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docker cp</a:t>
            </a: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…</a:t>
            </a: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  </a:t>
            </a:r>
          </a:p>
        </p:txBody>
      </p:sp>
      <p:pic>
        <p:nvPicPr>
          <p:cNvPr id="53" name="图形 52">
            <a:extLst>
              <a:ext uri="{FF2B5EF4-FFF2-40B4-BE49-F238E27FC236}">
                <a16:creationId xmlns:a16="http://schemas.microsoft.com/office/drawing/2014/main" id="{0C196C41-5738-4A35-97F1-04EB285691B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140517" y="3737112"/>
            <a:ext cx="395908" cy="395908"/>
          </a:xfrm>
          <a:prstGeom prst="rect">
            <a:avLst/>
          </a:prstGeom>
        </p:spPr>
      </p:pic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24C8DB42-4A0F-4E8C-923B-50037A9BAA78}"/>
              </a:ext>
            </a:extLst>
          </p:cNvPr>
          <p:cNvGrpSpPr/>
          <p:nvPr/>
        </p:nvGrpSpPr>
        <p:grpSpPr>
          <a:xfrm>
            <a:off x="6018252" y="4615069"/>
            <a:ext cx="1644925" cy="940906"/>
            <a:chOff x="4876800" y="2017643"/>
            <a:chExt cx="1644925" cy="940906"/>
          </a:xfrm>
        </p:grpSpPr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6C9F3F0A-0053-4B0C-AACD-ECCB95987420}"/>
                </a:ext>
              </a:extLst>
            </p:cNvPr>
            <p:cNvSpPr/>
            <p:nvPr/>
          </p:nvSpPr>
          <p:spPr>
            <a:xfrm>
              <a:off x="4883426" y="2276060"/>
              <a:ext cx="1610139" cy="195458"/>
            </a:xfrm>
            <a:prstGeom prst="roundRect">
              <a:avLst>
                <a:gd name="adj" fmla="val 5285"/>
              </a:avLst>
            </a:prstGeom>
            <a:solidFill>
              <a:schemeClr val="tx1">
                <a:lumMod val="65000"/>
                <a:lumOff val="35000"/>
              </a:schemeClr>
            </a:solidFill>
            <a:ln w="285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Command</a:t>
              </a:r>
              <a:endParaRPr lang="zh-CN" altLang="en-US" sz="1200" dirty="0"/>
            </a:p>
          </p:txBody>
        </p: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A0DDB78F-5240-4531-ADF0-286BC309CAA5}"/>
                </a:ext>
              </a:extLst>
            </p:cNvPr>
            <p:cNvSpPr/>
            <p:nvPr/>
          </p:nvSpPr>
          <p:spPr>
            <a:xfrm>
              <a:off x="4876800" y="2473199"/>
              <a:ext cx="1610139" cy="485350"/>
            </a:xfrm>
            <a:prstGeom prst="roundRect">
              <a:avLst>
                <a:gd name="adj" fmla="val 5285"/>
              </a:avLst>
            </a:prstGeom>
            <a:solidFill>
              <a:schemeClr val="bg2">
                <a:lumMod val="90000"/>
              </a:schemeClr>
            </a:solidFill>
            <a:ln w="285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dirty="0">
                  <a:solidFill>
                    <a:schemeClr val="tx1"/>
                  </a:solidFill>
                  <a:latin typeface="-apple-system"/>
                </a:rPr>
                <a:t>cd </a:t>
              </a:r>
              <a:r>
                <a:rPr lang="en-US" altLang="zh-CN" sz="1400" dirty="0" err="1">
                  <a:solidFill>
                    <a:schemeClr val="tx1"/>
                  </a:solidFill>
                  <a:latin typeface="-apple-system"/>
                </a:rPr>
                <a:t>JavaRootDir</a:t>
              </a:r>
              <a:r>
                <a:rPr lang="en-US" altLang="zh-CN" sz="1400" dirty="0">
                  <a:solidFill>
                    <a:schemeClr val="tx1"/>
                  </a:solidFill>
                  <a:latin typeface="-apple-system"/>
                </a:rPr>
                <a:t>/</a:t>
              </a:r>
            </a:p>
            <a:p>
              <a:r>
                <a:rPr lang="en-US" altLang="zh-CN" sz="1400" dirty="0" err="1">
                  <a:solidFill>
                    <a:schemeClr val="tx1"/>
                  </a:solidFill>
                  <a:latin typeface="-apple-system"/>
                </a:rPr>
                <a:t>mvn</a:t>
              </a:r>
              <a:r>
                <a:rPr lang="en-US" altLang="zh-CN" sz="1400" dirty="0">
                  <a:solidFill>
                    <a:schemeClr val="tx1"/>
                  </a:solidFill>
                  <a:latin typeface="-apple-system"/>
                </a:rPr>
                <a:t> clean test</a:t>
              </a:r>
              <a:endPara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endParaRPr>
            </a:p>
          </p:txBody>
        </p:sp>
        <p:pic>
          <p:nvPicPr>
            <p:cNvPr id="165" name="图形 164">
              <a:extLst>
                <a:ext uri="{FF2B5EF4-FFF2-40B4-BE49-F238E27FC236}">
                  <a16:creationId xmlns:a16="http://schemas.microsoft.com/office/drawing/2014/main" id="{5D228094-4782-4B47-BC48-7405CA78B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125817" y="2017643"/>
              <a:ext cx="395908" cy="395908"/>
            </a:xfrm>
            <a:prstGeom prst="rect">
              <a:avLst/>
            </a:prstGeom>
          </p:spPr>
        </p:pic>
      </p:grpSp>
      <p:pic>
        <p:nvPicPr>
          <p:cNvPr id="56" name="图形 55">
            <a:extLst>
              <a:ext uri="{FF2B5EF4-FFF2-40B4-BE49-F238E27FC236}">
                <a16:creationId xmlns:a16="http://schemas.microsoft.com/office/drawing/2014/main" id="{57F54234-0799-44D3-8318-F93616C4498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47817" y="4234025"/>
            <a:ext cx="811509" cy="811509"/>
          </a:xfrm>
          <a:prstGeom prst="rect">
            <a:avLst/>
          </a:prstGeom>
        </p:spPr>
      </p:pic>
      <p:sp>
        <p:nvSpPr>
          <p:cNvPr id="167" name="矩形 166">
            <a:extLst>
              <a:ext uri="{FF2B5EF4-FFF2-40B4-BE49-F238E27FC236}">
                <a16:creationId xmlns:a16="http://schemas.microsoft.com/office/drawing/2014/main" id="{EC8C8D98-0BDD-4020-937A-B3D29C02A2EB}"/>
              </a:ext>
            </a:extLst>
          </p:cNvPr>
          <p:cNvSpPr/>
          <p:nvPr/>
        </p:nvSpPr>
        <p:spPr>
          <a:xfrm>
            <a:off x="575792" y="1551917"/>
            <a:ext cx="2147529" cy="233225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Various Backbone</a:t>
            </a:r>
          </a:p>
        </p:txBody>
      </p:sp>
      <p:sp>
        <p:nvSpPr>
          <p:cNvPr id="169" name="箭头: 燕尾形 168">
            <a:extLst>
              <a:ext uri="{FF2B5EF4-FFF2-40B4-BE49-F238E27FC236}">
                <a16:creationId xmlns:a16="http://schemas.microsoft.com/office/drawing/2014/main" id="{B96B730C-EFC4-4179-8BA1-34A3308B4AEA}"/>
              </a:ext>
            </a:extLst>
          </p:cNvPr>
          <p:cNvSpPr/>
          <p:nvPr/>
        </p:nvSpPr>
        <p:spPr>
          <a:xfrm>
            <a:off x="7714088" y="4491795"/>
            <a:ext cx="1837084" cy="3953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0549765C-78B9-4B4A-BAF1-4EB8A6EC3356}"/>
              </a:ext>
            </a:extLst>
          </p:cNvPr>
          <p:cNvSpPr/>
          <p:nvPr/>
        </p:nvSpPr>
        <p:spPr>
          <a:xfrm>
            <a:off x="8002672" y="3985883"/>
            <a:ext cx="1246145" cy="195458"/>
          </a:xfrm>
          <a:prstGeom prst="roundRect">
            <a:avLst>
              <a:gd name="adj" fmla="val 5285"/>
            </a:avLst>
          </a:prstGeom>
          <a:solidFill>
            <a:schemeClr val="tx1">
              <a:lumMod val="65000"/>
              <a:lumOff val="3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Command</a:t>
            </a:r>
            <a:endParaRPr lang="zh-CN" altLang="en-US" sz="1200" dirty="0"/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0558BC03-1FEB-416E-A30F-070A9990BE37}"/>
              </a:ext>
            </a:extLst>
          </p:cNvPr>
          <p:cNvSpPr/>
          <p:nvPr/>
        </p:nvSpPr>
        <p:spPr>
          <a:xfrm>
            <a:off x="8002672" y="4183021"/>
            <a:ext cx="1252220" cy="308102"/>
          </a:xfrm>
          <a:prstGeom prst="roundRect">
            <a:avLst>
              <a:gd name="adj" fmla="val 5285"/>
            </a:avLst>
          </a:prstGeom>
          <a:solidFill>
            <a:schemeClr val="bg2">
              <a:lumMod val="90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docker cp</a:t>
            </a: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…</a:t>
            </a:r>
            <a:r>
              <a:rPr lang="en-US" altLang="zh-CN" sz="1400" i="0" u="none" strike="noStrike" dirty="0">
                <a:solidFill>
                  <a:schemeClr val="tx1"/>
                </a:solidFill>
                <a:effectLst/>
                <a:latin typeface="-apple-system"/>
              </a:rPr>
              <a:t>  </a:t>
            </a:r>
          </a:p>
        </p:txBody>
      </p:sp>
      <p:pic>
        <p:nvPicPr>
          <p:cNvPr id="175" name="图形 174">
            <a:extLst>
              <a:ext uri="{FF2B5EF4-FFF2-40B4-BE49-F238E27FC236}">
                <a16:creationId xmlns:a16="http://schemas.microsoft.com/office/drawing/2014/main" id="{A12A3D4C-2B72-4D53-B234-69B63BABC68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81069" y="3727466"/>
            <a:ext cx="395908" cy="395908"/>
          </a:xfrm>
          <a:prstGeom prst="rect">
            <a:avLst/>
          </a:prstGeom>
        </p:spPr>
      </p:pic>
      <p:sp>
        <p:nvSpPr>
          <p:cNvPr id="176" name="矩形 175">
            <a:extLst>
              <a:ext uri="{FF2B5EF4-FFF2-40B4-BE49-F238E27FC236}">
                <a16:creationId xmlns:a16="http://schemas.microsoft.com/office/drawing/2014/main" id="{969C52BC-0DB4-475C-987D-F85A1F0C02C4}"/>
              </a:ext>
            </a:extLst>
          </p:cNvPr>
          <p:cNvSpPr/>
          <p:nvPr/>
        </p:nvSpPr>
        <p:spPr>
          <a:xfrm>
            <a:off x="9475882" y="5027049"/>
            <a:ext cx="941334" cy="272396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Log File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C5DF4B36-98F5-463B-BBED-6C9F00770D47}"/>
              </a:ext>
            </a:extLst>
          </p:cNvPr>
          <p:cNvSpPr/>
          <p:nvPr/>
        </p:nvSpPr>
        <p:spPr>
          <a:xfrm>
            <a:off x="4049284" y="4822395"/>
            <a:ext cx="1645460" cy="24731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Transfer Repository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4C885077-5324-4B22-BA9B-2FBEF8E8A438}"/>
              </a:ext>
            </a:extLst>
          </p:cNvPr>
          <p:cNvSpPr/>
          <p:nvPr/>
        </p:nvSpPr>
        <p:spPr>
          <a:xfrm>
            <a:off x="7824560" y="4812750"/>
            <a:ext cx="1645460" cy="24731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Transfer Log File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9EE58962-1CBE-45F3-963B-CF2D9518F2D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956538" y="2600325"/>
            <a:ext cx="348055" cy="348055"/>
          </a:xfrm>
          <a:prstGeom prst="rect">
            <a:avLst/>
          </a:prstGeom>
        </p:spPr>
      </p:pic>
      <p:sp>
        <p:nvSpPr>
          <p:cNvPr id="181" name="矩形 180">
            <a:extLst>
              <a:ext uri="{FF2B5EF4-FFF2-40B4-BE49-F238E27FC236}">
                <a16:creationId xmlns:a16="http://schemas.microsoft.com/office/drawing/2014/main" id="{A3A81C5A-6BCE-4A8B-9CDA-8A7233DE985D}"/>
              </a:ext>
            </a:extLst>
          </p:cNvPr>
          <p:cNvSpPr/>
          <p:nvPr/>
        </p:nvSpPr>
        <p:spPr>
          <a:xfrm>
            <a:off x="10513520" y="3012190"/>
            <a:ext cx="1304761" cy="306952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Extract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Error Info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C621CE8E-5108-4923-8AE8-6C251ABE4377}"/>
              </a:ext>
            </a:extLst>
          </p:cNvPr>
          <p:cNvSpPr/>
          <p:nvPr/>
        </p:nvSpPr>
        <p:spPr>
          <a:xfrm>
            <a:off x="6023119" y="830984"/>
            <a:ext cx="4363279" cy="1408043"/>
          </a:xfrm>
          <a:prstGeom prst="roundRect">
            <a:avLst>
              <a:gd name="adj" fmla="val 5285"/>
            </a:avLst>
          </a:prstGeom>
          <a:solidFill>
            <a:srgbClr val="F6DEDC"/>
          </a:solidFill>
          <a:ln w="28575">
            <a:solidFill>
              <a:srgbClr val="F1AC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accent5">
                    <a:lumMod val="75000"/>
                  </a:schemeClr>
                </a:solidFill>
                <a:latin typeface="-apple-system"/>
                <a:ea typeface="微软雅黑" panose="020B0503020204020204" pitchFamily="34" charset="-122"/>
              </a:rPr>
              <a:t>Status</a:t>
            </a:r>
            <a:r>
              <a:rPr lang="en-US" altLang="zh-CN" sz="900" dirty="0">
                <a:solidFill>
                  <a:schemeClr val="accent2">
                    <a:lumMod val="75000"/>
                  </a:schemeClr>
                </a:solidFill>
                <a:latin typeface="-apple-system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9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Failed</a:t>
            </a:r>
          </a:p>
          <a:p>
            <a:endParaRPr lang="en-US" altLang="zh-CN" sz="900" dirty="0">
              <a:solidFill>
                <a:srgbClr val="FF0000"/>
              </a:solidFill>
              <a:latin typeface="-apple-system"/>
              <a:ea typeface="微软雅黑" panose="020B0503020204020204" pitchFamily="34" charset="-122"/>
            </a:endParaRPr>
          </a:p>
          <a:p>
            <a:r>
              <a:rPr lang="en-US" altLang="zh-CN" sz="900" dirty="0">
                <a:solidFill>
                  <a:schemeClr val="accent5">
                    <a:lumMod val="75000"/>
                  </a:schemeClr>
                </a:solidFill>
                <a:latin typeface="-apple-system"/>
                <a:ea typeface="微软雅黑" panose="020B0503020204020204" pitchFamily="34" charset="-122"/>
              </a:rPr>
              <a:t>Error Info: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9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/home/repos/100SolidJava/</a:t>
            </a:r>
            <a:r>
              <a:rPr lang="en-US" altLang="zh-CN" sz="9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/test/java/Tests.java:[98,47] cannot find symbol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symbol:   class </a:t>
            </a:r>
            <a:r>
              <a:rPr lang="en-US" altLang="zh-CN" sz="9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GeneticAlgorithm</a:t>
            </a:r>
            <a:endParaRPr lang="en-US" altLang="zh-CN" sz="9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  <a:p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location: class Tests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9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/home/repos/100SolidJava/</a:t>
            </a:r>
            <a:r>
              <a:rPr lang="en-US" altLang="zh-CN" sz="9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/test/java/Tests.java:[59,6] cannot find symbol</a:t>
            </a:r>
          </a:p>
          <a:p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symbol:   class </a:t>
            </a:r>
            <a:r>
              <a:rPr lang="en-US" altLang="zh-CN" sz="9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BeforeEach</a:t>
            </a:r>
            <a:endParaRPr lang="en-US" altLang="zh-CN" sz="9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  <a:p>
            <a:r>
              <a:rPr lang="en-US" altLang="zh-CN" sz="9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location: class Tests</a:t>
            </a:r>
            <a:endParaRPr lang="zh-CN" altLang="en-US" sz="9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183" name="箭头: 燕尾形 182">
            <a:extLst>
              <a:ext uri="{FF2B5EF4-FFF2-40B4-BE49-F238E27FC236}">
                <a16:creationId xmlns:a16="http://schemas.microsoft.com/office/drawing/2014/main" id="{B8D85A5B-31B9-45E5-B44E-E64753F3F8B4}"/>
              </a:ext>
            </a:extLst>
          </p:cNvPr>
          <p:cNvSpPr/>
          <p:nvPr/>
        </p:nvSpPr>
        <p:spPr>
          <a:xfrm rot="10800000">
            <a:off x="3755334" y="1005470"/>
            <a:ext cx="2108754" cy="39536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F1AC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FC538B77-E0C1-40F6-8600-C43F1082B5FA}"/>
              </a:ext>
            </a:extLst>
          </p:cNvPr>
          <p:cNvSpPr/>
          <p:nvPr/>
        </p:nvSpPr>
        <p:spPr>
          <a:xfrm>
            <a:off x="6036371" y="602927"/>
            <a:ext cx="1319916" cy="212078"/>
          </a:xfrm>
          <a:prstGeom prst="rect">
            <a:avLst/>
          </a:prstGeom>
          <a:solidFill>
            <a:srgbClr val="F1AC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</a:rPr>
              <a:t>Error-Related Info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84BE222-4B68-424F-8C19-CADBAFA14669}"/>
              </a:ext>
            </a:extLst>
          </p:cNvPr>
          <p:cNvSpPr/>
          <p:nvPr/>
        </p:nvSpPr>
        <p:spPr>
          <a:xfrm>
            <a:off x="503582" y="2961596"/>
            <a:ext cx="1896718" cy="212078"/>
          </a:xfrm>
          <a:prstGeom prst="rect">
            <a:avLst/>
          </a:prstGeom>
          <a:solidFill>
            <a:srgbClr val="817B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</a:rPr>
              <a:t>Unfinished Java Repository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BA311E02-EB66-4997-96DB-0BD05D83EA86}"/>
              </a:ext>
            </a:extLst>
          </p:cNvPr>
          <p:cNvSpPr/>
          <p:nvPr/>
        </p:nvSpPr>
        <p:spPr>
          <a:xfrm>
            <a:off x="4197862" y="812710"/>
            <a:ext cx="1304761" cy="306952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Feedback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4184CA3A-91A1-4A07-83C8-22E0B44C5EB4}"/>
              </a:ext>
            </a:extLst>
          </p:cNvPr>
          <p:cNvSpPr/>
          <p:nvPr/>
        </p:nvSpPr>
        <p:spPr>
          <a:xfrm rot="13401481">
            <a:off x="7912154" y="2883751"/>
            <a:ext cx="2431360" cy="544921"/>
          </a:xfrm>
          <a:prstGeom prst="curvedUpArrow">
            <a:avLst>
              <a:gd name="adj1" fmla="val 15384"/>
              <a:gd name="adj2" fmla="val 68646"/>
              <a:gd name="adj3" fmla="val 2891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箭头: 下弧形 67">
            <a:extLst>
              <a:ext uri="{FF2B5EF4-FFF2-40B4-BE49-F238E27FC236}">
                <a16:creationId xmlns:a16="http://schemas.microsoft.com/office/drawing/2014/main" id="{ED24427B-D237-4CC8-A323-1EDF1D96E782}"/>
              </a:ext>
            </a:extLst>
          </p:cNvPr>
          <p:cNvSpPr/>
          <p:nvPr/>
        </p:nvSpPr>
        <p:spPr>
          <a:xfrm rot="16793088">
            <a:off x="9178216" y="2624105"/>
            <a:ext cx="2697912" cy="594911"/>
          </a:xfrm>
          <a:prstGeom prst="curvedUpArrow">
            <a:avLst>
              <a:gd name="adj1" fmla="val 15384"/>
              <a:gd name="adj2" fmla="val 55625"/>
              <a:gd name="adj3" fmla="val 31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9" name="图形 68">
            <a:extLst>
              <a:ext uri="{FF2B5EF4-FFF2-40B4-BE49-F238E27FC236}">
                <a16:creationId xmlns:a16="http://schemas.microsoft.com/office/drawing/2014/main" id="{E838BD7B-3130-4F2C-A62F-412D1F7960B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13818" y="2600325"/>
            <a:ext cx="348055" cy="348055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2AF6F772-CF21-4DBB-A999-A35C6D57DCD2}"/>
              </a:ext>
            </a:extLst>
          </p:cNvPr>
          <p:cNvSpPr/>
          <p:nvPr/>
        </p:nvSpPr>
        <p:spPr>
          <a:xfrm>
            <a:off x="8809903" y="2966085"/>
            <a:ext cx="1769920" cy="280958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Extract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solidFill>
                  <a:schemeClr val="tx1"/>
                </a:solidFill>
                <a:latin typeface="-apple-system"/>
              </a:rPr>
              <a:t>Exec Result</a:t>
            </a:r>
            <a:endParaRPr lang="en-US" altLang="zh-CN" sz="1400" i="0" u="none" strike="noStrike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D5F5C164-EBB6-40B8-8416-56A60686B8F5}"/>
              </a:ext>
            </a:extLst>
          </p:cNvPr>
          <p:cNvSpPr/>
          <p:nvPr/>
        </p:nvSpPr>
        <p:spPr>
          <a:xfrm>
            <a:off x="7007860" y="2806809"/>
            <a:ext cx="1549400" cy="195458"/>
          </a:xfrm>
          <a:prstGeom prst="roundRect">
            <a:avLst>
              <a:gd name="adj" fmla="val 5285"/>
            </a:avLst>
          </a:prstGeom>
          <a:solidFill>
            <a:schemeClr val="accent6">
              <a:lumMod val="75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Evaluation Result</a:t>
            </a:r>
            <a:endParaRPr lang="zh-CN" altLang="en-US" sz="1200" dirty="0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7B6F49E4-3836-4948-8ECF-6D68D447C199}"/>
              </a:ext>
            </a:extLst>
          </p:cNvPr>
          <p:cNvSpPr/>
          <p:nvPr/>
        </p:nvSpPr>
        <p:spPr>
          <a:xfrm>
            <a:off x="7007860" y="3003946"/>
            <a:ext cx="1549400" cy="598790"/>
          </a:xfrm>
          <a:prstGeom prst="roundRect">
            <a:avLst>
              <a:gd name="adj" fmla="val 5285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i="0" u="none" strike="noStrike" dirty="0">
                <a:solidFill>
                  <a:schemeClr val="tx1"/>
                </a:solidFill>
                <a:effectLst/>
                <a:latin typeface="-apple-system"/>
              </a:rPr>
              <a:t>Full Pass: XX/100</a:t>
            </a:r>
          </a:p>
          <a:p>
            <a:r>
              <a:rPr lang="en-US" altLang="zh-CN" sz="1100" i="0" u="none" strike="noStrike" dirty="0">
                <a:solidFill>
                  <a:schemeClr val="tx1"/>
                </a:solidFill>
                <a:effectLst/>
                <a:latin typeface="-apple-system"/>
              </a:rPr>
              <a:t>Compiled</a:t>
            </a:r>
            <a:r>
              <a:rPr lang="en-US" altLang="zh-CN" sz="1100" dirty="0">
                <a:solidFill>
                  <a:schemeClr val="tx1"/>
                </a:solidFill>
                <a:latin typeface="-apple-system"/>
              </a:rPr>
              <a:t>: XX/100</a:t>
            </a:r>
          </a:p>
          <a:p>
            <a:r>
              <a:rPr lang="en-US" altLang="zh-CN" sz="1100" i="0" u="none" strike="noStrike" dirty="0">
                <a:solidFill>
                  <a:schemeClr val="tx1"/>
                </a:solidFill>
                <a:effectLst/>
                <a:latin typeface="-apple-system"/>
              </a:rPr>
              <a:t>Avg. Pass Rate: XX%</a:t>
            </a:r>
          </a:p>
        </p:txBody>
      </p:sp>
    </p:spTree>
    <p:extLst>
      <p:ext uri="{BB962C8B-B14F-4D97-AF65-F5344CB8AC3E}">
        <p14:creationId xmlns:p14="http://schemas.microsoft.com/office/powerpoint/2010/main" val="2690157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B9B669F-A84E-4525-AC03-A195EC06F234}"/>
              </a:ext>
            </a:extLst>
          </p:cNvPr>
          <p:cNvSpPr/>
          <p:nvPr/>
        </p:nvSpPr>
        <p:spPr>
          <a:xfrm>
            <a:off x="343033" y="289975"/>
            <a:ext cx="11328267" cy="5973418"/>
          </a:xfrm>
          <a:prstGeom prst="roundRect">
            <a:avLst>
              <a:gd name="adj" fmla="val 5285"/>
            </a:avLst>
          </a:prstGeom>
          <a:solidFill>
            <a:srgbClr val="EDF9FA"/>
          </a:solidFill>
          <a:ln w="28575">
            <a:solidFill>
              <a:srgbClr val="35B4B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3081E59-9578-4F60-8E57-3D9BBEA5F4AD}"/>
              </a:ext>
            </a:extLst>
          </p:cNvPr>
          <p:cNvSpPr/>
          <p:nvPr/>
        </p:nvSpPr>
        <p:spPr>
          <a:xfrm>
            <a:off x="587375" y="608735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groupId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com.github.rjeschke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groupId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zh-CN" sz="4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txtmark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0.16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A639EF-FF1C-4515-9479-E6514E20BFB5}"/>
              </a:ext>
            </a:extLst>
          </p:cNvPr>
          <p:cNvSpPr/>
          <p:nvPr/>
        </p:nvSpPr>
        <p:spPr>
          <a:xfrm>
            <a:off x="587375" y="994815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Could not resolve dependencies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for project com.example:readtime-java:jar:1.0-SNAPSHOT: Could not find artifact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com.github.rjeschke:txtmark:jar:0.16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in central (https://repo.maven.apache.org/maven2)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74EE001-425D-4189-9BD7-261FEADF13D6}"/>
              </a:ext>
            </a:extLst>
          </p:cNvPr>
          <p:cNvSpPr/>
          <p:nvPr/>
        </p:nvSpPr>
        <p:spPr>
          <a:xfrm>
            <a:off x="587375" y="1477415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altLang="zh-CN" sz="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fr-FR" altLang="zh-CN" sz="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r-FR" altLang="zh-CN" sz="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org.apache.http.client.fluent.Request</a:t>
            </a:r>
            <a:r>
              <a:rPr lang="fr-FR" altLang="zh-CN" sz="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CF1998F-37E7-4050-8415-7F612260A649}"/>
              </a:ext>
            </a:extLst>
          </p:cNvPr>
          <p:cNvSpPr/>
          <p:nvPr/>
        </p:nvSpPr>
        <p:spPr>
          <a:xfrm>
            <a:off x="587375" y="1863495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/main/java/StackAPI.java:[1,37]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package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</a:t>
            </a:r>
            <a:r>
              <a:rPr lang="en-US" altLang="zh-CN" sz="500" dirty="0" err="1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org.apache.http.client.fluent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does not exist</a:t>
            </a:r>
            <a:endParaRPr lang="zh-CN" altLang="en-US" sz="500" dirty="0">
              <a:solidFill>
                <a:schemeClr val="tx1"/>
              </a:solidFill>
              <a:highlight>
                <a:srgbClr val="00FFFF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CC85B2A-9BB9-4486-8ADF-0E81C628B081}"/>
              </a:ext>
            </a:extLst>
          </p:cNvPr>
          <p:cNvSpPr/>
          <p:nvPr/>
        </p:nvSpPr>
        <p:spPr>
          <a:xfrm>
            <a:off x="587375" y="2406852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🛠️</a:t>
            </a:r>
            <a:r>
              <a:rPr lang="zh-CN" altLang="en-US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Building image </a:t>
            </a:r>
            <a:r>
              <a:rPr lang="en-US" altLang="zh-CN" sz="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nytimes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/blender:"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tag);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741B65-7112-45AC-93A1-9191BAE7736F}"/>
              </a:ext>
            </a:extLst>
          </p:cNvPr>
          <p:cNvSpPr/>
          <p:nvPr/>
        </p:nvSpPr>
        <p:spPr>
          <a:xfrm>
            <a:off x="587375" y="2792932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/main/java/Build.java:[20,37]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unmappable character (0xF0) for encoding US-ASCII</a:t>
            </a:r>
            <a:endParaRPr lang="zh-CN" altLang="en-US" sz="500" dirty="0">
              <a:solidFill>
                <a:schemeClr val="tx1"/>
              </a:solidFill>
              <a:highlight>
                <a:srgbClr val="00FFFF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5524899-D8A3-46D2-9438-E2B2C6F84BD5}"/>
              </a:ext>
            </a:extLst>
          </p:cNvPr>
          <p:cNvSpPr/>
          <p:nvPr/>
        </p:nvSpPr>
        <p:spPr>
          <a:xfrm>
            <a:off x="587375" y="3313632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RegexExpr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repeated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exactly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RepeatedExpr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(expr, exactly, exactly,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75E9F6F-3894-464C-8206-4D2C9E919E85}"/>
              </a:ext>
            </a:extLst>
          </p:cNvPr>
          <p:cNvSpPr/>
          <p:nvPr/>
        </p:nvSpPr>
        <p:spPr>
          <a:xfrm>
            <a:off x="587375" y="3699712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/main/java/RegexExpr.java:[49,16]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incompatible types: </a:t>
            </a:r>
            <a:r>
              <a:rPr lang="en-US" altLang="zh-CN" sz="500" dirty="0" err="1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impl.RepeatedExpr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cannot be converted to </a:t>
            </a:r>
            <a:r>
              <a:rPr lang="en-US" altLang="zh-CN" sz="500" dirty="0" err="1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RegexExpr</a:t>
            </a:r>
            <a:endParaRPr lang="zh-CN" altLang="en-US" sz="5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DEBE8F5-E972-4D52-8D26-3C73CFA81601}"/>
              </a:ext>
            </a:extLst>
          </p:cNvPr>
          <p:cNvSpPr/>
          <p:nvPr/>
        </p:nvSpPr>
        <p:spPr>
          <a:xfrm>
            <a:off x="587375" y="4288992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788A4F2-8C46-47CA-B3FD-754FA940B9A1}"/>
              </a:ext>
            </a:extLst>
          </p:cNvPr>
          <p:cNvSpPr/>
          <p:nvPr/>
        </p:nvSpPr>
        <p:spPr>
          <a:xfrm>
            <a:off x="587375" y="4675072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impl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/SequenceExpr.java:[3,17] '.' expected</a:t>
            </a:r>
            <a:endParaRPr lang="zh-CN" altLang="en-US" sz="5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4420B76-6514-41D4-816C-660CCFAD99DF}"/>
              </a:ext>
            </a:extLst>
          </p:cNvPr>
          <p:cNvSpPr/>
          <p:nvPr/>
        </p:nvSpPr>
        <p:spPr>
          <a:xfrm>
            <a:off x="587375" y="5215584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JsonNode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jsonNode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B49CB6-A91E-4F8E-AE24-2C23600A855A}"/>
              </a:ext>
            </a:extLst>
          </p:cNvPr>
          <p:cNvSpPr/>
          <p:nvPr/>
        </p:nvSpPr>
        <p:spPr>
          <a:xfrm>
            <a:off x="587375" y="5601664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/main/java/Forecast.java:[49,25] package Map does not exist</a:t>
            </a:r>
            <a:endParaRPr lang="zh-CN" altLang="en-US" sz="5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D198D8D-69D0-4D7F-BAEB-36E297378629}"/>
              </a:ext>
            </a:extLst>
          </p:cNvPr>
          <p:cNvSpPr/>
          <p:nvPr/>
        </p:nvSpPr>
        <p:spPr>
          <a:xfrm>
            <a:off x="3231515" y="60683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candidates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CC26A1F-D644-4E50-B20F-0ADE6A9CE0F1}"/>
              </a:ext>
            </a:extLst>
          </p:cNvPr>
          <p:cNvSpPr/>
          <p:nvPr/>
        </p:nvSpPr>
        <p:spPr>
          <a:xfrm>
            <a:off x="3231515" y="99291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/main/java/Console.java:[57,63] incompatible types: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java.lang.String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cannot be converted to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org.jline.reader.Candidate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2EE9521-6924-40AF-B14C-44BD20DB5801}"/>
              </a:ext>
            </a:extLst>
          </p:cNvPr>
          <p:cNvSpPr/>
          <p:nvPr/>
        </p:nvSpPr>
        <p:spPr>
          <a:xfrm>
            <a:off x="3223895" y="147932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"HTTP/1.0 "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httpCode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HTTP_CODES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(httpCode)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sz="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\r\n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ACC2797-2BE7-410B-8547-21191E9E3098}"/>
              </a:ext>
            </a:extLst>
          </p:cNvPr>
          <p:cNvSpPr/>
          <p:nvPr/>
        </p:nvSpPr>
        <p:spPr>
          <a:xfrm>
            <a:off x="3223895" y="186540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/main/java/Utils.java:[19,20] unreported exception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java.io.IOException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; must be caught or declared to be thrown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61BB561-1A62-4256-8F8F-CF5C22559B95}"/>
              </a:ext>
            </a:extLst>
          </p:cNvPr>
          <p:cNvSpPr/>
          <p:nvPr/>
        </p:nvSpPr>
        <p:spPr>
          <a:xfrm>
            <a:off x="3221355" y="240875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FMFTRLMachine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learner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FMFTRLMachine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fmDim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fmInitDev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L1, L2, L1Fm, L2Fm, D, alpha, beta,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alphaFm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betaFm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EAB3FA0-68FF-4D4F-9E6C-1D12362639C5}"/>
              </a:ext>
            </a:extLst>
          </p:cNvPr>
          <p:cNvSpPr/>
          <p:nvPr/>
        </p:nvSpPr>
        <p:spPr>
          <a:xfrm>
            <a:off x="3221355" y="2794837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3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/main/java/RunModelExample.java:[28,33]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FMFTRLMachine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in class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FMFTRLMachine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cannot be applied to given types;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required: int,double,double,double,double,double,int,double,double,double,double,double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found: int,double,double,double,double,double,int,double,double,double,double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reason: actual and formal argument lists differ in length</a:t>
            </a:r>
            <a:endParaRPr lang="zh-CN" altLang="en-US" sz="3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FFB9C08-1AA5-4DEF-BC41-BA04D15C8D16}"/>
              </a:ext>
            </a:extLst>
          </p:cNvPr>
          <p:cNvSpPr/>
          <p:nvPr/>
        </p:nvSpPr>
        <p:spPr>
          <a:xfrm>
            <a:off x="3213735" y="330791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findDiffStart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oldSrc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newSrc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oldLines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oldSrc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newLines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newSrc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7E99B4E-A1CD-419B-B196-F8C18384B4E7}"/>
              </a:ext>
            </a:extLst>
          </p:cNvPr>
          <p:cNvSpPr/>
          <p:nvPr/>
        </p:nvSpPr>
        <p:spPr>
          <a:xfrm>
            <a:off x="3213735" y="3693997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/main/java/FindDiff.java:[5,42] unclosed string literal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/main/java/FindDiff.java:[6,1] unclosed string literal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/main/java/FindDiff.java:[7,42] unclosed string literal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/main/java/FindDiff.java:[8,1] unclosed string literal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E45E5D4-4CB3-4CBC-B0B9-8E541EB83FB4}"/>
              </a:ext>
            </a:extLst>
          </p:cNvPr>
          <p:cNvSpPr/>
          <p:nvPr/>
        </p:nvSpPr>
        <p:spPr>
          <a:xfrm>
            <a:off x="3217545" y="429470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&lt;plugin&gt;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org.apache.maven.plugins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maven-compiler-plugin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3.8.1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&lt;configuration&gt;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&lt;source&gt;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&lt;/source&gt;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&lt;target&gt;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&lt;/target&gt;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&lt;/configuration&gt;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&lt;/plugin&gt;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06CB168-9AEA-4064-B1A9-BC3F605DF08F}"/>
              </a:ext>
            </a:extLst>
          </p:cNvPr>
          <p:cNvSpPr/>
          <p:nvPr/>
        </p:nvSpPr>
        <p:spPr>
          <a:xfrm>
            <a:off x="3217545" y="4680787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Source option 5 is no longer supported. Use 6 or later.</a:t>
            </a:r>
          </a:p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Target option 1.5 is no longer supported. Use 1.6 or later.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28ED10A-5A13-46D8-88FA-6267F3D82716}"/>
              </a:ext>
            </a:extLst>
          </p:cNvPr>
          <p:cNvSpPr/>
          <p:nvPr/>
        </p:nvSpPr>
        <p:spPr>
          <a:xfrm>
            <a:off x="3217545" y="521926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testOnWildcards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EventEmitter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ee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EventEmitter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303779E-FE20-454D-9175-51E1B6650026}"/>
              </a:ext>
            </a:extLst>
          </p:cNvPr>
          <p:cNvSpPr/>
          <p:nvPr/>
        </p:nvSpPr>
        <p:spPr>
          <a:xfrm>
            <a:off x="3217545" y="5605347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3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/test/java/SyncTestCase.java:[77,27] no suitable constructor found for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boolean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() is not applicable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  (actual and formal argument lists differ in length)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boolean,boolean,int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not applicable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  (actual and formal argument lists differ in length)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java.lang.String,boolean,boolean,int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not applicable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  (actual and formal argument lists differ in length)</a:t>
            </a:r>
            <a:endParaRPr lang="zh-CN" altLang="en-US" sz="3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0DD6E47-477B-4A75-A9E4-315DEEC46AEC}"/>
              </a:ext>
            </a:extLst>
          </p:cNvPr>
          <p:cNvSpPr/>
          <p:nvPr/>
        </p:nvSpPr>
        <p:spPr>
          <a:xfrm>
            <a:off x="5923915" y="60683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setDerivedUnitsAndConstants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mS = 1e-3 * S;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1e-6 * S;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1e-9 * S;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 Magnetic fields and fluxes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8F6D411-2C09-4D8A-8932-6E9D6FE1DA81}"/>
              </a:ext>
            </a:extLst>
          </p:cNvPr>
          <p:cNvSpPr/>
          <p:nvPr/>
        </p:nvSpPr>
        <p:spPr>
          <a:xfrm>
            <a:off x="5923915" y="99291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/main/java/NumericalUnits.java:[264,23] reached end of file while parsing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92CFAE6-655E-459C-AF15-1D7B7D56B92C}"/>
              </a:ext>
            </a:extLst>
          </p:cNvPr>
          <p:cNvSpPr/>
          <p:nvPr/>
        </p:nvSpPr>
        <p:spPr>
          <a:xfrm>
            <a:off x="5913755" y="148059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@Override</a:t>
            </a:r>
          </a:p>
          <a:p>
            <a:r>
              <a:rPr lang="fr-F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protected T crossover(T parent1, T parent2) {</a:t>
            </a:r>
          </a:p>
          <a:p>
            <a:r>
              <a:rPr lang="fr-F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double randDouble = 0.5; // Fix: Determine a sensible legacy strategy (default 0.1)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3298BDA-43FA-411B-903F-F270B14EAE0E}"/>
              </a:ext>
            </a:extLst>
          </p:cNvPr>
          <p:cNvSpPr/>
          <p:nvPr/>
        </p:nvSpPr>
        <p:spPr>
          <a:xfrm>
            <a:off x="5913755" y="186667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Some problems were encountered while processing the POMs: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[FATAL] Non-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parseable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POM /home/repos/100SolidJavaDebug2/pom.xml: only whitespace content allowed before start tag and not @ (position: START_DOCUMENT seen @... @1:2)  @ line 1, column 2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@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CF10D15-4E0C-4360-82C4-6674882D15A5}"/>
              </a:ext>
            </a:extLst>
          </p:cNvPr>
          <p:cNvSpPr/>
          <p:nvPr/>
        </p:nvSpPr>
        <p:spPr>
          <a:xfrm>
            <a:off x="5913755" y="240642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VERSION_INFO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FCC21A2-7173-4255-AC99-67B25DBEF7E3}"/>
              </a:ext>
            </a:extLst>
          </p:cNvPr>
          <p:cNvSpPr/>
          <p:nvPr/>
        </p:nvSpPr>
        <p:spPr>
          <a:xfrm>
            <a:off x="5913755" y="279250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/main/java/AppDirs.java:[6,48] illegal start of expression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/main/java/AppDirs.java:[6,62] &lt;identifier&gt; expected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/main/java/AppDirs.java:[6,63] illegal start of type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0E1B83B-3071-44C6-98E6-671A0A1F4A63}"/>
              </a:ext>
            </a:extLst>
          </p:cNvPr>
          <p:cNvSpPr/>
          <p:nvPr/>
        </p:nvSpPr>
        <p:spPr>
          <a:xfrm>
            <a:off x="5913755" y="329415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(DEFAULT_ALPHABET, DEFAULT_BLOCK_SIZE);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enbase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(n), 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A21C6330-553F-4434-B592-B5969D92F04E}"/>
              </a:ext>
            </a:extLst>
          </p:cNvPr>
          <p:cNvSpPr/>
          <p:nvPr/>
        </p:nvSpPr>
        <p:spPr>
          <a:xfrm>
            <a:off x="5913755" y="368023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/main/java/ShortUrl.java:[45,19] method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encodeUrl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int,int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already defined in class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ShortUrl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D657681-7116-49E5-8DC4-ECF1C3B564B9}"/>
              </a:ext>
            </a:extLst>
          </p:cNvPr>
          <p:cNvSpPr/>
          <p:nvPr/>
        </p:nvSpPr>
        <p:spPr>
          <a:xfrm>
            <a:off x="5898515" y="428856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(DEFAULT_ALPHABET, DEFAULT_BLOCK_SIZE);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zh-CN" sz="3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…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0AA0994-44CF-4ADF-8BFC-C473EF070D26}"/>
              </a:ext>
            </a:extLst>
          </p:cNvPr>
          <p:cNvSpPr/>
          <p:nvPr/>
        </p:nvSpPr>
        <p:spPr>
          <a:xfrm>
            <a:off x="5898515" y="467464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/main/java/ShortUrl.java:[36,30] non-static variable this cannot be referenced from a static context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D151D20-10B1-48F9-AC22-CDC695859614}"/>
              </a:ext>
            </a:extLst>
          </p:cNvPr>
          <p:cNvSpPr/>
          <p:nvPr/>
        </p:nvSpPr>
        <p:spPr>
          <a:xfrm>
            <a:off x="5902325" y="522582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lightBlue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(frame)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grey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(message)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\r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Colorize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1E44C2E-BA1C-4564-A657-6442FA64E1D2}"/>
              </a:ext>
            </a:extLst>
          </p:cNvPr>
          <p:cNvSpPr/>
          <p:nvPr/>
        </p:nvSpPr>
        <p:spPr>
          <a:xfrm>
            <a:off x="5902325" y="561190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/main/java/Spinner.java:[29,30] c has private access in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Clui</a:t>
            </a:r>
            <a:endParaRPr lang="en-US" altLang="zh-CN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/main/java/Spinner.java:[29,62] c has private access in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Clui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C5E9E19-3783-4DC6-A4B2-CDB7AF4238DB}"/>
              </a:ext>
            </a:extLst>
          </p:cNvPr>
          <p:cNvSpPr/>
          <p:nvPr/>
        </p:nvSpPr>
        <p:spPr>
          <a:xfrm>
            <a:off x="8606155" y="601971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root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UnitNode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zh-CN" sz="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UnitNode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B527173-A563-40C9-8DCA-C96370FCC049}"/>
              </a:ext>
            </a:extLst>
          </p:cNvPr>
          <p:cNvSpPr/>
          <p:nvPr/>
        </p:nvSpPr>
        <p:spPr>
          <a:xfrm>
            <a:off x="8606155" y="988051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/main/java/Tree.java:[12,16]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UnitNode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abstract; cannot be instantiated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0600BE8-1ED7-4F6D-8709-1284492D4CDA}"/>
              </a:ext>
            </a:extLst>
          </p:cNvPr>
          <p:cNvSpPr/>
          <p:nvPr/>
        </p:nvSpPr>
        <p:spPr>
          <a:xfrm>
            <a:off x="8600059" y="149198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DeMoji.java</a:t>
            </a:r>
            <a:endParaRPr lang="en-US" altLang="zh-CN" sz="4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Demoji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emojiPattern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codeToDescMap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…</a:t>
            </a:r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6690C61-C91E-459C-8B7B-0C9909BC1F7B}"/>
              </a:ext>
            </a:extLst>
          </p:cNvPr>
          <p:cNvSpPr/>
          <p:nvPr/>
        </p:nvSpPr>
        <p:spPr>
          <a:xfrm>
            <a:off x="8600059" y="1878067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/main/java/DeMoji.java:[25,8] class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Demoji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public, should be declared in a file named Demoji.java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EF314068-92DA-4F36-8670-774E8A69F403}"/>
              </a:ext>
            </a:extLst>
          </p:cNvPr>
          <p:cNvSpPr/>
          <p:nvPr/>
        </p:nvSpPr>
        <p:spPr>
          <a:xfrm>
            <a:off x="587375" y="16895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&lt;dependency&gt;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groupId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com.github.rjeschke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groupId</a:t>
            </a:r>
            <a:r>
              <a:rPr lang="en-US" altLang="zh-CN" sz="4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altLang="zh-CN" sz="400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txtmark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0.16</a:t>
            </a:r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&lt;/dependency&gt;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7A2667C-FDAD-4ED2-9833-0E7BE3B7E062}"/>
              </a:ext>
            </a:extLst>
          </p:cNvPr>
          <p:cNvSpPr/>
          <p:nvPr/>
        </p:nvSpPr>
        <p:spPr>
          <a:xfrm>
            <a:off x="587375" y="402975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Could not resolve dependencies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for project com.example:readtime-java:jar:1.0-SNAPSHOT: Could not find artifact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com.github.rjeschke:txtmark:jar:0.16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in central (https://repo.maven.apache.org/maven2)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785CB3B-080E-4838-A023-302F349B2CA3}"/>
              </a:ext>
            </a:extLst>
          </p:cNvPr>
          <p:cNvSpPr/>
          <p:nvPr/>
        </p:nvSpPr>
        <p:spPr>
          <a:xfrm>
            <a:off x="3220847" y="17708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&lt;plugin&gt;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org.apache.maven.plugins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maven-compiler-plugin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CN" sz="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&lt;version&gt;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3.8.1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&lt;/version&gt;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&lt;configuration&gt;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&lt;source&gt;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&lt;/source&gt;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&lt;target&gt;</a:t>
            </a:r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&lt;/target&gt;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&lt;/configuration&gt;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&lt;/plugin&gt;</a:t>
            </a:r>
            <a:endParaRPr lang="en-US" altLang="zh-CN" sz="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C084CD7-796C-4F52-A474-58DF4B0E07A7}"/>
              </a:ext>
            </a:extLst>
          </p:cNvPr>
          <p:cNvSpPr/>
          <p:nvPr/>
        </p:nvSpPr>
        <p:spPr>
          <a:xfrm>
            <a:off x="3220847" y="403788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Source option 5 is no longer supported. Use 6 or later.</a:t>
            </a:r>
          </a:p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Target option 1.5 is no longer supported. Use 1.6 or later.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D77F04-0737-44F2-82E4-1F2044C36EA9}"/>
              </a:ext>
            </a:extLst>
          </p:cNvPr>
          <p:cNvSpPr/>
          <p:nvPr/>
        </p:nvSpPr>
        <p:spPr>
          <a:xfrm>
            <a:off x="-1" y="304272"/>
            <a:ext cx="587375" cy="256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pom</a:t>
            </a:r>
            <a:r>
              <a:rPr lang="zh-CN" altLang="en-US" sz="700" dirty="0"/>
              <a:t>文件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054F04E-A51F-461C-AFCD-5A35F3E1B61A}"/>
              </a:ext>
            </a:extLst>
          </p:cNvPr>
          <p:cNvSpPr/>
          <p:nvPr/>
        </p:nvSpPr>
        <p:spPr>
          <a:xfrm>
            <a:off x="0" y="4145768"/>
            <a:ext cx="587375" cy="256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dirty="0"/>
              <a:t>“next code token” </a:t>
            </a:r>
            <a:r>
              <a:rPr lang="en-US" altLang="zh-CN" sz="500" b="1" dirty="0"/>
              <a:t>predictors</a:t>
            </a:r>
            <a:endParaRPr lang="zh-CN" altLang="en-US" sz="400" dirty="0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6B4684B-FBC9-43BA-A9B0-A66B2895FD5C}"/>
              </a:ext>
            </a:extLst>
          </p:cNvPr>
          <p:cNvSpPr/>
          <p:nvPr/>
        </p:nvSpPr>
        <p:spPr>
          <a:xfrm>
            <a:off x="5936615" y="1097251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DeMoji.java</a:t>
            </a:r>
            <a:endParaRPr lang="en-US" altLang="zh-CN" sz="4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Demoji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emojiPattern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codeToDescMap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…</a:t>
            </a:r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E73B344C-2CF7-49EB-9E54-44F07F1BB7FA}"/>
              </a:ext>
            </a:extLst>
          </p:cNvPr>
          <p:cNvSpPr/>
          <p:nvPr/>
        </p:nvSpPr>
        <p:spPr>
          <a:xfrm>
            <a:off x="5936615" y="1483331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/main/java/DeMoji.java:[25,8] class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Demoji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public, should be declared in a file named Demoji.java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C2F03C-A659-4365-BA16-E7B64E0668B4}"/>
              </a:ext>
            </a:extLst>
          </p:cNvPr>
          <p:cNvSpPr/>
          <p:nvPr/>
        </p:nvSpPr>
        <p:spPr>
          <a:xfrm>
            <a:off x="0" y="3902936"/>
            <a:ext cx="587375" cy="256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语法问题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59C54F28-37AB-412F-8953-C5B80469A44E}"/>
              </a:ext>
            </a:extLst>
          </p:cNvPr>
          <p:cNvSpPr/>
          <p:nvPr/>
        </p:nvSpPr>
        <p:spPr>
          <a:xfrm>
            <a:off x="8516747" y="1096014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(DEFAULT_ALPHABET, DEFAULT_BLOCK_SIZE);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enbase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(n), 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A5B1AEB-46A8-470A-9831-889970B99836}"/>
              </a:ext>
            </a:extLst>
          </p:cNvPr>
          <p:cNvSpPr/>
          <p:nvPr/>
        </p:nvSpPr>
        <p:spPr>
          <a:xfrm>
            <a:off x="8516747" y="1482094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/main/java/ShortUrl.java:[45,19] method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encodeUrl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int,int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already defined in class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ShortUrl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F2692628-F690-43E5-B088-679FB5AD53CD}"/>
              </a:ext>
            </a:extLst>
          </p:cNvPr>
          <p:cNvSpPr/>
          <p:nvPr/>
        </p:nvSpPr>
        <p:spPr>
          <a:xfrm>
            <a:off x="587375" y="3668264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(DEFAULT_ALPHABET, DEFAULT_BLOCK_SIZE);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encodeUrl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en-US" altLang="zh-CN" sz="3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min_length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zh-CN" sz="3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UrlEncoder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…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7B735504-B38A-4EA7-9BA5-8239E94233DD}"/>
              </a:ext>
            </a:extLst>
          </p:cNvPr>
          <p:cNvSpPr/>
          <p:nvPr/>
        </p:nvSpPr>
        <p:spPr>
          <a:xfrm>
            <a:off x="587375" y="4054344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/main/java/ShortUrl.java:[36,30] non-static variable this cannot be referenced from a static context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DABDD08-489F-471F-8902-8819F7AE48A5}"/>
              </a:ext>
            </a:extLst>
          </p:cNvPr>
          <p:cNvSpPr/>
          <p:nvPr/>
        </p:nvSpPr>
        <p:spPr>
          <a:xfrm>
            <a:off x="3220085" y="3672836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lightBlue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(frame)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grey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(message)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\r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Clui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Colorize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DC9A98A-C88A-4129-930D-4A3FC283AF05}"/>
              </a:ext>
            </a:extLst>
          </p:cNvPr>
          <p:cNvSpPr/>
          <p:nvPr/>
        </p:nvSpPr>
        <p:spPr>
          <a:xfrm>
            <a:off x="3220085" y="4058916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/main/java/Spinner.java:[29,30] c has private access in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Clui</a:t>
            </a:r>
            <a:endParaRPr lang="en-US" altLang="zh-CN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/main/java/Spinner.java:[29,62] c has private access in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Clui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650A5C5E-5C70-4576-AA10-E251DBE4AE49}"/>
              </a:ext>
            </a:extLst>
          </p:cNvPr>
          <p:cNvSpPr/>
          <p:nvPr/>
        </p:nvSpPr>
        <p:spPr>
          <a:xfrm>
            <a:off x="587375" y="1115292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testOnWildcards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EventEmitter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ee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EventEmitter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altLang="zh-CN" sz="3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zh-CN" sz="3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281FF16-1834-4BC5-B6C3-8E933B6907A9}"/>
              </a:ext>
            </a:extLst>
          </p:cNvPr>
          <p:cNvSpPr/>
          <p:nvPr/>
        </p:nvSpPr>
        <p:spPr>
          <a:xfrm>
            <a:off x="587375" y="1501372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3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/test/java/SyncTestCase.java:[77,27] no suitable constructor found for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boolean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() is not applicable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  (actual and formal argument lists differ in length)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boolean,boolean,int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not applicable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  (actual and formal argument lists differ in length)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EventEmitter.EventEmitter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(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java.lang.String,boolean,boolean,int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) is not applicable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    (actual and formal argument lists differ in length)</a:t>
            </a:r>
            <a:endParaRPr lang="zh-CN" altLang="en-US" sz="3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A58AB1FE-AE31-4F18-B85F-5FDF0B261C38}"/>
              </a:ext>
            </a:extLst>
          </p:cNvPr>
          <p:cNvSpPr/>
          <p:nvPr/>
        </p:nvSpPr>
        <p:spPr>
          <a:xfrm>
            <a:off x="587375" y="194634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94BB914-4AAD-4130-B6C9-7ABEE163B5CC}"/>
              </a:ext>
            </a:extLst>
          </p:cNvPr>
          <p:cNvSpPr/>
          <p:nvPr/>
        </p:nvSpPr>
        <p:spPr>
          <a:xfrm>
            <a:off x="587375" y="233242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impl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/SequenceExpr.java:[3,17] '.' expected</a:t>
            </a:r>
            <a:endParaRPr lang="zh-CN" altLang="en-US" sz="5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F1CAD4A-98E9-4139-90DF-7E7C66FB7237}"/>
              </a:ext>
            </a:extLst>
          </p:cNvPr>
          <p:cNvSpPr/>
          <p:nvPr/>
        </p:nvSpPr>
        <p:spPr>
          <a:xfrm>
            <a:off x="0" y="5599027"/>
            <a:ext cx="587375" cy="256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编码问题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5CBC614-847C-42F8-A38D-5BFC62056A85}"/>
              </a:ext>
            </a:extLst>
          </p:cNvPr>
          <p:cNvSpPr/>
          <p:nvPr/>
        </p:nvSpPr>
        <p:spPr>
          <a:xfrm>
            <a:off x="587375" y="5335389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4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🛠️</a:t>
            </a:r>
            <a:r>
              <a:rPr lang="zh-CN" altLang="en-US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Building image </a:t>
            </a:r>
            <a:r>
              <a:rPr lang="en-US" altLang="zh-CN" sz="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nytimes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/blender:"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tag);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E871B4F-E881-4C3D-BB1F-B0912EE223D7}"/>
              </a:ext>
            </a:extLst>
          </p:cNvPr>
          <p:cNvSpPr/>
          <p:nvPr/>
        </p:nvSpPr>
        <p:spPr>
          <a:xfrm>
            <a:off x="587375" y="5721469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/main/java/Build.java:[20,37]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unmappable character (0xF0) for encoding US-ASCII</a:t>
            </a:r>
            <a:endParaRPr lang="zh-CN" altLang="en-US" sz="500" dirty="0">
              <a:solidFill>
                <a:schemeClr val="tx1"/>
              </a:solidFill>
              <a:highlight>
                <a:srgbClr val="00FFFF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8836B3F9-A154-4CE1-ACB7-5E0A95B5766E}"/>
              </a:ext>
            </a:extLst>
          </p:cNvPr>
          <p:cNvSpPr/>
          <p:nvPr/>
        </p:nvSpPr>
        <p:spPr>
          <a:xfrm>
            <a:off x="5875655" y="15054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fr-FR" altLang="zh-CN" sz="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r-FR" altLang="zh-CN" sz="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org.apache.http.client.fluent.Request</a:t>
            </a:r>
            <a:r>
              <a:rPr lang="fr-FR" altLang="zh-CN" sz="4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D35592B-1E52-4819-888F-452FD3F6C664}"/>
              </a:ext>
            </a:extLst>
          </p:cNvPr>
          <p:cNvSpPr/>
          <p:nvPr/>
        </p:nvSpPr>
        <p:spPr>
          <a:xfrm>
            <a:off x="5875655" y="401134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/main/java/StackAPI.java:[1,37]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package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</a:t>
            </a:r>
            <a:r>
              <a:rPr lang="en-US" altLang="zh-CN" sz="500" dirty="0" err="1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org.apache.http.client.fluent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does not exist</a:t>
            </a:r>
            <a:endParaRPr lang="zh-CN" altLang="en-US" sz="500" dirty="0">
              <a:solidFill>
                <a:schemeClr val="tx1"/>
              </a:solidFill>
              <a:highlight>
                <a:srgbClr val="00FFFF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FB0539C2-E257-4176-9BA8-26E2A7A5A047}"/>
              </a:ext>
            </a:extLst>
          </p:cNvPr>
          <p:cNvSpPr/>
          <p:nvPr/>
        </p:nvSpPr>
        <p:spPr>
          <a:xfrm>
            <a:off x="8535035" y="15054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@Override</a:t>
            </a:r>
          </a:p>
          <a:p>
            <a:r>
              <a:rPr lang="fr-F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protected T crossover(T parent1, T parent2) {</a:t>
            </a:r>
          </a:p>
          <a:p>
            <a:r>
              <a:rPr lang="fr-F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double randDouble = 0.5; // Fix: Determine a sensible legacy strategy (default 0.1)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D55F4F48-9208-4185-8B98-FE93576DD4F7}"/>
              </a:ext>
            </a:extLst>
          </p:cNvPr>
          <p:cNvSpPr/>
          <p:nvPr/>
        </p:nvSpPr>
        <p:spPr>
          <a:xfrm>
            <a:off x="8535035" y="401134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Some problems were encountered while processing the POMs: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[FATAL] Non-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parseable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POM /home/repos/100SolidJavaDebug2/pom.xml: only whitespace content allowed before start tag and not @ (position: START_DOCUMENT seen @... @1:2)  @ line 1, column 2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@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D2421EB8-47A0-4CDB-BD54-4F788961BA57}"/>
              </a:ext>
            </a:extLst>
          </p:cNvPr>
          <p:cNvSpPr/>
          <p:nvPr/>
        </p:nvSpPr>
        <p:spPr>
          <a:xfrm>
            <a:off x="5988320" y="366843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root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UnitNode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zh-CN" sz="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UnitNode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92C2C09-F6F5-4677-B3B5-F27583DB5A1C}"/>
              </a:ext>
            </a:extLst>
          </p:cNvPr>
          <p:cNvSpPr/>
          <p:nvPr/>
        </p:nvSpPr>
        <p:spPr>
          <a:xfrm>
            <a:off x="5988320" y="405451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/main/java/Tree.java:[12,16]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UnitNode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is abstract; cannot be instantiated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2DA0D4A0-071D-4ACD-BB08-EEAF27A07807}"/>
              </a:ext>
            </a:extLst>
          </p:cNvPr>
          <p:cNvSpPr/>
          <p:nvPr/>
        </p:nvSpPr>
        <p:spPr>
          <a:xfrm>
            <a:off x="3217159" y="2798733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setDerivedUnitsAndConstants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mS = 1e-3 * S;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1e-6 * S;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= 1e-9 * S;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 Magnetic fields and fluxes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08C89F49-220C-4561-96CC-19583A1545E1}"/>
              </a:ext>
            </a:extLst>
          </p:cNvPr>
          <p:cNvSpPr/>
          <p:nvPr/>
        </p:nvSpPr>
        <p:spPr>
          <a:xfrm>
            <a:off x="3217159" y="3184813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/main/java/NumericalUnits.java:[264,23] reached end of file while parsing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9A17274C-370C-48EF-BE37-C699D6C3D91B}"/>
              </a:ext>
            </a:extLst>
          </p:cNvPr>
          <p:cNvSpPr/>
          <p:nvPr/>
        </p:nvSpPr>
        <p:spPr>
          <a:xfrm>
            <a:off x="587375" y="4498165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"HTTP/1.0 "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httpCode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HTTP_CODES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(httpCode) </a:t>
            </a:r>
            <a:r>
              <a:rPr lang="pt-BR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sz="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\r\n</a:t>
            </a:r>
            <a:r>
              <a:rPr lang="pt-BR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F54C1466-0DEA-4550-91C2-3D91E6660C76}"/>
              </a:ext>
            </a:extLst>
          </p:cNvPr>
          <p:cNvSpPr/>
          <p:nvPr/>
        </p:nvSpPr>
        <p:spPr>
          <a:xfrm>
            <a:off x="587375" y="4884245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/main/java/Utils.java:[19,20] unreported exception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java.io.IOException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; must be caught or declared to be thrown</a:t>
            </a:r>
            <a:endParaRPr lang="zh-CN" altLang="en-US" sz="5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0F116E84-0694-4D82-8F75-D5EB7860BB0F}"/>
              </a:ext>
            </a:extLst>
          </p:cNvPr>
          <p:cNvSpPr/>
          <p:nvPr/>
        </p:nvSpPr>
        <p:spPr>
          <a:xfrm>
            <a:off x="3223078" y="110708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FMFTRLMachine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learner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FMFTRLMachine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fmDim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fmInitDev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L1, L2, L1Fm, L2Fm, D, alpha, beta,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alphaFm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betaFm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176EF86C-2A41-459E-A679-98391010900B}"/>
              </a:ext>
            </a:extLst>
          </p:cNvPr>
          <p:cNvSpPr/>
          <p:nvPr/>
        </p:nvSpPr>
        <p:spPr>
          <a:xfrm>
            <a:off x="3223078" y="1493167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3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/main/java/RunModelExample.java:[28,33] constructor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FMFTRLMachine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in class </a:t>
            </a:r>
            <a:r>
              <a:rPr lang="en-US" altLang="zh-CN" sz="3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FMFTRLMachine</a:t>
            </a:r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cannot be applied to given types;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required: int,double,double,double,double,double,int,double,double,double,double,double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found: int,double,double,double,double,double,int,double,double,double,double</a:t>
            </a:r>
          </a:p>
          <a:p>
            <a:r>
              <a:rPr lang="en-US" altLang="zh-CN" sz="3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 reason: actual and formal argument lists differ in length</a:t>
            </a:r>
            <a:endParaRPr lang="zh-CN" altLang="en-US" sz="3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7CD3780D-2F0C-4392-8375-BEC7863681C6}"/>
              </a:ext>
            </a:extLst>
          </p:cNvPr>
          <p:cNvSpPr/>
          <p:nvPr/>
        </p:nvSpPr>
        <p:spPr>
          <a:xfrm>
            <a:off x="8733155" y="3674858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RegexExpr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repeated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RegexExpr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exactly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RepeatedExpr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(expr, exactly, exactly,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758F82E-AEA3-433B-8B61-32D8312059F5}"/>
              </a:ext>
            </a:extLst>
          </p:cNvPr>
          <p:cNvSpPr/>
          <p:nvPr/>
        </p:nvSpPr>
        <p:spPr>
          <a:xfrm>
            <a:off x="8733155" y="4060938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/main/java/RegexExpr.java:[49,16]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incompatible types: </a:t>
            </a:r>
            <a:r>
              <a:rPr lang="en-US" altLang="zh-CN" sz="500" dirty="0" err="1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impl.RepeatedExpr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 </a:t>
            </a:r>
            <a:r>
              <a:rPr lang="en-US" altLang="zh-CN" sz="500" dirty="0">
                <a:solidFill>
                  <a:schemeClr val="tx1"/>
                </a:solidFill>
                <a:highlight>
                  <a:srgbClr val="00FFFF"/>
                </a:highlight>
                <a:latin typeface="-apple-system"/>
                <a:ea typeface="微软雅黑" panose="020B0503020204020204" pitchFamily="34" charset="-122"/>
              </a:rPr>
              <a:t>cannot be converted to </a:t>
            </a:r>
            <a:r>
              <a:rPr lang="en-US" altLang="zh-CN" sz="500" dirty="0" err="1">
                <a:solidFill>
                  <a:schemeClr val="tx1"/>
                </a:solidFill>
                <a:highlight>
                  <a:srgbClr val="FFFF00"/>
                </a:highlight>
                <a:latin typeface="-apple-system"/>
                <a:ea typeface="微软雅黑" panose="020B0503020204020204" pitchFamily="34" charset="-122"/>
              </a:rPr>
              <a:t>RegexExpr</a:t>
            </a:r>
            <a:endParaRPr lang="zh-CN" altLang="en-US" sz="5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240317FB-7629-4476-A150-BF5C90213F7F}"/>
              </a:ext>
            </a:extLst>
          </p:cNvPr>
          <p:cNvSpPr/>
          <p:nvPr/>
        </p:nvSpPr>
        <p:spPr>
          <a:xfrm>
            <a:off x="587375" y="2794847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JsonNode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jsonNode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A0AC911-FDE3-4CD0-AA22-EB46E8C8324F}"/>
              </a:ext>
            </a:extLst>
          </p:cNvPr>
          <p:cNvSpPr/>
          <p:nvPr/>
        </p:nvSpPr>
        <p:spPr>
          <a:xfrm>
            <a:off x="587375" y="3180927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5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5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5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/main/java/Forecast.java:[49,25] package Map does not exist</a:t>
            </a:r>
            <a:endParaRPr lang="zh-CN" altLang="en-US" sz="500" dirty="0">
              <a:solidFill>
                <a:schemeClr val="tx1"/>
              </a:solidFill>
              <a:highlight>
                <a:srgbClr val="FFFF00"/>
              </a:highlight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7180E40-A504-4FF3-A88A-5B83612AA5D1}"/>
              </a:ext>
            </a:extLst>
          </p:cNvPr>
          <p:cNvSpPr/>
          <p:nvPr/>
        </p:nvSpPr>
        <p:spPr>
          <a:xfrm>
            <a:off x="0" y="3057535"/>
            <a:ext cx="587375" cy="256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" dirty="0"/>
              <a:t>生成不完整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BF3E66EA-5D70-4A30-9C27-186C2A66A04A}"/>
              </a:ext>
            </a:extLst>
          </p:cNvPr>
          <p:cNvSpPr/>
          <p:nvPr/>
        </p:nvSpPr>
        <p:spPr>
          <a:xfrm>
            <a:off x="0" y="1381232"/>
            <a:ext cx="587375" cy="256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理解有限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2C81541-617E-447A-8DFD-C766C0C32B44}"/>
              </a:ext>
            </a:extLst>
          </p:cNvPr>
          <p:cNvSpPr/>
          <p:nvPr/>
        </p:nvSpPr>
        <p:spPr>
          <a:xfrm>
            <a:off x="3223895" y="4539289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findDiffStart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oldSrc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newSrc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oldLines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oldSrc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newLines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newSrc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F6331B1-7CC5-40F2-B1D2-49C88E80FA81}"/>
              </a:ext>
            </a:extLst>
          </p:cNvPr>
          <p:cNvSpPr/>
          <p:nvPr/>
        </p:nvSpPr>
        <p:spPr>
          <a:xfrm>
            <a:off x="3223895" y="4925369"/>
            <a:ext cx="2491105" cy="381751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/main/java/FindDiff.java:[5,42] unclosed string literal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/main/java/FindDiff.java:[6,1] unclosed string literal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/main/java/FindDiff.java:[7,42] unclosed string literal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/main/java/FindDiff.java:[8,1] unclosed string literal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B21A8BF-EF57-4A26-B4DA-8A2149A8BED0}"/>
              </a:ext>
            </a:extLst>
          </p:cNvPr>
          <p:cNvSpPr/>
          <p:nvPr/>
        </p:nvSpPr>
        <p:spPr>
          <a:xfrm>
            <a:off x="5887339" y="4540000"/>
            <a:ext cx="2491105" cy="38694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VERSION_INFO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altLang="zh-CN" sz="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altLang="zh-CN" sz="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zh-CN" sz="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2A3E07F-AE01-475E-9653-062DE379EED9}"/>
              </a:ext>
            </a:extLst>
          </p:cNvPr>
          <p:cNvSpPr/>
          <p:nvPr/>
        </p:nvSpPr>
        <p:spPr>
          <a:xfrm>
            <a:off x="5887339" y="4926080"/>
            <a:ext cx="2491105" cy="3844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/main/java/AppDirs.java:[6,48] illegal start of expression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/main/java/AppDirs.java:[6,62] &lt;identifier&gt; expected</a:t>
            </a:r>
          </a:p>
          <a:p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[</a:t>
            </a:r>
            <a:r>
              <a:rPr lang="en-US" altLang="zh-CN" sz="400" dirty="0">
                <a:solidFill>
                  <a:srgbClr val="FF0000"/>
                </a:solidFill>
                <a:latin typeface="-apple-system"/>
                <a:ea typeface="微软雅黑" panose="020B0503020204020204" pitchFamily="34" charset="-122"/>
              </a:rPr>
              <a:t>ERROR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] </a:t>
            </a:r>
            <a:r>
              <a:rPr lang="en-US" altLang="zh-CN" sz="400" dirty="0" err="1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src</a:t>
            </a:r>
            <a:r>
              <a:rPr lang="en-US" altLang="zh-CN" sz="400" dirty="0">
                <a:solidFill>
                  <a:schemeClr val="tx1"/>
                </a:solidFill>
                <a:latin typeface="-apple-system"/>
                <a:ea typeface="微软雅黑" panose="020B0503020204020204" pitchFamily="34" charset="-122"/>
              </a:rPr>
              <a:t>/main/java/AppDirs.java:[6,63] illegal start of type</a:t>
            </a:r>
            <a:endParaRPr lang="zh-CN" altLang="en-US" sz="400" dirty="0">
              <a:solidFill>
                <a:schemeClr val="tx1"/>
              </a:solidFill>
              <a:latin typeface="-apple-system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23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sci_color_1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EDF9FA"/>
      </a:accent1>
      <a:accent2>
        <a:srgbClr val="C8EBE7"/>
      </a:accent2>
      <a:accent3>
        <a:srgbClr val="79BDC8"/>
      </a:accent3>
      <a:accent4>
        <a:srgbClr val="E4E1F0"/>
      </a:accent4>
      <a:accent5>
        <a:srgbClr val="C5C2E2"/>
      </a:accent5>
      <a:accent6>
        <a:srgbClr val="F7CEC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</TotalTime>
  <Words>4008</Words>
  <Application>Microsoft Office PowerPoint</Application>
  <PresentationFormat>宽屏</PresentationFormat>
  <Paragraphs>428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-apple-system</vt:lpstr>
      <vt:lpstr>等线</vt:lpstr>
      <vt:lpstr>等线 Light</vt:lpstr>
      <vt:lpstr>微软雅黑</vt:lpstr>
      <vt:lpstr>Arial</vt:lpstr>
      <vt:lpstr>Consolas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Yanli</dc:creator>
  <cp:lastModifiedBy>Wang Yanli</cp:lastModifiedBy>
  <cp:revision>1037</cp:revision>
  <dcterms:created xsi:type="dcterms:W3CDTF">2024-09-08T06:52:17Z</dcterms:created>
  <dcterms:modified xsi:type="dcterms:W3CDTF">2024-09-23T08:18:47Z</dcterms:modified>
</cp:coreProperties>
</file>