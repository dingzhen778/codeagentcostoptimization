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8" r:id="rId2"/>
    <p:sldId id="270" r:id="rId3"/>
    <p:sldId id="271" r:id="rId4"/>
    <p:sldId id="264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5CC6"/>
    <a:srgbClr val="C00000"/>
    <a:srgbClr val="D7DFE6"/>
    <a:srgbClr val="1F6CC4"/>
    <a:srgbClr val="D8E0E6"/>
    <a:srgbClr val="083067"/>
    <a:srgbClr val="072F69"/>
    <a:srgbClr val="89B4CF"/>
    <a:srgbClr val="6E43BF"/>
    <a:srgbClr val="DAFB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53"/>
    <p:restoredTop sz="94713"/>
  </p:normalViewPr>
  <p:slideViewPr>
    <p:cSldViewPr snapToGrid="0">
      <p:cViewPr varScale="1">
        <p:scale>
          <a:sx n="108" d="100"/>
          <a:sy n="108" d="100"/>
        </p:scale>
        <p:origin x="11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AB0DB-98C9-0A40-8C7F-0CDB819CB832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3E84C-F390-2C4E-B4E7-2DF9EDA967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5227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v3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1772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v4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0373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602D3D-3C03-25FB-5CFB-DD8FC0D21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2C8A78-6184-7971-3E10-222B9392D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C7C4E8-B3F0-B14F-BA18-AB358DF01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7F1643-D555-0E54-B817-1D5B18BD5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FC94CB-717E-0BA5-C158-E51101115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5352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88EF63-F747-8148-E0FC-FD7BFCAF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7A60A1-833D-4856-4F45-CD897E8D0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668026-248E-6431-4003-0F7DE63BE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795BDB-1E90-AE71-860E-5A516612E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592E14-60F6-9198-16D0-ED1C78AEC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0550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DCF0E1-30B4-5BF1-F445-9DA35D0D6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4C208E-A6BC-5248-20A1-428B907C7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8ECD74-5BE4-1FA1-77FF-B4073CB63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65681F-35B0-B930-889E-80E4BDBD7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1150BE-39B6-39E7-9482-C7E92CB40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6742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D852D9-9569-4A09-EF6C-AE854F270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E8F5C2-FB2C-B752-A82B-C324E48F15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8B995A-15E0-46A1-15FE-2AED4F56A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E86D7A-F09E-A9D6-7566-7A3856A01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064FA8-E352-2B96-B2F5-178004D32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538B8C-DE82-3A0C-5571-C1E142880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6793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4EA53-60D3-BD4E-FC8B-0345CE137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7EE235-99D9-1C80-82EB-015033805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F1A8BA-977E-F609-FD54-6D8DFB910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450A95C-9C50-7609-0AF5-0A318452A5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4E05A9-63F8-0B56-6EB9-C17B74ADBE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F075B0C-EEC0-9B7A-A6E9-5B461896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B99A2C8-1669-FCA2-A191-6F48CF81A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FBAC36-604E-6B33-E16F-59A62887D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7031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319630-C3C5-60E4-6D94-7F396885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E564125-6218-FBD0-9366-5E61F632A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01713F-1CE4-638D-00CA-FDD26E5EE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0A80C8C-E40D-C74C-0237-10993DADD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3505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5CCAC2C-5DA6-FFD5-D64D-773B06781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A34ADED-C821-8B18-7A0F-30FFA5A6B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0358FA-7C26-63F7-80AD-0CB7906DA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1660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78EADB-2466-32D8-526F-BBDA1EB7E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A0727B-F6DA-870A-1634-0CA6EF650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588C22-F9B9-3CD7-3461-ED38584E6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BD0A78-0B89-FE0D-CD15-51B40D79F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B2233C-25E9-1ABB-8EEF-851D0002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ECE572-760E-AC40-9EBE-2286B862B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1110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D7F59F-7997-785F-4EC4-F8B3BB8C2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7C23628-EC96-C08B-AE46-5FBA90960B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CF746C-1E10-9F76-492B-9DD02311D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796498-83FB-75D7-A9E4-6BEC3C21F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DEDB00-CE8C-696E-BBF2-43C8DE0FA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409B6D-7236-8C2F-58A8-C7F75D10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694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DD0496-7DB4-0932-E078-87D05C8D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78F30D-5308-E470-DA2C-0BD5352CA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12234C-37FE-FF5A-6D3E-88E8649FB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6C760C-1174-297F-DCF3-B438A3833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A11E53-B8FE-669C-8D5E-39AF64158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3825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A9E4A1E-BFD9-F879-C367-F6453A1F3C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527C87-BE8D-85B1-A828-6A264D76E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4C0B87-C1B7-6F61-7EED-D9A52AC15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4C7E06-537B-F290-43CC-6F1D9D68C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13E246-0E76-9709-4C7A-5C2BCCBD2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0408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CE9ACE-882E-4864-9954-B7C8E3275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20A5C3-985A-9DDB-7FBF-C6BA572DB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5C7037-F3A7-509D-E807-C89F601D66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DC179B-1F8D-B908-6A42-486385E178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8605FB-317E-C215-EFCE-81DE8F548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6948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76A16EAC-F6C8-F371-4FE6-AF2B63BFECD9}"/>
              </a:ext>
            </a:extLst>
          </p:cNvPr>
          <p:cNvSpPr/>
          <p:nvPr/>
        </p:nvSpPr>
        <p:spPr>
          <a:xfrm>
            <a:off x="329782" y="404734"/>
            <a:ext cx="10630686" cy="4993099"/>
          </a:xfrm>
          <a:prstGeom prst="roundRect">
            <a:avLst>
              <a:gd name="adj" fmla="val 2863"/>
            </a:avLst>
          </a:prstGeom>
          <a:solidFill>
            <a:srgbClr val="F1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959EA44-9B40-3AB1-37FB-C71639FBD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96" y="1038269"/>
            <a:ext cx="4442265" cy="406914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A97291E-FB7A-0FCE-CE46-16098B764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615" y="1053260"/>
            <a:ext cx="4074842" cy="4069143"/>
          </a:xfrm>
          <a:prstGeom prst="rect">
            <a:avLst/>
          </a:prstGeom>
          <a:ln>
            <a:noFill/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E743FD98-A3E1-48BE-6708-959C8AD894E0}"/>
              </a:ext>
            </a:extLst>
          </p:cNvPr>
          <p:cNvSpPr/>
          <p:nvPr/>
        </p:nvSpPr>
        <p:spPr>
          <a:xfrm>
            <a:off x="1179441" y="4381907"/>
            <a:ext cx="3498575" cy="5300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4CB5C455-2B77-232B-D8DA-E2BFE66E543C}"/>
              </a:ext>
            </a:extLst>
          </p:cNvPr>
          <p:cNvCxnSpPr/>
          <p:nvPr/>
        </p:nvCxnSpPr>
        <p:spPr>
          <a:xfrm flipV="1">
            <a:off x="4678016" y="1053259"/>
            <a:ext cx="1597599" cy="3328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DC459DEE-FB7C-F9C8-F89B-5B5704622BD8}"/>
              </a:ext>
            </a:extLst>
          </p:cNvPr>
          <p:cNvCxnSpPr>
            <a:cxnSpLocks/>
          </p:cNvCxnSpPr>
          <p:nvPr/>
        </p:nvCxnSpPr>
        <p:spPr>
          <a:xfrm>
            <a:off x="4678016" y="4911993"/>
            <a:ext cx="1597599" cy="21040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0AE4A61B-7A4F-A49B-D542-B4A4D9F85E3B}"/>
              </a:ext>
            </a:extLst>
          </p:cNvPr>
          <p:cNvSpPr/>
          <p:nvPr/>
        </p:nvSpPr>
        <p:spPr>
          <a:xfrm>
            <a:off x="6275614" y="1053259"/>
            <a:ext cx="3972221" cy="4069143"/>
          </a:xfrm>
          <a:prstGeom prst="rect">
            <a:avLst/>
          </a:prstGeom>
          <a:noFill/>
          <a:ln w="285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4AD1FAF-0048-803A-5E04-366DE5BF3FA7}"/>
              </a:ext>
            </a:extLst>
          </p:cNvPr>
          <p:cNvSpPr txBox="1"/>
          <p:nvPr/>
        </p:nvSpPr>
        <p:spPr>
          <a:xfrm>
            <a:off x="745415" y="588560"/>
            <a:ext cx="4582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Issue: </a:t>
            </a:r>
            <a:r>
              <a:rPr kumimoji="1" lang="en-US" altLang="zh-CN" dirty="0" err="1"/>
              <a:t>tailwindlabs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tailwindcss</a:t>
            </a:r>
            <a:r>
              <a:rPr kumimoji="1" lang="en-US" altLang="zh-CN" dirty="0"/>
              <a:t>/issues/12318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A86E3BD-446E-3188-CECD-56AC2D7C2A57}"/>
              </a:ext>
            </a:extLst>
          </p:cNvPr>
          <p:cNvSpPr txBox="1"/>
          <p:nvPr/>
        </p:nvSpPr>
        <p:spPr>
          <a:xfrm>
            <a:off x="5533067" y="559320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Web </a:t>
            </a:r>
            <a:r>
              <a:rPr lang="en-US" altLang="zh-CN" b="1" dirty="0" err="1"/>
              <a:t>Url</a:t>
            </a:r>
            <a:r>
              <a:rPr lang="en-US" altLang="zh-CN" b="1" dirty="0"/>
              <a:t>: </a:t>
            </a:r>
            <a:r>
              <a:rPr lang="zh-CN" altLang="en-US" dirty="0"/>
              <a:t>https://play.tailwindcss.com/BuKHeMD2uv</a:t>
            </a:r>
          </a:p>
        </p:txBody>
      </p:sp>
    </p:spTree>
    <p:extLst>
      <p:ext uri="{BB962C8B-B14F-4D97-AF65-F5344CB8AC3E}">
        <p14:creationId xmlns:p14="http://schemas.microsoft.com/office/powerpoint/2010/main" val="176053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76A16EAC-F6C8-F371-4FE6-AF2B63BFECD9}"/>
              </a:ext>
            </a:extLst>
          </p:cNvPr>
          <p:cNvSpPr/>
          <p:nvPr/>
        </p:nvSpPr>
        <p:spPr>
          <a:xfrm>
            <a:off x="329782" y="404734"/>
            <a:ext cx="10630686" cy="4993099"/>
          </a:xfrm>
          <a:prstGeom prst="roundRect">
            <a:avLst>
              <a:gd name="adj" fmla="val 2863"/>
            </a:avLst>
          </a:prstGeom>
          <a:solidFill>
            <a:srgbClr val="F1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959EA44-9B40-3AB1-37FB-C71639FBD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96" y="1038269"/>
            <a:ext cx="4442265" cy="406914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A97291E-FB7A-0FCE-CE46-16098B764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615" y="1053260"/>
            <a:ext cx="4074842" cy="4069143"/>
          </a:xfrm>
          <a:prstGeom prst="rect">
            <a:avLst/>
          </a:prstGeom>
          <a:ln>
            <a:noFill/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E743FD98-A3E1-48BE-6708-959C8AD894E0}"/>
              </a:ext>
            </a:extLst>
          </p:cNvPr>
          <p:cNvSpPr/>
          <p:nvPr/>
        </p:nvSpPr>
        <p:spPr>
          <a:xfrm>
            <a:off x="1179441" y="4381907"/>
            <a:ext cx="3498575" cy="5300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4CB5C455-2B77-232B-D8DA-E2BFE66E543C}"/>
              </a:ext>
            </a:extLst>
          </p:cNvPr>
          <p:cNvCxnSpPr/>
          <p:nvPr/>
        </p:nvCxnSpPr>
        <p:spPr>
          <a:xfrm flipV="1">
            <a:off x="4678016" y="1053259"/>
            <a:ext cx="1597599" cy="33286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DC459DEE-FB7C-F9C8-F89B-5B5704622BD8}"/>
              </a:ext>
            </a:extLst>
          </p:cNvPr>
          <p:cNvCxnSpPr>
            <a:cxnSpLocks/>
          </p:cNvCxnSpPr>
          <p:nvPr/>
        </p:nvCxnSpPr>
        <p:spPr>
          <a:xfrm>
            <a:off x="4678016" y="4911993"/>
            <a:ext cx="1597599" cy="21040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0AE4A61B-7A4F-A49B-D542-B4A4D9F85E3B}"/>
              </a:ext>
            </a:extLst>
          </p:cNvPr>
          <p:cNvSpPr/>
          <p:nvPr/>
        </p:nvSpPr>
        <p:spPr>
          <a:xfrm>
            <a:off x="6275614" y="1053259"/>
            <a:ext cx="3972221" cy="4069143"/>
          </a:xfrm>
          <a:prstGeom prst="rect">
            <a:avLst/>
          </a:prstGeom>
          <a:noFill/>
          <a:ln w="285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4AD1FAF-0048-803A-5E04-366DE5BF3FA7}"/>
              </a:ext>
            </a:extLst>
          </p:cNvPr>
          <p:cNvSpPr txBox="1"/>
          <p:nvPr/>
        </p:nvSpPr>
        <p:spPr>
          <a:xfrm>
            <a:off x="941273" y="588560"/>
            <a:ext cx="3971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Issue: </a:t>
            </a:r>
            <a:r>
              <a:rPr kumimoji="1" lang="en-US" altLang="zh-CN" dirty="0" err="1"/>
              <a:t>tailwindlabs</a:t>
            </a:r>
            <a:r>
              <a:rPr kumimoji="1" lang="en-US" altLang="zh-CN" dirty="0"/>
              <a:t>/tailwindcss-12318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A86E3BD-446E-3188-CECD-56AC2D7C2A57}"/>
              </a:ext>
            </a:extLst>
          </p:cNvPr>
          <p:cNvSpPr txBox="1"/>
          <p:nvPr/>
        </p:nvSpPr>
        <p:spPr>
          <a:xfrm>
            <a:off x="5533067" y="559320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Web </a:t>
            </a:r>
            <a:r>
              <a:rPr lang="en-US" altLang="zh-CN" b="1" dirty="0" err="1"/>
              <a:t>Url</a:t>
            </a:r>
            <a:r>
              <a:rPr lang="en-US" altLang="zh-CN" b="1" dirty="0"/>
              <a:t>: </a:t>
            </a:r>
            <a:r>
              <a:rPr lang="zh-CN" altLang="en-US" dirty="0"/>
              <a:t>https://play.tailwindcss.com/BuKHeMD2uv</a:t>
            </a:r>
          </a:p>
        </p:txBody>
      </p:sp>
    </p:spTree>
    <p:extLst>
      <p:ext uri="{BB962C8B-B14F-4D97-AF65-F5344CB8AC3E}">
        <p14:creationId xmlns:p14="http://schemas.microsoft.com/office/powerpoint/2010/main" val="1999809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A76FB-60D7-5110-B588-0552C558E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CD564C42-95EC-9F4B-876E-C71A63896DCD}"/>
              </a:ext>
            </a:extLst>
          </p:cNvPr>
          <p:cNvSpPr/>
          <p:nvPr/>
        </p:nvSpPr>
        <p:spPr>
          <a:xfrm>
            <a:off x="329782" y="486137"/>
            <a:ext cx="10630686" cy="4911696"/>
          </a:xfrm>
          <a:prstGeom prst="roundRect">
            <a:avLst>
              <a:gd name="adj" fmla="val 2863"/>
            </a:avLst>
          </a:prstGeom>
          <a:solidFill>
            <a:srgbClr val="F1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DA1E3BA-2A8E-9691-3839-3CE01D578C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6187"/>
          <a:stretch/>
        </p:blipFill>
        <p:spPr>
          <a:xfrm>
            <a:off x="726136" y="1038269"/>
            <a:ext cx="3972221" cy="417210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386C576-1F14-E2B1-D539-475B019DEE88}"/>
              </a:ext>
            </a:extLst>
          </p:cNvPr>
          <p:cNvSpPr/>
          <p:nvPr/>
        </p:nvSpPr>
        <p:spPr>
          <a:xfrm>
            <a:off x="1162559" y="3645409"/>
            <a:ext cx="1938199" cy="1950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F2B0F6CC-CE7B-0F7A-7825-91D73D688534}"/>
              </a:ext>
            </a:extLst>
          </p:cNvPr>
          <p:cNvCxnSpPr>
            <a:cxnSpLocks/>
          </p:cNvCxnSpPr>
          <p:nvPr/>
        </p:nvCxnSpPr>
        <p:spPr>
          <a:xfrm flipV="1">
            <a:off x="3100758" y="1053259"/>
            <a:ext cx="3040745" cy="25921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06C10E29-99B7-0915-64C7-3937B86E08F2}"/>
              </a:ext>
            </a:extLst>
          </p:cNvPr>
          <p:cNvCxnSpPr>
            <a:cxnSpLocks/>
          </p:cNvCxnSpPr>
          <p:nvPr/>
        </p:nvCxnSpPr>
        <p:spPr>
          <a:xfrm>
            <a:off x="3100758" y="3840480"/>
            <a:ext cx="3040745" cy="128192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F218E9BE-2E58-0B2B-3291-348457EA6FAA}"/>
              </a:ext>
            </a:extLst>
          </p:cNvPr>
          <p:cNvSpPr txBox="1"/>
          <p:nvPr/>
        </p:nvSpPr>
        <p:spPr>
          <a:xfrm>
            <a:off x="604216" y="588560"/>
            <a:ext cx="3971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Issue</a:t>
            </a: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kumimoji="1"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tailwindlabs</a:t>
            </a: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/tailwindcss-12318</a:t>
            </a:r>
            <a:endParaRPr kumimoji="1" lang="zh-CN" altLang="en-US" sz="14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BEDBF85-79CE-D909-AC19-371376D907A4}"/>
              </a:ext>
            </a:extLst>
          </p:cNvPr>
          <p:cNvSpPr txBox="1"/>
          <p:nvPr/>
        </p:nvSpPr>
        <p:spPr>
          <a:xfrm>
            <a:off x="5357705" y="588560"/>
            <a:ext cx="55391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Website Links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https://play.tailwindcss.com/BuKHeMD2uv</a:t>
            </a:r>
            <a:endParaRPr kumimoji="1"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D1E6B94-82CD-CBF3-6A0D-C9ED163641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6772"/>
          <a:stretch/>
        </p:blipFill>
        <p:spPr>
          <a:xfrm>
            <a:off x="6164651" y="1066878"/>
            <a:ext cx="3972221" cy="4055524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2E96D237-BF0F-4F91-9BB8-33FD5F5057C8}"/>
              </a:ext>
            </a:extLst>
          </p:cNvPr>
          <p:cNvSpPr/>
          <p:nvPr/>
        </p:nvSpPr>
        <p:spPr>
          <a:xfrm>
            <a:off x="6164652" y="1053259"/>
            <a:ext cx="3972221" cy="4069143"/>
          </a:xfrm>
          <a:prstGeom prst="rect">
            <a:avLst/>
          </a:prstGeom>
          <a:noFill/>
          <a:ln w="285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0839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A76FB-60D7-5110-B588-0552C558E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CD564C42-95EC-9F4B-876E-C71A63896DCD}"/>
              </a:ext>
            </a:extLst>
          </p:cNvPr>
          <p:cNvSpPr/>
          <p:nvPr/>
        </p:nvSpPr>
        <p:spPr>
          <a:xfrm>
            <a:off x="541867" y="648125"/>
            <a:ext cx="8822266" cy="4749707"/>
          </a:xfrm>
          <a:prstGeom prst="roundRect">
            <a:avLst>
              <a:gd name="adj" fmla="val 0"/>
            </a:avLst>
          </a:prstGeom>
          <a:solidFill>
            <a:srgbClr val="002060">
              <a:alpha val="100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DA1E3BA-2A8E-9691-3839-3CE01D578C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6187"/>
          <a:stretch/>
        </p:blipFill>
        <p:spPr>
          <a:xfrm>
            <a:off x="726136" y="1038269"/>
            <a:ext cx="3972221" cy="417210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386C576-1F14-E2B1-D539-475B019DEE88}"/>
              </a:ext>
            </a:extLst>
          </p:cNvPr>
          <p:cNvSpPr/>
          <p:nvPr/>
        </p:nvSpPr>
        <p:spPr>
          <a:xfrm>
            <a:off x="1162559" y="3645409"/>
            <a:ext cx="1938199" cy="19507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F2B0F6CC-CE7B-0F7A-7825-91D73D688534}"/>
              </a:ext>
            </a:extLst>
          </p:cNvPr>
          <p:cNvCxnSpPr>
            <a:cxnSpLocks/>
          </p:cNvCxnSpPr>
          <p:nvPr/>
        </p:nvCxnSpPr>
        <p:spPr>
          <a:xfrm flipV="1">
            <a:off x="3100758" y="1066878"/>
            <a:ext cx="1993953" cy="257853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06C10E29-99B7-0915-64C7-3937B86E08F2}"/>
              </a:ext>
            </a:extLst>
          </p:cNvPr>
          <p:cNvCxnSpPr>
            <a:cxnSpLocks/>
          </p:cNvCxnSpPr>
          <p:nvPr/>
        </p:nvCxnSpPr>
        <p:spPr>
          <a:xfrm>
            <a:off x="3100758" y="3840480"/>
            <a:ext cx="1993953" cy="136989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F218E9BE-2E58-0B2B-3291-348457EA6FAA}"/>
              </a:ext>
            </a:extLst>
          </p:cNvPr>
          <p:cNvSpPr txBox="1"/>
          <p:nvPr/>
        </p:nvSpPr>
        <p:spPr>
          <a:xfrm>
            <a:off x="726136" y="704698"/>
            <a:ext cx="39713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Issue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kumimoji="1"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tailwindlabs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kumimoji="1"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tailwindcss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/issues/12318</a:t>
            </a:r>
            <a:endParaRPr kumimoji="1"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BEDBF85-79CE-D909-AC19-371376D907A4}"/>
              </a:ext>
            </a:extLst>
          </p:cNvPr>
          <p:cNvSpPr txBox="1"/>
          <p:nvPr/>
        </p:nvSpPr>
        <p:spPr>
          <a:xfrm>
            <a:off x="4323097" y="704698"/>
            <a:ext cx="55391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Website Link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https://play.tailwindcss.com/BuKHeMD2uv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D1E6B94-82CD-CBF3-6A0D-C9ED163641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6772"/>
          <a:stretch/>
        </p:blipFill>
        <p:spPr>
          <a:xfrm>
            <a:off x="5094711" y="1066878"/>
            <a:ext cx="3972221" cy="414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43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16413</TotalTime>
  <Words>72</Words>
  <Application>Microsoft Macintosh PowerPoint</Application>
  <PresentationFormat>宽屏</PresentationFormat>
  <Paragraphs>12</Paragraphs>
  <Slides>4</Slides>
  <Notes>2</Notes>
  <HiddenSlides>2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亮宏 郭</dc:creator>
  <cp:lastModifiedBy>亮宏 郭</cp:lastModifiedBy>
  <cp:revision>81</cp:revision>
  <dcterms:created xsi:type="dcterms:W3CDTF">2024-10-13T15:23:45Z</dcterms:created>
  <dcterms:modified xsi:type="dcterms:W3CDTF">2024-11-01T01:28:13Z</dcterms:modified>
</cp:coreProperties>
</file>