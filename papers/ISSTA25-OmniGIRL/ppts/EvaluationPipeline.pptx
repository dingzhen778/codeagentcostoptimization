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8" r:id="rId3"/>
    <p:sldId id="269" r:id="rId4"/>
    <p:sldId id="27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5CC6"/>
    <a:srgbClr val="C00000"/>
    <a:srgbClr val="D7DFE6"/>
    <a:srgbClr val="1F6CC4"/>
    <a:srgbClr val="D8E0E6"/>
    <a:srgbClr val="083067"/>
    <a:srgbClr val="072F69"/>
    <a:srgbClr val="89B4CF"/>
    <a:srgbClr val="6E43BF"/>
    <a:srgbClr val="DAFB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53"/>
    <p:restoredTop sz="94705"/>
  </p:normalViewPr>
  <p:slideViewPr>
    <p:cSldViewPr snapToGrid="0">
      <p:cViewPr varScale="1">
        <p:scale>
          <a:sx n="108" d="100"/>
          <a:sy n="108" d="100"/>
        </p:scale>
        <p:origin x="1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AB0DB-98C9-0A40-8C7F-0CDB819CB832}" type="datetimeFigureOut">
              <a:rPr kumimoji="1" lang="zh-CN" altLang="en-US" smtClean="0"/>
              <a:t>2024/12/26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3E84C-F390-2C4E-B4E7-2DF9EDA967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522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v1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709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v2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550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v3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9084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8E767-5A4B-DB67-2F43-D267213C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36C359-FFD5-5EBC-73C2-86B24D393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5D5BA6-F57C-85FB-FAA5-3828DC2FF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v3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F7302D-A58B-51A6-9469-45D916FC0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4132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02D3D-3C03-25FB-5CFB-DD8FC0D21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2C8A78-6184-7971-3E10-222B9392D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C7C4E8-B3F0-B14F-BA18-AB358DF0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7F1643-D555-0E54-B817-1D5B18BD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FC94CB-717E-0BA5-C158-E5110111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5352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8EF63-F747-8148-E0FC-FD7BFCAF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7A60A1-833D-4856-4F45-CD897E8D0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668026-248E-6431-4003-0F7DE63B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795BDB-1E90-AE71-860E-5A516612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2E14-60F6-9198-16D0-ED1C78AE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055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CF0E1-30B4-5BF1-F445-9DA35D0D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4C208E-A6BC-5248-20A1-428B907C7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ECD74-5BE4-1FA1-77FF-B4073CB6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5681F-35B0-B930-889E-80E4BDBD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150BE-39B6-39E7-9482-C7E92CB4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6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852D9-9569-4A09-EF6C-AE854F27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E8F5C2-FB2C-B752-A82B-C324E48F1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8B995A-15E0-46A1-15FE-2AED4F56A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E86D7A-F09E-A9D6-7566-7A3856A0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2024/12/26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064FA8-E352-2B96-B2F5-178004D3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538B8C-DE82-3A0C-5571-C1E14288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679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4EA53-60D3-BD4E-FC8B-0345CE13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7EE235-99D9-1C80-82EB-015033805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F1A8BA-977E-F609-FD54-6D8DFB910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50A95C-9C50-7609-0AF5-0A318452A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4E05A9-63F8-0B56-6EB9-C17B74ADB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075B0C-EEC0-9B7A-A6E9-5B461896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2024/12/26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99A2C8-1669-FCA2-A191-6F48CF81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FBAC36-604E-6B33-E16F-59A62887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703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19630-C3C5-60E4-6D94-7F396885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564125-6218-FBD0-9366-5E61F632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2024/12/26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01713F-1CE4-638D-00CA-FDD26E5E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A80C8C-E40D-C74C-0237-10993DAD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350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CCAC2C-5DA6-FFD5-D64D-773B0678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2024/12/26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34ADED-C821-8B18-7A0F-30FFA5A6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0358FA-7C26-63F7-80AD-0CB7906D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166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8EADB-2466-32D8-526F-BBDA1EB7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A0727B-F6DA-870A-1634-0CA6EF650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588C22-F9B9-3CD7-3461-ED38584E6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BD0A78-0B89-FE0D-CD15-51B40D79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2024/12/26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B2233C-25E9-1ABB-8EEF-851D0002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ECE572-760E-AC40-9EBE-2286B862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111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7F59F-7997-785F-4EC4-F8B3BB8C2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C23628-EC96-C08B-AE46-5FBA90960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CF746C-1E10-9F76-492B-9DD02311D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796498-83FB-75D7-A9E4-6BEC3C21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2024/12/26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DEDB00-CE8C-696E-BBF2-43C8DE0F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409B6D-7236-8C2F-58A8-C7F75D10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94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D0496-7DB4-0932-E078-87D05C8D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78F30D-5308-E470-DA2C-0BD5352CA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2234C-37FE-FF5A-6D3E-88E8649F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C760C-1174-297F-DCF3-B438A383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A11E53-B8FE-669C-8D5E-39AF64158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3825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9E4A1E-BFD9-F879-C367-F6453A1F3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527C87-BE8D-85B1-A828-6A264D76E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C0B87-C1B7-6F61-7EED-D9A52AC15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C7E06-537B-F290-43CC-6F1D9D68C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13E246-0E76-9709-4C7A-5C2BCCBD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040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CE9ACE-882E-4864-9954-B7C8E327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20A5C3-985A-9DDB-7FBF-C6BA572DB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5C7037-F3A7-509D-E807-C89F601D6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AF01C-BEA4-094A-98E3-E23B7A7C3377}" type="datetimeFigureOut">
              <a:rPr kumimoji="1" lang="zh-CN" altLang="en-US" smtClean="0"/>
              <a:t>2024/12/26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DC179B-1F8D-B908-6A42-486385E17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605FB-317E-C215-EFCE-81DE8F548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94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129">
            <a:extLst>
              <a:ext uri="{FF2B5EF4-FFF2-40B4-BE49-F238E27FC236}">
                <a16:creationId xmlns:a16="http://schemas.microsoft.com/office/drawing/2014/main" id="{0BE1779F-67DD-C2FB-5ECF-D77E14A99DF3}"/>
              </a:ext>
            </a:extLst>
          </p:cNvPr>
          <p:cNvSpPr/>
          <p:nvPr/>
        </p:nvSpPr>
        <p:spPr>
          <a:xfrm>
            <a:off x="914235" y="592016"/>
            <a:ext cx="10532993" cy="5323010"/>
          </a:xfrm>
          <a:prstGeom prst="roundRect">
            <a:avLst>
              <a:gd name="adj" fmla="val 5285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7540578-8C01-654F-20BE-F4BD9B97CDCA}"/>
              </a:ext>
            </a:extLst>
          </p:cNvPr>
          <p:cNvSpPr/>
          <p:nvPr/>
        </p:nvSpPr>
        <p:spPr>
          <a:xfrm>
            <a:off x="1537275" y="1378845"/>
            <a:ext cx="2028093" cy="911590"/>
          </a:xfrm>
          <a:prstGeom prst="roundRect">
            <a:avLst>
              <a:gd name="adj" fmla="val 10952"/>
            </a:avLst>
          </a:prstGeom>
          <a:solidFill>
            <a:srgbClr val="F5CCCE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057826-B426-C589-1263-291F60DAD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924" y="1466770"/>
            <a:ext cx="275490" cy="275490"/>
          </a:xfrm>
          <a:prstGeom prst="rect">
            <a:avLst/>
          </a:prstGeom>
          <a:noFill/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08D3FA8-E4A0-FC3D-70BE-CE866631E52F}"/>
              </a:ext>
            </a:extLst>
          </p:cNvPr>
          <p:cNvSpPr txBox="1"/>
          <p:nvPr/>
        </p:nvSpPr>
        <p:spPr>
          <a:xfrm>
            <a:off x="1824857" y="1416183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Issue: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02D796A2-C03B-8941-98F7-E3C4FCF0C2C8}"/>
              </a:ext>
            </a:extLst>
          </p:cNvPr>
          <p:cNvCxnSpPr>
            <a:cxnSpLocks/>
          </p:cNvCxnSpPr>
          <p:nvPr/>
        </p:nvCxnSpPr>
        <p:spPr>
          <a:xfrm>
            <a:off x="3689925" y="1834640"/>
            <a:ext cx="1708709" cy="0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4213A94-C794-E665-7614-FEFA14513D64}"/>
              </a:ext>
            </a:extLst>
          </p:cNvPr>
          <p:cNvSpPr txBox="1"/>
          <p:nvPr/>
        </p:nvSpPr>
        <p:spPr>
          <a:xfrm>
            <a:off x="1537275" y="1785515"/>
            <a:ext cx="2028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@apply</a:t>
            </a:r>
            <a:r>
              <a:rPr lang="en-US" altLang="zh-CN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 </a:t>
            </a:r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method is</a:t>
            </a:r>
            <a:r>
              <a:rPr lang="en-US" altLang="zh-CN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 </a:t>
            </a:r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invalid after upgrade to 3.3.1</a:t>
            </a:r>
            <a:r>
              <a:rPr lang="en-US" altLang="zh-CN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…</a:t>
            </a:r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C59DFD8-4319-900F-C26E-33D99A027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049" y="1609768"/>
            <a:ext cx="680667" cy="680667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109FC951-5859-8CE0-FCA0-FB73770D2BE4}"/>
              </a:ext>
            </a:extLst>
          </p:cNvPr>
          <p:cNvSpPr txBox="1"/>
          <p:nvPr/>
        </p:nvSpPr>
        <p:spPr>
          <a:xfrm>
            <a:off x="5560049" y="1326069"/>
            <a:ext cx="620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LLM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1A1833BD-1C4A-D490-9125-7C7BFBE14CD1}"/>
              </a:ext>
            </a:extLst>
          </p:cNvPr>
          <p:cNvCxnSpPr>
            <a:cxnSpLocks/>
          </p:cNvCxnSpPr>
          <p:nvPr/>
        </p:nvCxnSpPr>
        <p:spPr>
          <a:xfrm flipV="1">
            <a:off x="6444417" y="1875909"/>
            <a:ext cx="1698251" cy="1595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223C89AD-0A39-A10D-2E33-C061CC97142F}"/>
              </a:ext>
            </a:extLst>
          </p:cNvPr>
          <p:cNvSpPr/>
          <p:nvPr/>
        </p:nvSpPr>
        <p:spPr>
          <a:xfrm>
            <a:off x="8258780" y="1378845"/>
            <a:ext cx="2607149" cy="911587"/>
          </a:xfrm>
          <a:prstGeom prst="roundRect">
            <a:avLst>
              <a:gd name="adj" fmla="val 1690"/>
            </a:avLst>
          </a:prstGeom>
          <a:solidFill>
            <a:srgbClr val="F3F3F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DC4C41A-FEB7-C73D-D006-D51D38D9AA9D}"/>
              </a:ext>
            </a:extLst>
          </p:cNvPr>
          <p:cNvSpPr txBox="1"/>
          <p:nvPr/>
        </p:nvSpPr>
        <p:spPr>
          <a:xfrm>
            <a:off x="8481275" y="1395330"/>
            <a:ext cx="892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Patch: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F42FF4-6625-13AB-DE03-923142E65A16}"/>
              </a:ext>
            </a:extLst>
          </p:cNvPr>
          <p:cNvSpPr txBox="1"/>
          <p:nvPr/>
        </p:nvSpPr>
        <p:spPr>
          <a:xfrm>
            <a:off x="9245796" y="1467177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+12</a:t>
            </a:r>
            <a:endParaRPr kumimoji="1" lang="zh-CN" altLang="en-US" sz="1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AED3414-5E45-6AFE-27C5-00BD52D7C945}"/>
              </a:ext>
            </a:extLst>
          </p:cNvPr>
          <p:cNvSpPr txBox="1"/>
          <p:nvPr/>
        </p:nvSpPr>
        <p:spPr>
          <a:xfrm>
            <a:off x="9684435" y="1467177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-20</a:t>
            </a:r>
            <a:endParaRPr kumimoji="1"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1A2D782-9C94-41AF-E874-463B2E3F2C8D}"/>
              </a:ext>
            </a:extLst>
          </p:cNvPr>
          <p:cNvSpPr/>
          <p:nvPr/>
        </p:nvSpPr>
        <p:spPr>
          <a:xfrm>
            <a:off x="10151678" y="1610623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3CF4752-93F4-440B-A1AA-755519704312}"/>
              </a:ext>
            </a:extLst>
          </p:cNvPr>
          <p:cNvSpPr/>
          <p:nvPr/>
        </p:nvSpPr>
        <p:spPr>
          <a:xfrm>
            <a:off x="10280441" y="1610623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3437CA4-6625-C86F-7CF2-CFA6CF9919FA}"/>
              </a:ext>
            </a:extLst>
          </p:cNvPr>
          <p:cNvSpPr/>
          <p:nvPr/>
        </p:nvSpPr>
        <p:spPr>
          <a:xfrm>
            <a:off x="10408189" y="1609768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E1C5352-0803-94CB-2740-612FCD8D38F1}"/>
              </a:ext>
            </a:extLst>
          </p:cNvPr>
          <p:cNvSpPr/>
          <p:nvPr/>
        </p:nvSpPr>
        <p:spPr>
          <a:xfrm>
            <a:off x="10536952" y="1609768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BF1D6DC-CA34-1AFA-190B-7F67F4837FD9}"/>
              </a:ext>
            </a:extLst>
          </p:cNvPr>
          <p:cNvSpPr/>
          <p:nvPr/>
        </p:nvSpPr>
        <p:spPr>
          <a:xfrm>
            <a:off x="10665715" y="1609768"/>
            <a:ext cx="108000" cy="10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3783161-E436-7DBE-B399-EF42E2C35DE9}"/>
              </a:ext>
            </a:extLst>
          </p:cNvPr>
          <p:cNvSpPr/>
          <p:nvPr/>
        </p:nvSpPr>
        <p:spPr>
          <a:xfrm>
            <a:off x="8334726" y="1757713"/>
            <a:ext cx="2468824" cy="489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00B9600-FB50-B112-F828-F625A67701B7}"/>
              </a:ext>
            </a:extLst>
          </p:cNvPr>
          <p:cNvSpPr/>
          <p:nvPr/>
        </p:nvSpPr>
        <p:spPr>
          <a:xfrm>
            <a:off x="8408067" y="1842542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2EBB53B-3D48-30E6-0890-1E7284C34071}"/>
              </a:ext>
            </a:extLst>
          </p:cNvPr>
          <p:cNvSpPr/>
          <p:nvPr/>
        </p:nvSpPr>
        <p:spPr>
          <a:xfrm>
            <a:off x="8408067" y="1948446"/>
            <a:ext cx="108000" cy="21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FEE1EBA-6467-F154-1EA7-8116F4560FE8}"/>
              </a:ext>
            </a:extLst>
          </p:cNvPr>
          <p:cNvSpPr/>
          <p:nvPr/>
        </p:nvSpPr>
        <p:spPr>
          <a:xfrm>
            <a:off x="8516210" y="1840446"/>
            <a:ext cx="2250000" cy="108000"/>
          </a:xfrm>
          <a:prstGeom prst="rect">
            <a:avLst/>
          </a:prstGeom>
          <a:solidFill>
            <a:srgbClr val="D8EA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70DBB8A-0506-47C2-DC7E-97C5BF930C87}"/>
              </a:ext>
            </a:extLst>
          </p:cNvPr>
          <p:cNvSpPr/>
          <p:nvPr/>
        </p:nvSpPr>
        <p:spPr>
          <a:xfrm>
            <a:off x="8518549" y="1951450"/>
            <a:ext cx="2250000" cy="216000"/>
          </a:xfrm>
          <a:prstGeom prst="rect">
            <a:avLst/>
          </a:prstGeom>
          <a:solidFill>
            <a:srgbClr val="F4CC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D98FDB7-221A-9F41-47C4-D058732A982D}"/>
              </a:ext>
            </a:extLst>
          </p:cNvPr>
          <p:cNvSpPr txBox="1"/>
          <p:nvPr/>
        </p:nvSpPr>
        <p:spPr>
          <a:xfrm>
            <a:off x="4105984" y="1438325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Input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50B886D-493D-B5FD-57FC-14F61B383E20}"/>
              </a:ext>
            </a:extLst>
          </p:cNvPr>
          <p:cNvSpPr txBox="1"/>
          <p:nvPr/>
        </p:nvSpPr>
        <p:spPr>
          <a:xfrm>
            <a:off x="6579192" y="1495346"/>
            <a:ext cx="112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Generate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24D56835-2921-322A-4A55-FC5704CC6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192" y="1450182"/>
            <a:ext cx="261239" cy="261239"/>
          </a:xfrm>
          <a:prstGeom prst="rect">
            <a:avLst/>
          </a:prstGeom>
        </p:spPr>
      </p:pic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0D4ED090-AD1E-E577-881A-07574A128655}"/>
              </a:ext>
            </a:extLst>
          </p:cNvPr>
          <p:cNvCxnSpPr>
            <a:cxnSpLocks/>
          </p:cNvCxnSpPr>
          <p:nvPr/>
        </p:nvCxnSpPr>
        <p:spPr>
          <a:xfrm>
            <a:off x="1408316" y="2812069"/>
            <a:ext cx="9721642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7E63195D-C09B-CC63-7A0F-BC87B6EE9F32}"/>
              </a:ext>
            </a:extLst>
          </p:cNvPr>
          <p:cNvSpPr txBox="1"/>
          <p:nvPr/>
        </p:nvSpPr>
        <p:spPr>
          <a:xfrm>
            <a:off x="5352848" y="816559"/>
            <a:ext cx="1494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(a) Inference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76E6B86-1755-D941-7F49-FBD6DC39A354}"/>
              </a:ext>
            </a:extLst>
          </p:cNvPr>
          <p:cNvSpPr txBox="1"/>
          <p:nvPr/>
        </p:nvSpPr>
        <p:spPr>
          <a:xfrm>
            <a:off x="5352848" y="2944425"/>
            <a:ext cx="1619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(b) Evaluation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C3995CB0-9F4F-DB12-5987-4967D998B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5576" y="4264970"/>
            <a:ext cx="1192931" cy="1192931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04A53459-0BF9-1F02-455A-DBDE44B4556C}"/>
              </a:ext>
            </a:extLst>
          </p:cNvPr>
          <p:cNvSpPr txBox="1"/>
          <p:nvPr/>
        </p:nvSpPr>
        <p:spPr>
          <a:xfrm>
            <a:off x="1751747" y="3840588"/>
            <a:ext cx="141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Codebase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E8E4BAC3-6024-30C4-1756-24D00655E475}"/>
              </a:ext>
            </a:extLst>
          </p:cNvPr>
          <p:cNvCxnSpPr>
            <a:cxnSpLocks/>
          </p:cNvCxnSpPr>
          <p:nvPr/>
        </p:nvCxnSpPr>
        <p:spPr>
          <a:xfrm flipV="1">
            <a:off x="3142452" y="2183549"/>
            <a:ext cx="2246545" cy="2155893"/>
          </a:xfrm>
          <a:prstGeom prst="bentConnector3">
            <a:avLst>
              <a:gd name="adj1" fmla="val 32192"/>
            </a:avLst>
          </a:prstGeom>
          <a:ln w="60325"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522CC62-A063-6D7E-DB42-0920B16CFEC8}"/>
              </a:ext>
            </a:extLst>
          </p:cNvPr>
          <p:cNvCxnSpPr>
            <a:cxnSpLocks/>
          </p:cNvCxnSpPr>
          <p:nvPr/>
        </p:nvCxnSpPr>
        <p:spPr>
          <a:xfrm>
            <a:off x="3083274" y="4949761"/>
            <a:ext cx="1784412" cy="0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1" name="图片 70">
            <a:extLst>
              <a:ext uri="{FF2B5EF4-FFF2-40B4-BE49-F238E27FC236}">
                <a16:creationId xmlns:a16="http://schemas.microsoft.com/office/drawing/2014/main" id="{FF0DC9E9-7C29-A4CC-A2EE-1211B6B6F9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1631" y="4235734"/>
            <a:ext cx="1219378" cy="1219378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46166745-9C9F-F4FA-DCBD-928DF6147ECD}"/>
              </a:ext>
            </a:extLst>
          </p:cNvPr>
          <p:cNvSpPr txBox="1"/>
          <p:nvPr/>
        </p:nvSpPr>
        <p:spPr>
          <a:xfrm>
            <a:off x="4681944" y="3855293"/>
            <a:ext cx="21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Edited Codebase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083A46F1-71E4-E7F7-640E-0E6C1499B4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9143" y="4235734"/>
            <a:ext cx="305127" cy="305127"/>
          </a:xfrm>
          <a:prstGeom prst="rect">
            <a:avLst/>
          </a:prstGeom>
        </p:spPr>
      </p:pic>
      <p:cxnSp>
        <p:nvCxnSpPr>
          <p:cNvPr id="86" name="曲线连接符 85">
            <a:extLst>
              <a:ext uri="{FF2B5EF4-FFF2-40B4-BE49-F238E27FC236}">
                <a16:creationId xmlns:a16="http://schemas.microsoft.com/office/drawing/2014/main" id="{F3F4A300-BA15-1DB2-FB8E-F6D1F2B7E139}"/>
              </a:ext>
            </a:extLst>
          </p:cNvPr>
          <p:cNvCxnSpPr>
            <a:cxnSpLocks/>
            <a:stCxn id="26" idx="2"/>
            <a:endCxn id="72" idx="0"/>
          </p:cNvCxnSpPr>
          <p:nvPr/>
        </p:nvCxnSpPr>
        <p:spPr>
          <a:xfrm rot="5400000">
            <a:off x="6888624" y="1181561"/>
            <a:ext cx="1564861" cy="3782602"/>
          </a:xfrm>
          <a:prstGeom prst="curvedConnector3">
            <a:avLst>
              <a:gd name="adj1" fmla="val 79217"/>
            </a:avLst>
          </a:prstGeom>
          <a:ln w="4762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DE46A668-FB10-4F5E-A742-F42E739B3CBD}"/>
              </a:ext>
            </a:extLst>
          </p:cNvPr>
          <p:cNvSpPr txBox="1"/>
          <p:nvPr/>
        </p:nvSpPr>
        <p:spPr>
          <a:xfrm>
            <a:off x="7139257" y="3183283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Apply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E3752160-800C-7AB3-EB55-7D7875502F24}"/>
              </a:ext>
            </a:extLst>
          </p:cNvPr>
          <p:cNvCxnSpPr>
            <a:cxnSpLocks/>
          </p:cNvCxnSpPr>
          <p:nvPr/>
        </p:nvCxnSpPr>
        <p:spPr>
          <a:xfrm>
            <a:off x="6444417" y="4949761"/>
            <a:ext cx="1963650" cy="0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B8304901-6250-E64D-0E2C-D4E31078350B}"/>
              </a:ext>
            </a:extLst>
          </p:cNvPr>
          <p:cNvSpPr txBox="1"/>
          <p:nvPr/>
        </p:nvSpPr>
        <p:spPr>
          <a:xfrm>
            <a:off x="6504569" y="4547458"/>
            <a:ext cx="1632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Running Tests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9FFCE795-3771-17F4-F1BF-FA710268F5DD}"/>
              </a:ext>
            </a:extLst>
          </p:cNvPr>
          <p:cNvSpPr/>
          <p:nvPr/>
        </p:nvSpPr>
        <p:spPr>
          <a:xfrm>
            <a:off x="8575503" y="4311084"/>
            <a:ext cx="2343165" cy="1097952"/>
          </a:xfrm>
          <a:prstGeom prst="roundRect">
            <a:avLst>
              <a:gd name="adj" fmla="val 1548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4" name="图片 103">
            <a:extLst>
              <a:ext uri="{FF2B5EF4-FFF2-40B4-BE49-F238E27FC236}">
                <a16:creationId xmlns:a16="http://schemas.microsoft.com/office/drawing/2014/main" id="{972418DC-A95A-4B9F-DC88-185EC0C9B8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4666" y="4488002"/>
            <a:ext cx="208198" cy="208198"/>
          </a:xfrm>
          <a:prstGeom prst="rect">
            <a:avLst/>
          </a:prstGeom>
        </p:spPr>
      </p:pic>
      <p:sp>
        <p:nvSpPr>
          <p:cNvPr id="107" name="文本框 106">
            <a:extLst>
              <a:ext uri="{FF2B5EF4-FFF2-40B4-BE49-F238E27FC236}">
                <a16:creationId xmlns:a16="http://schemas.microsoft.com/office/drawing/2014/main" id="{0941B5EE-9ABE-B0C2-BBBF-88375500417D}"/>
              </a:ext>
            </a:extLst>
          </p:cNvPr>
          <p:cNvSpPr txBox="1"/>
          <p:nvPr/>
        </p:nvSpPr>
        <p:spPr>
          <a:xfrm>
            <a:off x="8827126" y="442165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Pass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2FA98F8-169D-3C56-845E-01E20889C676}"/>
              </a:ext>
            </a:extLst>
          </p:cNvPr>
          <p:cNvSpPr txBox="1"/>
          <p:nvPr/>
        </p:nvSpPr>
        <p:spPr>
          <a:xfrm>
            <a:off x="9389403" y="4507462"/>
            <a:ext cx="1566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pple Symbols" panose="02000000000000000000" pitchFamily="2" charset="-79"/>
              </a:rPr>
              <a:t>tests/apply.test.js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5B83BCEA-BA4E-59EF-96A9-CC33399AD8DE}"/>
              </a:ext>
            </a:extLst>
          </p:cNvPr>
          <p:cNvSpPr txBox="1"/>
          <p:nvPr/>
        </p:nvSpPr>
        <p:spPr>
          <a:xfrm>
            <a:off x="9029376" y="3877161"/>
            <a:ext cx="21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Test Log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7A775154-A673-5A13-B1BB-1791D453C3FD}"/>
              </a:ext>
            </a:extLst>
          </p:cNvPr>
          <p:cNvSpPr/>
          <p:nvPr/>
        </p:nvSpPr>
        <p:spPr>
          <a:xfrm>
            <a:off x="8709830" y="4773290"/>
            <a:ext cx="2093720" cy="553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Stable</a:t>
            </a:r>
          </a:p>
          <a:p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   ✓ @apply (207 </a:t>
            </a:r>
            <a:r>
              <a:rPr kumimoji="1" lang="en" altLang="zh-CN" sz="1000" dirty="0" err="1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ms</a:t>
            </a:r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)</a:t>
            </a:r>
          </a:p>
          <a:p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   ✓ @apply error with unknown.. </a:t>
            </a:r>
            <a:endParaRPr kumimoji="1" lang="zh-CN" altLang="en-US" sz="1000" dirty="0">
              <a:solidFill>
                <a:schemeClr val="tx1"/>
              </a:solidFill>
              <a:latin typeface="Times New Roman" panose="02020603050405020304" pitchFamily="18" charset="0"/>
              <a:ea typeface="Apple Symbols" panose="02000000000000000000" pitchFamily="2" charset="-79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03A09A-8BDA-D953-9021-7E3CA3467B6F}"/>
              </a:ext>
            </a:extLst>
          </p:cNvPr>
          <p:cNvSpPr txBox="1"/>
          <p:nvPr/>
        </p:nvSpPr>
        <p:spPr>
          <a:xfrm>
            <a:off x="1537275" y="975483"/>
            <a:ext cx="2530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 Descriptions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4E9902-3258-53B3-FEFA-ED3E40FCF757}"/>
              </a:ext>
            </a:extLst>
          </p:cNvPr>
          <p:cNvSpPr txBox="1"/>
          <p:nvPr/>
        </p:nvSpPr>
        <p:spPr>
          <a:xfrm>
            <a:off x="8481275" y="987607"/>
            <a:ext cx="224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Generated Patch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185A53-0803-4875-502D-4887C62615D0}"/>
              </a:ext>
            </a:extLst>
          </p:cNvPr>
          <p:cNvSpPr txBox="1"/>
          <p:nvPr/>
        </p:nvSpPr>
        <p:spPr>
          <a:xfrm>
            <a:off x="4114826" y="2236122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Input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152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129">
            <a:extLst>
              <a:ext uri="{FF2B5EF4-FFF2-40B4-BE49-F238E27FC236}">
                <a16:creationId xmlns:a16="http://schemas.microsoft.com/office/drawing/2014/main" id="{0BE1779F-67DD-C2FB-5ECF-D77E14A99DF3}"/>
              </a:ext>
            </a:extLst>
          </p:cNvPr>
          <p:cNvSpPr/>
          <p:nvPr/>
        </p:nvSpPr>
        <p:spPr>
          <a:xfrm>
            <a:off x="967008" y="866899"/>
            <a:ext cx="10409554" cy="4286992"/>
          </a:xfrm>
          <a:prstGeom prst="roundRect">
            <a:avLst>
              <a:gd name="adj" fmla="val 5285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7540578-8C01-654F-20BE-F4BD9B97CDCA}"/>
              </a:ext>
            </a:extLst>
          </p:cNvPr>
          <p:cNvSpPr/>
          <p:nvPr/>
        </p:nvSpPr>
        <p:spPr>
          <a:xfrm>
            <a:off x="1537275" y="1497595"/>
            <a:ext cx="2028093" cy="911590"/>
          </a:xfrm>
          <a:prstGeom prst="roundRect">
            <a:avLst>
              <a:gd name="adj" fmla="val 10952"/>
            </a:avLst>
          </a:prstGeom>
          <a:solidFill>
            <a:srgbClr val="F5CCCE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057826-B426-C589-1263-291F60DAD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924" y="1585520"/>
            <a:ext cx="275490" cy="275490"/>
          </a:xfrm>
          <a:prstGeom prst="rect">
            <a:avLst/>
          </a:prstGeom>
          <a:noFill/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08D3FA8-E4A0-FC3D-70BE-CE866631E52F}"/>
              </a:ext>
            </a:extLst>
          </p:cNvPr>
          <p:cNvSpPr txBox="1"/>
          <p:nvPr/>
        </p:nvSpPr>
        <p:spPr>
          <a:xfrm>
            <a:off x="1824857" y="1534933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Issue: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02D796A2-C03B-8941-98F7-E3C4FCF0C2C8}"/>
              </a:ext>
            </a:extLst>
          </p:cNvPr>
          <p:cNvCxnSpPr>
            <a:cxnSpLocks/>
          </p:cNvCxnSpPr>
          <p:nvPr/>
        </p:nvCxnSpPr>
        <p:spPr>
          <a:xfrm>
            <a:off x="3689925" y="1953390"/>
            <a:ext cx="1708709" cy="0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4213A94-C794-E665-7614-FEFA14513D64}"/>
              </a:ext>
            </a:extLst>
          </p:cNvPr>
          <p:cNvSpPr txBox="1"/>
          <p:nvPr/>
        </p:nvSpPr>
        <p:spPr>
          <a:xfrm>
            <a:off x="1537275" y="1904265"/>
            <a:ext cx="2028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@apply</a:t>
            </a:r>
            <a:r>
              <a:rPr lang="en-US" altLang="zh-CN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 </a:t>
            </a:r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method is</a:t>
            </a:r>
            <a:r>
              <a:rPr lang="en-US" altLang="zh-CN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 </a:t>
            </a:r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invalid after upgrade to 3.3.1</a:t>
            </a:r>
            <a:r>
              <a:rPr lang="en-US" altLang="zh-CN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…</a:t>
            </a:r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C59DFD8-4319-900F-C26E-33D99A027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049" y="1728518"/>
            <a:ext cx="680667" cy="680667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109FC951-5859-8CE0-FCA0-FB73770D2BE4}"/>
              </a:ext>
            </a:extLst>
          </p:cNvPr>
          <p:cNvSpPr txBox="1"/>
          <p:nvPr/>
        </p:nvSpPr>
        <p:spPr>
          <a:xfrm>
            <a:off x="5560049" y="1444819"/>
            <a:ext cx="620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LLM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1A1833BD-1C4A-D490-9125-7C7BFBE14CD1}"/>
              </a:ext>
            </a:extLst>
          </p:cNvPr>
          <p:cNvCxnSpPr>
            <a:cxnSpLocks/>
          </p:cNvCxnSpPr>
          <p:nvPr/>
        </p:nvCxnSpPr>
        <p:spPr>
          <a:xfrm flipV="1">
            <a:off x="6444417" y="1994659"/>
            <a:ext cx="1698251" cy="1595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223C89AD-0A39-A10D-2E33-C061CC97142F}"/>
              </a:ext>
            </a:extLst>
          </p:cNvPr>
          <p:cNvSpPr/>
          <p:nvPr/>
        </p:nvSpPr>
        <p:spPr>
          <a:xfrm>
            <a:off x="8258780" y="1497595"/>
            <a:ext cx="2607149" cy="911587"/>
          </a:xfrm>
          <a:prstGeom prst="roundRect">
            <a:avLst>
              <a:gd name="adj" fmla="val 1690"/>
            </a:avLst>
          </a:prstGeom>
          <a:solidFill>
            <a:srgbClr val="F3F3F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DC4C41A-FEB7-C73D-D006-D51D38D9AA9D}"/>
              </a:ext>
            </a:extLst>
          </p:cNvPr>
          <p:cNvSpPr txBox="1"/>
          <p:nvPr/>
        </p:nvSpPr>
        <p:spPr>
          <a:xfrm>
            <a:off x="8481275" y="1514080"/>
            <a:ext cx="892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Patch: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F42FF4-6625-13AB-DE03-923142E65A16}"/>
              </a:ext>
            </a:extLst>
          </p:cNvPr>
          <p:cNvSpPr txBox="1"/>
          <p:nvPr/>
        </p:nvSpPr>
        <p:spPr>
          <a:xfrm>
            <a:off x="9245796" y="1585927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+12</a:t>
            </a:r>
            <a:endParaRPr kumimoji="1" lang="zh-CN" altLang="en-US" sz="1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AED3414-5E45-6AFE-27C5-00BD52D7C945}"/>
              </a:ext>
            </a:extLst>
          </p:cNvPr>
          <p:cNvSpPr txBox="1"/>
          <p:nvPr/>
        </p:nvSpPr>
        <p:spPr>
          <a:xfrm>
            <a:off x="9684435" y="1585927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-20</a:t>
            </a:r>
            <a:endParaRPr kumimoji="1"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1A2D782-9C94-41AF-E874-463B2E3F2C8D}"/>
              </a:ext>
            </a:extLst>
          </p:cNvPr>
          <p:cNvSpPr/>
          <p:nvPr/>
        </p:nvSpPr>
        <p:spPr>
          <a:xfrm>
            <a:off x="10151678" y="1729373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3CF4752-93F4-440B-A1AA-755519704312}"/>
              </a:ext>
            </a:extLst>
          </p:cNvPr>
          <p:cNvSpPr/>
          <p:nvPr/>
        </p:nvSpPr>
        <p:spPr>
          <a:xfrm>
            <a:off x="10280441" y="1729373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3437CA4-6625-C86F-7CF2-CFA6CF9919FA}"/>
              </a:ext>
            </a:extLst>
          </p:cNvPr>
          <p:cNvSpPr/>
          <p:nvPr/>
        </p:nvSpPr>
        <p:spPr>
          <a:xfrm>
            <a:off x="10408189" y="1728518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E1C5352-0803-94CB-2740-612FCD8D38F1}"/>
              </a:ext>
            </a:extLst>
          </p:cNvPr>
          <p:cNvSpPr/>
          <p:nvPr/>
        </p:nvSpPr>
        <p:spPr>
          <a:xfrm>
            <a:off x="10536952" y="1728518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BF1D6DC-CA34-1AFA-190B-7F67F4837FD9}"/>
              </a:ext>
            </a:extLst>
          </p:cNvPr>
          <p:cNvSpPr/>
          <p:nvPr/>
        </p:nvSpPr>
        <p:spPr>
          <a:xfrm>
            <a:off x="10665715" y="1728518"/>
            <a:ext cx="108000" cy="10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3783161-E436-7DBE-B399-EF42E2C35DE9}"/>
              </a:ext>
            </a:extLst>
          </p:cNvPr>
          <p:cNvSpPr/>
          <p:nvPr/>
        </p:nvSpPr>
        <p:spPr>
          <a:xfrm>
            <a:off x="8334726" y="1876463"/>
            <a:ext cx="2468824" cy="489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00B9600-FB50-B112-F828-F625A67701B7}"/>
              </a:ext>
            </a:extLst>
          </p:cNvPr>
          <p:cNvSpPr/>
          <p:nvPr/>
        </p:nvSpPr>
        <p:spPr>
          <a:xfrm>
            <a:off x="8408067" y="1961292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2EBB53B-3D48-30E6-0890-1E7284C34071}"/>
              </a:ext>
            </a:extLst>
          </p:cNvPr>
          <p:cNvSpPr/>
          <p:nvPr/>
        </p:nvSpPr>
        <p:spPr>
          <a:xfrm>
            <a:off x="8408067" y="2067196"/>
            <a:ext cx="108000" cy="21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FEE1EBA-6467-F154-1EA7-8116F4560FE8}"/>
              </a:ext>
            </a:extLst>
          </p:cNvPr>
          <p:cNvSpPr/>
          <p:nvPr/>
        </p:nvSpPr>
        <p:spPr>
          <a:xfrm>
            <a:off x="8516210" y="1959196"/>
            <a:ext cx="2250000" cy="108000"/>
          </a:xfrm>
          <a:prstGeom prst="rect">
            <a:avLst/>
          </a:prstGeom>
          <a:solidFill>
            <a:srgbClr val="D8EA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70DBB8A-0506-47C2-DC7E-97C5BF930C87}"/>
              </a:ext>
            </a:extLst>
          </p:cNvPr>
          <p:cNvSpPr/>
          <p:nvPr/>
        </p:nvSpPr>
        <p:spPr>
          <a:xfrm>
            <a:off x="8518549" y="2070200"/>
            <a:ext cx="2250000" cy="216000"/>
          </a:xfrm>
          <a:prstGeom prst="rect">
            <a:avLst/>
          </a:prstGeom>
          <a:solidFill>
            <a:srgbClr val="F4CC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D98FDB7-221A-9F41-47C4-D058732A982D}"/>
              </a:ext>
            </a:extLst>
          </p:cNvPr>
          <p:cNvSpPr txBox="1"/>
          <p:nvPr/>
        </p:nvSpPr>
        <p:spPr>
          <a:xfrm>
            <a:off x="4105984" y="1557075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Input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50B886D-493D-B5FD-57FC-14F61B383E20}"/>
              </a:ext>
            </a:extLst>
          </p:cNvPr>
          <p:cNvSpPr txBox="1"/>
          <p:nvPr/>
        </p:nvSpPr>
        <p:spPr>
          <a:xfrm>
            <a:off x="6579192" y="1614096"/>
            <a:ext cx="112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Generate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24D56835-2921-322A-4A55-FC5704CC6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192" y="1568932"/>
            <a:ext cx="261239" cy="261239"/>
          </a:xfrm>
          <a:prstGeom prst="rect">
            <a:avLst/>
          </a:prstGeom>
        </p:spPr>
      </p:pic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0D4ED090-AD1E-E577-881A-07574A128655}"/>
              </a:ext>
            </a:extLst>
          </p:cNvPr>
          <p:cNvCxnSpPr>
            <a:cxnSpLocks/>
          </p:cNvCxnSpPr>
          <p:nvPr/>
        </p:nvCxnSpPr>
        <p:spPr>
          <a:xfrm>
            <a:off x="1384566" y="2835819"/>
            <a:ext cx="9721642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7E63195D-C09B-CC63-7A0F-BC87B6EE9F32}"/>
              </a:ext>
            </a:extLst>
          </p:cNvPr>
          <p:cNvSpPr txBox="1"/>
          <p:nvPr/>
        </p:nvSpPr>
        <p:spPr>
          <a:xfrm>
            <a:off x="4995638" y="970182"/>
            <a:ext cx="1494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(a) Inference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76E6B86-1755-D941-7F49-FBD6DC39A354}"/>
              </a:ext>
            </a:extLst>
          </p:cNvPr>
          <p:cNvSpPr txBox="1"/>
          <p:nvPr/>
        </p:nvSpPr>
        <p:spPr>
          <a:xfrm>
            <a:off x="4995638" y="2906740"/>
            <a:ext cx="1619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(b) Evaluation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C3995CB0-9F4F-DB12-5987-4967D998B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5225" y="3781439"/>
            <a:ext cx="1192931" cy="1192931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04A53459-0BF9-1F02-455A-DBDE44B4556C}"/>
              </a:ext>
            </a:extLst>
          </p:cNvPr>
          <p:cNvSpPr txBox="1"/>
          <p:nvPr/>
        </p:nvSpPr>
        <p:spPr>
          <a:xfrm>
            <a:off x="1751747" y="3365588"/>
            <a:ext cx="141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Codebase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E8E4BAC3-6024-30C4-1756-24D00655E475}"/>
              </a:ext>
            </a:extLst>
          </p:cNvPr>
          <p:cNvCxnSpPr>
            <a:cxnSpLocks/>
          </p:cNvCxnSpPr>
          <p:nvPr/>
        </p:nvCxnSpPr>
        <p:spPr>
          <a:xfrm flipV="1">
            <a:off x="3069916" y="2283196"/>
            <a:ext cx="2328718" cy="1663456"/>
          </a:xfrm>
          <a:prstGeom prst="bentConnector3">
            <a:avLst>
              <a:gd name="adj1" fmla="val 31642"/>
            </a:avLst>
          </a:prstGeom>
          <a:ln w="60325"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522CC62-A063-6D7E-DB42-0920B16CFEC8}"/>
              </a:ext>
            </a:extLst>
          </p:cNvPr>
          <p:cNvCxnSpPr>
            <a:cxnSpLocks/>
          </p:cNvCxnSpPr>
          <p:nvPr/>
        </p:nvCxnSpPr>
        <p:spPr>
          <a:xfrm>
            <a:off x="3083274" y="4474761"/>
            <a:ext cx="1784412" cy="0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1" name="图片 70">
            <a:extLst>
              <a:ext uri="{FF2B5EF4-FFF2-40B4-BE49-F238E27FC236}">
                <a16:creationId xmlns:a16="http://schemas.microsoft.com/office/drawing/2014/main" id="{FF0DC9E9-7C29-A4CC-A2EE-1211B6B6F9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1631" y="3760734"/>
            <a:ext cx="1219378" cy="1219378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46166745-9C9F-F4FA-DCBD-928DF6147ECD}"/>
              </a:ext>
            </a:extLst>
          </p:cNvPr>
          <p:cNvSpPr txBox="1"/>
          <p:nvPr/>
        </p:nvSpPr>
        <p:spPr>
          <a:xfrm>
            <a:off x="4681944" y="3380293"/>
            <a:ext cx="21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Edited Codebase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083A46F1-71E4-E7F7-640E-0E6C1499B4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9143" y="3760734"/>
            <a:ext cx="305127" cy="305127"/>
          </a:xfrm>
          <a:prstGeom prst="rect">
            <a:avLst/>
          </a:prstGeom>
        </p:spPr>
      </p:pic>
      <p:cxnSp>
        <p:nvCxnSpPr>
          <p:cNvPr id="86" name="曲线连接符 85">
            <a:extLst>
              <a:ext uri="{FF2B5EF4-FFF2-40B4-BE49-F238E27FC236}">
                <a16:creationId xmlns:a16="http://schemas.microsoft.com/office/drawing/2014/main" id="{F3F4A300-BA15-1DB2-FB8E-F6D1F2B7E139}"/>
              </a:ext>
            </a:extLst>
          </p:cNvPr>
          <p:cNvCxnSpPr>
            <a:cxnSpLocks/>
            <a:stCxn id="26" idx="2"/>
            <a:endCxn id="72" idx="3"/>
          </p:cNvCxnSpPr>
          <p:nvPr/>
        </p:nvCxnSpPr>
        <p:spPr>
          <a:xfrm rot="5400000">
            <a:off x="7642070" y="1644673"/>
            <a:ext cx="1155777" cy="2684794"/>
          </a:xfrm>
          <a:prstGeom prst="curvedConnector2">
            <a:avLst/>
          </a:prstGeom>
          <a:ln w="4762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DE46A668-FB10-4F5E-A742-F42E739B3CBD}"/>
              </a:ext>
            </a:extLst>
          </p:cNvPr>
          <p:cNvSpPr txBox="1"/>
          <p:nvPr/>
        </p:nvSpPr>
        <p:spPr>
          <a:xfrm>
            <a:off x="7172372" y="3131643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Apply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E3752160-800C-7AB3-EB55-7D7875502F24}"/>
              </a:ext>
            </a:extLst>
          </p:cNvPr>
          <p:cNvCxnSpPr>
            <a:cxnSpLocks/>
          </p:cNvCxnSpPr>
          <p:nvPr/>
        </p:nvCxnSpPr>
        <p:spPr>
          <a:xfrm>
            <a:off x="6444417" y="4474761"/>
            <a:ext cx="1963650" cy="0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B8304901-6250-E64D-0E2C-D4E31078350B}"/>
              </a:ext>
            </a:extLst>
          </p:cNvPr>
          <p:cNvSpPr txBox="1"/>
          <p:nvPr/>
        </p:nvSpPr>
        <p:spPr>
          <a:xfrm>
            <a:off x="6504569" y="4072458"/>
            <a:ext cx="1632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Running Tests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9FFCE795-3771-17F4-F1BF-FA710268F5DD}"/>
              </a:ext>
            </a:extLst>
          </p:cNvPr>
          <p:cNvSpPr/>
          <p:nvPr/>
        </p:nvSpPr>
        <p:spPr>
          <a:xfrm>
            <a:off x="8575503" y="3836084"/>
            <a:ext cx="2343165" cy="1097952"/>
          </a:xfrm>
          <a:prstGeom prst="roundRect">
            <a:avLst>
              <a:gd name="adj" fmla="val 1548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4" name="图片 103">
            <a:extLst>
              <a:ext uri="{FF2B5EF4-FFF2-40B4-BE49-F238E27FC236}">
                <a16:creationId xmlns:a16="http://schemas.microsoft.com/office/drawing/2014/main" id="{972418DC-A95A-4B9F-DC88-185EC0C9B8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4666" y="4013002"/>
            <a:ext cx="208198" cy="208198"/>
          </a:xfrm>
          <a:prstGeom prst="rect">
            <a:avLst/>
          </a:prstGeom>
        </p:spPr>
      </p:pic>
      <p:sp>
        <p:nvSpPr>
          <p:cNvPr id="107" name="文本框 106">
            <a:extLst>
              <a:ext uri="{FF2B5EF4-FFF2-40B4-BE49-F238E27FC236}">
                <a16:creationId xmlns:a16="http://schemas.microsoft.com/office/drawing/2014/main" id="{0941B5EE-9ABE-B0C2-BBBF-88375500417D}"/>
              </a:ext>
            </a:extLst>
          </p:cNvPr>
          <p:cNvSpPr txBox="1"/>
          <p:nvPr/>
        </p:nvSpPr>
        <p:spPr>
          <a:xfrm>
            <a:off x="8827126" y="394665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Pass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2FA98F8-169D-3C56-845E-01E20889C676}"/>
              </a:ext>
            </a:extLst>
          </p:cNvPr>
          <p:cNvSpPr txBox="1"/>
          <p:nvPr/>
        </p:nvSpPr>
        <p:spPr>
          <a:xfrm>
            <a:off x="9389403" y="4032462"/>
            <a:ext cx="1566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pple Symbols" panose="02000000000000000000" pitchFamily="2" charset="-79"/>
              </a:rPr>
              <a:t>tests/apply.test.js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5B83BCEA-BA4E-59EF-96A9-CC33399AD8DE}"/>
              </a:ext>
            </a:extLst>
          </p:cNvPr>
          <p:cNvSpPr txBox="1"/>
          <p:nvPr/>
        </p:nvSpPr>
        <p:spPr>
          <a:xfrm>
            <a:off x="9029376" y="3437786"/>
            <a:ext cx="21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Test Log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7A775154-A673-5A13-B1BB-1791D453C3FD}"/>
              </a:ext>
            </a:extLst>
          </p:cNvPr>
          <p:cNvSpPr/>
          <p:nvPr/>
        </p:nvSpPr>
        <p:spPr>
          <a:xfrm>
            <a:off x="8709830" y="4298290"/>
            <a:ext cx="2093720" cy="553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Stable</a:t>
            </a:r>
          </a:p>
          <a:p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   ✓ @apply (207 </a:t>
            </a:r>
            <a:r>
              <a:rPr kumimoji="1" lang="en" altLang="zh-CN" sz="1000" dirty="0" err="1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ms</a:t>
            </a:r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)</a:t>
            </a:r>
          </a:p>
          <a:p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   ✓ @apply error with unknown.. </a:t>
            </a:r>
            <a:endParaRPr kumimoji="1" lang="zh-CN" altLang="en-US" sz="1000" dirty="0">
              <a:solidFill>
                <a:schemeClr val="tx1"/>
              </a:solidFill>
              <a:latin typeface="Times New Roman" panose="02020603050405020304" pitchFamily="18" charset="0"/>
              <a:ea typeface="Apple Symbols" panose="02000000000000000000" pitchFamily="2" charset="-79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03A09A-8BDA-D953-9021-7E3CA3467B6F}"/>
              </a:ext>
            </a:extLst>
          </p:cNvPr>
          <p:cNvSpPr txBox="1"/>
          <p:nvPr/>
        </p:nvSpPr>
        <p:spPr>
          <a:xfrm>
            <a:off x="1408232" y="1094681"/>
            <a:ext cx="2530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 Descriptions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4E9902-3258-53B3-FEFA-ED3E40FCF757}"/>
              </a:ext>
            </a:extLst>
          </p:cNvPr>
          <p:cNvSpPr txBox="1"/>
          <p:nvPr/>
        </p:nvSpPr>
        <p:spPr>
          <a:xfrm>
            <a:off x="8481275" y="1106357"/>
            <a:ext cx="224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Generated Patch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185A53-0803-4875-502D-4887C62615D0}"/>
              </a:ext>
            </a:extLst>
          </p:cNvPr>
          <p:cNvSpPr txBox="1"/>
          <p:nvPr/>
        </p:nvSpPr>
        <p:spPr>
          <a:xfrm>
            <a:off x="4114826" y="2354872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Input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569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9756AE-8D87-B698-7328-5C60726A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129">
            <a:extLst>
              <a:ext uri="{FF2B5EF4-FFF2-40B4-BE49-F238E27FC236}">
                <a16:creationId xmlns:a16="http://schemas.microsoft.com/office/drawing/2014/main" id="{26996492-C4CC-DD84-FCD1-E3B2BF8A86BD}"/>
              </a:ext>
            </a:extLst>
          </p:cNvPr>
          <p:cNvSpPr/>
          <p:nvPr/>
        </p:nvSpPr>
        <p:spPr>
          <a:xfrm>
            <a:off x="816429" y="2954310"/>
            <a:ext cx="9040435" cy="1998690"/>
          </a:xfrm>
          <a:prstGeom prst="roundRect">
            <a:avLst>
              <a:gd name="adj" fmla="val 5285"/>
            </a:avLst>
          </a:prstGeom>
          <a:solidFill>
            <a:srgbClr val="00B050">
              <a:alpha val="5555"/>
            </a:srgb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129">
            <a:extLst>
              <a:ext uri="{FF2B5EF4-FFF2-40B4-BE49-F238E27FC236}">
                <a16:creationId xmlns:a16="http://schemas.microsoft.com/office/drawing/2014/main" id="{9C5CC402-909C-5745-5C62-28A5EE475B1B}"/>
              </a:ext>
            </a:extLst>
          </p:cNvPr>
          <p:cNvSpPr/>
          <p:nvPr/>
        </p:nvSpPr>
        <p:spPr>
          <a:xfrm>
            <a:off x="816429" y="947057"/>
            <a:ext cx="9040435" cy="1799753"/>
          </a:xfrm>
          <a:prstGeom prst="roundRect">
            <a:avLst>
              <a:gd name="adj" fmla="val 5285"/>
            </a:avLst>
          </a:prstGeom>
          <a:solidFill>
            <a:srgbClr val="835CC6">
              <a:alpha val="5000"/>
            </a:srgb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F93F364-7C7D-44D6-A674-0B713EC6BD75}"/>
              </a:ext>
            </a:extLst>
          </p:cNvPr>
          <p:cNvSpPr/>
          <p:nvPr/>
        </p:nvSpPr>
        <p:spPr>
          <a:xfrm>
            <a:off x="1537275" y="1487704"/>
            <a:ext cx="2028093" cy="1090615"/>
          </a:xfrm>
          <a:prstGeom prst="roundRect">
            <a:avLst>
              <a:gd name="adj" fmla="val 10952"/>
            </a:avLst>
          </a:prstGeom>
          <a:solidFill>
            <a:srgbClr val="7030A0">
              <a:alpha val="15214"/>
            </a:srgbClr>
          </a:solidFill>
          <a:ln w="28575">
            <a:solidFill>
              <a:srgbClr val="7030A0">
                <a:alpha val="46767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B29796-7C47-7DDD-4ECE-99CF11FF7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924" y="1575630"/>
            <a:ext cx="275490" cy="275490"/>
          </a:xfrm>
          <a:prstGeom prst="rect">
            <a:avLst/>
          </a:prstGeom>
          <a:noFill/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FEB1BD9-AC9C-3E53-A78C-376DD60838B6}"/>
              </a:ext>
            </a:extLst>
          </p:cNvPr>
          <p:cNvSpPr txBox="1"/>
          <p:nvPr/>
        </p:nvSpPr>
        <p:spPr>
          <a:xfrm>
            <a:off x="1824857" y="1525043"/>
            <a:ext cx="7681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Issue: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F267488B-5934-B81B-5848-3DFC3381FA66}"/>
              </a:ext>
            </a:extLst>
          </p:cNvPr>
          <p:cNvCxnSpPr>
            <a:cxnSpLocks/>
          </p:cNvCxnSpPr>
          <p:nvPr/>
        </p:nvCxnSpPr>
        <p:spPr>
          <a:xfrm>
            <a:off x="3689925" y="1834640"/>
            <a:ext cx="939827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00B4BB1-AEC0-2E6B-743C-596B2FB19119}"/>
              </a:ext>
            </a:extLst>
          </p:cNvPr>
          <p:cNvSpPr txBox="1"/>
          <p:nvPr/>
        </p:nvSpPr>
        <p:spPr>
          <a:xfrm>
            <a:off x="1584554" y="1839656"/>
            <a:ext cx="19568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@apply</a:t>
            </a:r>
            <a:r>
              <a:rPr lang="en-US" altLang="zh-CN" sz="1400" dirty="0">
                <a:latin typeface="Times New Roman" panose="02020603050405020304" pitchFamily="18" charset="0"/>
                <a:ea typeface="Microsoft GothicNeo" panose="02000300000000000000" pitchFamily="2" charset="-127"/>
                <a:cs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method is</a:t>
            </a:r>
            <a:r>
              <a:rPr lang="en-US" altLang="zh-CN" sz="1400" dirty="0">
                <a:latin typeface="Times New Roman" panose="02020603050405020304" pitchFamily="18" charset="0"/>
                <a:ea typeface="Microsoft GothicNeo" panose="02000300000000000000" pitchFamily="2" charset="-127"/>
                <a:cs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invalid after upgrade to 3.3.1</a:t>
            </a:r>
            <a:r>
              <a:rPr lang="en-US" altLang="zh-CN" sz="1400" dirty="0">
                <a:latin typeface="Times New Roman" panose="02020603050405020304" pitchFamily="18" charset="0"/>
                <a:ea typeface="Microsoft GothicNeo" panose="02000300000000000000" pitchFamily="2" charset="-127"/>
                <a:cs typeface="Times New Roman" panose="02020603050405020304" pitchFamily="18" charset="0"/>
              </a:rPr>
              <a:t>…</a:t>
            </a:r>
            <a:r>
              <a:rPr lang="zh-CN" altLang="en-US" sz="1400" dirty="0"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E890B5E-E694-F212-D126-E3CFFFD05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737" y="1592213"/>
            <a:ext cx="775169" cy="775169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FCAA5564-2972-DC5F-8047-2A98AC42FDA2}"/>
              </a:ext>
            </a:extLst>
          </p:cNvPr>
          <p:cNvSpPr txBox="1"/>
          <p:nvPr/>
        </p:nvSpPr>
        <p:spPr>
          <a:xfrm>
            <a:off x="4816366" y="1067549"/>
            <a:ext cx="710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LLM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1AFE80F2-2FD2-6B6B-4695-E02A8478E2DC}"/>
              </a:ext>
            </a:extLst>
          </p:cNvPr>
          <p:cNvCxnSpPr>
            <a:cxnSpLocks/>
          </p:cNvCxnSpPr>
          <p:nvPr/>
        </p:nvCxnSpPr>
        <p:spPr>
          <a:xfrm>
            <a:off x="5791745" y="2000131"/>
            <a:ext cx="1374228" cy="789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DB6C7D6F-625A-EAE7-6BD9-A46AB0FEBCBA}"/>
              </a:ext>
            </a:extLst>
          </p:cNvPr>
          <p:cNvSpPr/>
          <p:nvPr/>
        </p:nvSpPr>
        <p:spPr>
          <a:xfrm>
            <a:off x="7308745" y="1504136"/>
            <a:ext cx="2344520" cy="911590"/>
          </a:xfrm>
          <a:prstGeom prst="roundRect">
            <a:avLst>
              <a:gd name="adj" fmla="val 10359"/>
            </a:avLst>
          </a:prstGeom>
          <a:solidFill>
            <a:schemeClr val="bg1">
              <a:lumMod val="75000"/>
              <a:alpha val="28970"/>
            </a:schemeClr>
          </a:solidFill>
          <a:ln w="28575">
            <a:solidFill>
              <a:schemeClr val="tx1">
                <a:lumMod val="50000"/>
                <a:lumOff val="50000"/>
                <a:alpha val="66805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9653DE0-C21C-E23B-7DE1-DA9831B30FF7}"/>
              </a:ext>
            </a:extLst>
          </p:cNvPr>
          <p:cNvSpPr txBox="1"/>
          <p:nvPr/>
        </p:nvSpPr>
        <p:spPr>
          <a:xfrm>
            <a:off x="7509722" y="1520621"/>
            <a:ext cx="814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Patch: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A5FE5FF-744B-40EB-4644-66F43FAA6B6B}"/>
              </a:ext>
            </a:extLst>
          </p:cNvPr>
          <p:cNvSpPr txBox="1"/>
          <p:nvPr/>
        </p:nvSpPr>
        <p:spPr>
          <a:xfrm>
            <a:off x="8236726" y="1555682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+12</a:t>
            </a:r>
            <a:endParaRPr kumimoji="1" lang="zh-CN" altLang="en-US" sz="1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EBE6656-E27E-2BEA-ED44-D9BB78714565}"/>
              </a:ext>
            </a:extLst>
          </p:cNvPr>
          <p:cNvSpPr txBox="1"/>
          <p:nvPr/>
        </p:nvSpPr>
        <p:spPr>
          <a:xfrm>
            <a:off x="8608301" y="1550816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-20</a:t>
            </a:r>
            <a:endParaRPr kumimoji="1"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596EE7-6BC5-BCCA-3F65-70FB523836D7}"/>
              </a:ext>
            </a:extLst>
          </p:cNvPr>
          <p:cNvSpPr/>
          <p:nvPr/>
        </p:nvSpPr>
        <p:spPr>
          <a:xfrm>
            <a:off x="8983423" y="1661488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C92C6CE-4EA3-AE9F-D9C0-1323D007EA0E}"/>
              </a:ext>
            </a:extLst>
          </p:cNvPr>
          <p:cNvSpPr/>
          <p:nvPr/>
        </p:nvSpPr>
        <p:spPr>
          <a:xfrm>
            <a:off x="9112186" y="1661488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8BD5329-1D92-C6E6-91C8-056787B5524C}"/>
              </a:ext>
            </a:extLst>
          </p:cNvPr>
          <p:cNvSpPr/>
          <p:nvPr/>
        </p:nvSpPr>
        <p:spPr>
          <a:xfrm>
            <a:off x="9239934" y="1660633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5353894-A278-724C-33AC-212A7C47AB49}"/>
              </a:ext>
            </a:extLst>
          </p:cNvPr>
          <p:cNvSpPr/>
          <p:nvPr/>
        </p:nvSpPr>
        <p:spPr>
          <a:xfrm>
            <a:off x="9368697" y="1660633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D3957F2-D207-D113-757E-A1F59ACA505F}"/>
              </a:ext>
            </a:extLst>
          </p:cNvPr>
          <p:cNvSpPr/>
          <p:nvPr/>
        </p:nvSpPr>
        <p:spPr>
          <a:xfrm>
            <a:off x="9497460" y="1660633"/>
            <a:ext cx="108000" cy="10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055DFE2-C89B-599A-78BB-F2E4F6E67C69}"/>
              </a:ext>
            </a:extLst>
          </p:cNvPr>
          <p:cNvSpPr/>
          <p:nvPr/>
        </p:nvSpPr>
        <p:spPr>
          <a:xfrm>
            <a:off x="7363173" y="1883004"/>
            <a:ext cx="2242287" cy="489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399C4A9-FF7A-B670-CF72-AD7874351D66}"/>
              </a:ext>
            </a:extLst>
          </p:cNvPr>
          <p:cNvSpPr/>
          <p:nvPr/>
        </p:nvSpPr>
        <p:spPr>
          <a:xfrm>
            <a:off x="7436514" y="1967833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E975894-3556-3041-FB80-945D6683A11F}"/>
              </a:ext>
            </a:extLst>
          </p:cNvPr>
          <p:cNvSpPr/>
          <p:nvPr/>
        </p:nvSpPr>
        <p:spPr>
          <a:xfrm>
            <a:off x="7436514" y="2073737"/>
            <a:ext cx="108000" cy="21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1769B21-E404-BCA4-7E8F-39F8CF3D358F}"/>
              </a:ext>
            </a:extLst>
          </p:cNvPr>
          <p:cNvSpPr/>
          <p:nvPr/>
        </p:nvSpPr>
        <p:spPr>
          <a:xfrm>
            <a:off x="7544657" y="1965737"/>
            <a:ext cx="2060803" cy="108000"/>
          </a:xfrm>
          <a:prstGeom prst="rect">
            <a:avLst/>
          </a:prstGeom>
          <a:solidFill>
            <a:srgbClr val="D8EA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9FE2808-FA4B-BD1C-F9AB-7F3F9AF0E185}"/>
              </a:ext>
            </a:extLst>
          </p:cNvPr>
          <p:cNvSpPr/>
          <p:nvPr/>
        </p:nvSpPr>
        <p:spPr>
          <a:xfrm>
            <a:off x="7546996" y="2076741"/>
            <a:ext cx="2058464" cy="216000"/>
          </a:xfrm>
          <a:prstGeom prst="rect">
            <a:avLst/>
          </a:prstGeom>
          <a:solidFill>
            <a:srgbClr val="F4CC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2FF7F81-8FBA-59B0-E515-85BFFEBA9F98}"/>
              </a:ext>
            </a:extLst>
          </p:cNvPr>
          <p:cNvSpPr txBox="1"/>
          <p:nvPr/>
        </p:nvSpPr>
        <p:spPr>
          <a:xfrm>
            <a:off x="3455621" y="1525097"/>
            <a:ext cx="1425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Input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EAAA34E-745B-0C30-B048-492B091744B9}"/>
              </a:ext>
            </a:extLst>
          </p:cNvPr>
          <p:cNvSpPr txBox="1"/>
          <p:nvPr/>
        </p:nvSpPr>
        <p:spPr>
          <a:xfrm>
            <a:off x="5911001" y="1678985"/>
            <a:ext cx="89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Generate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70B7E34B-3ABF-0E5C-3E8B-5BA6BF652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639" y="1575473"/>
            <a:ext cx="261239" cy="261239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3257D1FA-884C-FAED-55B1-647722C619D5}"/>
              </a:ext>
            </a:extLst>
          </p:cNvPr>
          <p:cNvSpPr txBox="1"/>
          <p:nvPr/>
        </p:nvSpPr>
        <p:spPr>
          <a:xfrm rot="5400000">
            <a:off x="326237" y="1738050"/>
            <a:ext cx="1587247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(a) Inference</a:t>
            </a:r>
            <a:endParaRPr kumimoji="1" lang="zh-CN" altLang="en-US" sz="1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9AD68D1-C807-2BEC-AE99-4662E1C108EA}"/>
              </a:ext>
            </a:extLst>
          </p:cNvPr>
          <p:cNvSpPr txBox="1"/>
          <p:nvPr/>
        </p:nvSpPr>
        <p:spPr>
          <a:xfrm rot="5400000">
            <a:off x="258121" y="3800857"/>
            <a:ext cx="1678782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(b) Evaluation</a:t>
            </a:r>
            <a:endParaRPr kumimoji="1" lang="zh-CN" altLang="en-US" sz="1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CA41B09A-F1C0-50F4-40B3-4B9374288E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9272" y="3497853"/>
            <a:ext cx="1192931" cy="1192931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52C8C342-BDF8-D89B-B767-8C72A7FB570F}"/>
              </a:ext>
            </a:extLst>
          </p:cNvPr>
          <p:cNvSpPr txBox="1"/>
          <p:nvPr/>
        </p:nvSpPr>
        <p:spPr>
          <a:xfrm>
            <a:off x="1762603" y="3093650"/>
            <a:ext cx="141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Codebase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8519BD0D-407F-0D01-1333-0161DD0B1BBA}"/>
              </a:ext>
            </a:extLst>
          </p:cNvPr>
          <p:cNvCxnSpPr>
            <a:cxnSpLocks/>
          </p:cNvCxnSpPr>
          <p:nvPr/>
        </p:nvCxnSpPr>
        <p:spPr>
          <a:xfrm flipV="1">
            <a:off x="2996148" y="2216402"/>
            <a:ext cx="1633604" cy="1587245"/>
          </a:xfrm>
          <a:prstGeom prst="bentConnector3">
            <a:avLst>
              <a:gd name="adj1" fmla="val 45286"/>
            </a:avLst>
          </a:prstGeom>
          <a:ln w="28575">
            <a:solidFill>
              <a:schemeClr val="tx1"/>
            </a:solidFill>
            <a:prstDash val="sysDot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6B740724-AC1B-D051-0009-D52747C64E4B}"/>
              </a:ext>
            </a:extLst>
          </p:cNvPr>
          <p:cNvCxnSpPr>
            <a:cxnSpLocks/>
          </p:cNvCxnSpPr>
          <p:nvPr/>
        </p:nvCxnSpPr>
        <p:spPr>
          <a:xfrm>
            <a:off x="2996148" y="4197043"/>
            <a:ext cx="1431473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7525DC95-670A-B967-1832-585B075DDED5}"/>
              </a:ext>
            </a:extLst>
          </p:cNvPr>
          <p:cNvSpPr txBox="1"/>
          <p:nvPr/>
        </p:nvSpPr>
        <p:spPr>
          <a:xfrm>
            <a:off x="4273422" y="3130743"/>
            <a:ext cx="21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Edited Codebase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6" name="曲线连接符 85">
            <a:extLst>
              <a:ext uri="{FF2B5EF4-FFF2-40B4-BE49-F238E27FC236}">
                <a16:creationId xmlns:a16="http://schemas.microsoft.com/office/drawing/2014/main" id="{6EDC512A-408F-B3D6-4FB5-F412076BEADB}"/>
              </a:ext>
            </a:extLst>
          </p:cNvPr>
          <p:cNvCxnSpPr>
            <a:cxnSpLocks/>
            <a:stCxn id="26" idx="2"/>
            <a:endCxn id="72" idx="3"/>
          </p:cNvCxnSpPr>
          <p:nvPr/>
        </p:nvCxnSpPr>
        <p:spPr>
          <a:xfrm rot="5400000">
            <a:off x="7025181" y="1859584"/>
            <a:ext cx="899683" cy="2011966"/>
          </a:xfrm>
          <a:prstGeom prst="curvedConnector2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80FBFE10-97AC-902F-657A-BECF83DB9D8E}"/>
              </a:ext>
            </a:extLst>
          </p:cNvPr>
          <p:cNvSpPr txBox="1"/>
          <p:nvPr/>
        </p:nvSpPr>
        <p:spPr>
          <a:xfrm rot="20845264">
            <a:off x="6871219" y="2926999"/>
            <a:ext cx="65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Apply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347DF561-035F-E34E-41BF-3379F64BCF87}"/>
              </a:ext>
            </a:extLst>
          </p:cNvPr>
          <p:cNvCxnSpPr>
            <a:cxnSpLocks/>
          </p:cNvCxnSpPr>
          <p:nvPr/>
        </p:nvCxnSpPr>
        <p:spPr>
          <a:xfrm>
            <a:off x="6020398" y="4215886"/>
            <a:ext cx="123269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E406BDAC-6F49-17B4-803F-BE65B3351F61}"/>
              </a:ext>
            </a:extLst>
          </p:cNvPr>
          <p:cNvSpPr txBox="1"/>
          <p:nvPr/>
        </p:nvSpPr>
        <p:spPr>
          <a:xfrm>
            <a:off x="5950286" y="3877331"/>
            <a:ext cx="1277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Running Tests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D54C8D6-FFA3-D35C-E0B9-78E0F9C4C650}"/>
              </a:ext>
            </a:extLst>
          </p:cNvPr>
          <p:cNvSpPr txBox="1"/>
          <p:nvPr/>
        </p:nvSpPr>
        <p:spPr>
          <a:xfrm>
            <a:off x="7372863" y="3253204"/>
            <a:ext cx="21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Test Log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1B549B90-DDED-A76B-C7E7-8F1D2AAE63AC}"/>
              </a:ext>
            </a:extLst>
          </p:cNvPr>
          <p:cNvSpPr/>
          <p:nvPr/>
        </p:nvSpPr>
        <p:spPr>
          <a:xfrm>
            <a:off x="7324167" y="3648067"/>
            <a:ext cx="2343165" cy="1097952"/>
          </a:xfrm>
          <a:prstGeom prst="roundRect">
            <a:avLst>
              <a:gd name="adj" fmla="val 8745"/>
            </a:avLst>
          </a:prstGeom>
          <a:solidFill>
            <a:srgbClr val="00B050">
              <a:alpha val="30000"/>
            </a:srgbClr>
          </a:solidFill>
          <a:ln w="28575">
            <a:solidFill>
              <a:srgbClr val="00B050">
                <a:alpha val="5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4" name="图片 103">
            <a:extLst>
              <a:ext uri="{FF2B5EF4-FFF2-40B4-BE49-F238E27FC236}">
                <a16:creationId xmlns:a16="http://schemas.microsoft.com/office/drawing/2014/main" id="{F03CDEC0-3697-FEFA-4ECA-02A3E53753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3330" y="3824985"/>
            <a:ext cx="208198" cy="208198"/>
          </a:xfrm>
          <a:prstGeom prst="rect">
            <a:avLst/>
          </a:prstGeom>
        </p:spPr>
      </p:pic>
      <p:sp>
        <p:nvSpPr>
          <p:cNvPr id="107" name="文本框 106">
            <a:extLst>
              <a:ext uri="{FF2B5EF4-FFF2-40B4-BE49-F238E27FC236}">
                <a16:creationId xmlns:a16="http://schemas.microsoft.com/office/drawing/2014/main" id="{70E889BC-0B33-BF0D-AFC2-3B46406BC50C}"/>
              </a:ext>
            </a:extLst>
          </p:cNvPr>
          <p:cNvSpPr txBox="1"/>
          <p:nvPr/>
        </p:nvSpPr>
        <p:spPr>
          <a:xfrm>
            <a:off x="7575790" y="375863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Pass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FF632623-0DC1-13D2-A7AE-DE0B772049EF}"/>
              </a:ext>
            </a:extLst>
          </p:cNvPr>
          <p:cNvSpPr txBox="1"/>
          <p:nvPr/>
        </p:nvSpPr>
        <p:spPr>
          <a:xfrm>
            <a:off x="8138067" y="3844445"/>
            <a:ext cx="1566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pple Symbols" panose="02000000000000000000" pitchFamily="2" charset="-79"/>
              </a:rPr>
              <a:t>tests/apply.test.js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9A569A39-01B7-2368-6E67-141115E5322B}"/>
              </a:ext>
            </a:extLst>
          </p:cNvPr>
          <p:cNvSpPr/>
          <p:nvPr/>
        </p:nvSpPr>
        <p:spPr>
          <a:xfrm>
            <a:off x="7458494" y="4110273"/>
            <a:ext cx="2093720" cy="553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Stable</a:t>
            </a:r>
          </a:p>
          <a:p>
            <a:r>
              <a:rPr kumimoji="1" lang="en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   ✓ @apply (207 </a:t>
            </a:r>
            <a:r>
              <a:rPr kumimoji="1" lang="en" altLang="zh-CN" sz="1100" dirty="0" err="1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ms</a:t>
            </a:r>
            <a:r>
              <a:rPr kumimoji="1" lang="en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)</a:t>
            </a:r>
          </a:p>
          <a:p>
            <a:r>
              <a:rPr kumimoji="1" lang="en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   ✓ @apply error with unknown.. </a:t>
            </a:r>
            <a:endParaRPr kumimoji="1" lang="zh-CN" altLang="en-US" sz="1100" dirty="0">
              <a:solidFill>
                <a:schemeClr val="tx1"/>
              </a:solidFill>
              <a:latin typeface="Times New Roman" panose="02020603050405020304" pitchFamily="18" charset="0"/>
              <a:ea typeface="Apple Symbols" panose="02000000000000000000" pitchFamily="2" charset="-79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8EF3BB-BBB3-205C-CEF4-5B48F693A5F8}"/>
              </a:ext>
            </a:extLst>
          </p:cNvPr>
          <p:cNvSpPr txBox="1"/>
          <p:nvPr/>
        </p:nvSpPr>
        <p:spPr>
          <a:xfrm>
            <a:off x="1430275" y="1049652"/>
            <a:ext cx="228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Issue Descriptions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45D6D7-C821-E39C-77E2-9976A037A187}"/>
              </a:ext>
            </a:extLst>
          </p:cNvPr>
          <p:cNvSpPr txBox="1"/>
          <p:nvPr/>
        </p:nvSpPr>
        <p:spPr>
          <a:xfrm>
            <a:off x="7176968" y="1069512"/>
            <a:ext cx="2607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Generated Patch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E47158-B795-1128-5E42-A25099FAD86A}"/>
              </a:ext>
            </a:extLst>
          </p:cNvPr>
          <p:cNvSpPr txBox="1"/>
          <p:nvPr/>
        </p:nvSpPr>
        <p:spPr>
          <a:xfrm>
            <a:off x="3448478" y="2198461"/>
            <a:ext cx="1411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Input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F189038-C802-1F60-277C-9D501532BAE9}"/>
              </a:ext>
            </a:extLst>
          </p:cNvPr>
          <p:cNvGrpSpPr/>
          <p:nvPr/>
        </p:nvGrpSpPr>
        <p:grpSpPr>
          <a:xfrm>
            <a:off x="4502787" y="3580749"/>
            <a:ext cx="1422639" cy="1219378"/>
            <a:chOff x="5051631" y="4235734"/>
            <a:chExt cx="1422639" cy="1219378"/>
          </a:xfrm>
        </p:grpSpPr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A3074A5E-A46B-79D7-FA47-13A0A0DE3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51631" y="4235734"/>
              <a:ext cx="1219378" cy="1219378"/>
            </a:xfrm>
            <a:prstGeom prst="rect">
              <a:avLst/>
            </a:prstGeom>
          </p:spPr>
        </p:pic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2365F5F4-B7B6-4DAE-B32F-AA1C4DD91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69143" y="4235734"/>
              <a:ext cx="305127" cy="305127"/>
            </a:xfrm>
            <a:prstGeom prst="rect">
              <a:avLst/>
            </a:prstGeom>
          </p:spPr>
        </p:pic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E4F1A35A-0A7C-7015-B68C-80177A833834}"/>
                </a:ext>
              </a:extLst>
            </p:cNvPr>
            <p:cNvSpPr/>
            <p:nvPr/>
          </p:nvSpPr>
          <p:spPr>
            <a:xfrm>
              <a:off x="6164642" y="4611364"/>
              <a:ext cx="302586" cy="30512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8A210D9-63F5-F166-E3D3-BCF906057E76}"/>
              </a:ext>
            </a:extLst>
          </p:cNvPr>
          <p:cNvSpPr/>
          <p:nvPr/>
        </p:nvSpPr>
        <p:spPr>
          <a:xfrm>
            <a:off x="5661936" y="4093671"/>
            <a:ext cx="20370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911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D5BE8-8242-B329-5464-C70C4F750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129">
            <a:extLst>
              <a:ext uri="{FF2B5EF4-FFF2-40B4-BE49-F238E27FC236}">
                <a16:creationId xmlns:a16="http://schemas.microsoft.com/office/drawing/2014/main" id="{59E6C78A-F46F-B125-E9EB-B64D6F0467DE}"/>
              </a:ext>
            </a:extLst>
          </p:cNvPr>
          <p:cNvSpPr/>
          <p:nvPr/>
        </p:nvSpPr>
        <p:spPr>
          <a:xfrm>
            <a:off x="816429" y="2954310"/>
            <a:ext cx="9040435" cy="1998690"/>
          </a:xfrm>
          <a:prstGeom prst="roundRect">
            <a:avLst>
              <a:gd name="adj" fmla="val 5285"/>
            </a:avLst>
          </a:prstGeom>
          <a:solidFill>
            <a:srgbClr val="00B050">
              <a:alpha val="5555"/>
            </a:srgb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129">
            <a:extLst>
              <a:ext uri="{FF2B5EF4-FFF2-40B4-BE49-F238E27FC236}">
                <a16:creationId xmlns:a16="http://schemas.microsoft.com/office/drawing/2014/main" id="{727F922F-786F-F222-E6AC-78DF8553BB5E}"/>
              </a:ext>
            </a:extLst>
          </p:cNvPr>
          <p:cNvSpPr/>
          <p:nvPr/>
        </p:nvSpPr>
        <p:spPr>
          <a:xfrm>
            <a:off x="816429" y="947057"/>
            <a:ext cx="9040435" cy="1799753"/>
          </a:xfrm>
          <a:prstGeom prst="roundRect">
            <a:avLst>
              <a:gd name="adj" fmla="val 5285"/>
            </a:avLst>
          </a:prstGeom>
          <a:solidFill>
            <a:srgbClr val="835CC6">
              <a:alpha val="5000"/>
            </a:srgb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923A40F-7AB5-DE18-8789-BEFDC422EEB5}"/>
              </a:ext>
            </a:extLst>
          </p:cNvPr>
          <p:cNvSpPr/>
          <p:nvPr/>
        </p:nvSpPr>
        <p:spPr>
          <a:xfrm>
            <a:off x="1537275" y="1487704"/>
            <a:ext cx="2028093" cy="1090615"/>
          </a:xfrm>
          <a:prstGeom prst="roundRect">
            <a:avLst>
              <a:gd name="adj" fmla="val 10952"/>
            </a:avLst>
          </a:prstGeom>
          <a:solidFill>
            <a:srgbClr val="7030A0">
              <a:alpha val="15214"/>
            </a:srgbClr>
          </a:solidFill>
          <a:ln w="28575">
            <a:solidFill>
              <a:srgbClr val="7030A0">
                <a:alpha val="46767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928278-B272-1819-226A-5208F47CF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924" y="1575630"/>
            <a:ext cx="275490" cy="275490"/>
          </a:xfrm>
          <a:prstGeom prst="rect">
            <a:avLst/>
          </a:prstGeom>
          <a:noFill/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C6ACF96-53C1-6477-F286-B5CA667052F7}"/>
              </a:ext>
            </a:extLst>
          </p:cNvPr>
          <p:cNvSpPr txBox="1"/>
          <p:nvPr/>
        </p:nvSpPr>
        <p:spPr>
          <a:xfrm>
            <a:off x="1824857" y="1525043"/>
            <a:ext cx="7681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Issue: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936B5888-DC75-C594-36BD-3D9F2E803D24}"/>
              </a:ext>
            </a:extLst>
          </p:cNvPr>
          <p:cNvCxnSpPr>
            <a:cxnSpLocks/>
          </p:cNvCxnSpPr>
          <p:nvPr/>
        </p:nvCxnSpPr>
        <p:spPr>
          <a:xfrm>
            <a:off x="3689925" y="1834640"/>
            <a:ext cx="939827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34FB3E9-82FD-F951-43EB-455AB9C01713}"/>
              </a:ext>
            </a:extLst>
          </p:cNvPr>
          <p:cNvSpPr txBox="1"/>
          <p:nvPr/>
        </p:nvSpPr>
        <p:spPr>
          <a:xfrm>
            <a:off x="1584554" y="1839656"/>
            <a:ext cx="19568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@apply</a:t>
            </a:r>
            <a:r>
              <a:rPr lang="en-US" altLang="zh-CN" sz="1400" dirty="0">
                <a:latin typeface="Times New Roman" panose="02020603050405020304" pitchFamily="18" charset="0"/>
                <a:ea typeface="Microsoft GothicNeo" panose="02000300000000000000" pitchFamily="2" charset="-127"/>
                <a:cs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method is</a:t>
            </a:r>
            <a:r>
              <a:rPr lang="en-US" altLang="zh-CN" sz="1400" dirty="0">
                <a:latin typeface="Times New Roman" panose="02020603050405020304" pitchFamily="18" charset="0"/>
                <a:ea typeface="Microsoft GothicNeo" panose="02000300000000000000" pitchFamily="2" charset="-127"/>
                <a:cs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invalid after upgrade to 3.3.1</a:t>
            </a:r>
            <a:r>
              <a:rPr lang="en-US" altLang="zh-CN" sz="1400" dirty="0">
                <a:latin typeface="Times New Roman" panose="02020603050405020304" pitchFamily="18" charset="0"/>
                <a:ea typeface="Microsoft GothicNeo" panose="02000300000000000000" pitchFamily="2" charset="-127"/>
                <a:cs typeface="Times New Roman" panose="02020603050405020304" pitchFamily="18" charset="0"/>
              </a:rPr>
              <a:t>…</a:t>
            </a:r>
            <a:r>
              <a:rPr lang="zh-CN" altLang="en-US" sz="1400" dirty="0"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F44DCB-998C-18FD-FE62-3DD8E7DCAA7A}"/>
              </a:ext>
            </a:extLst>
          </p:cNvPr>
          <p:cNvSpPr txBox="1"/>
          <p:nvPr/>
        </p:nvSpPr>
        <p:spPr>
          <a:xfrm>
            <a:off x="4396950" y="936259"/>
            <a:ext cx="1717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GitHub Issue </a:t>
            </a:r>
          </a:p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Resolution Tool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2049515B-E7D9-7554-5908-104A8B4CF238}"/>
              </a:ext>
            </a:extLst>
          </p:cNvPr>
          <p:cNvCxnSpPr>
            <a:cxnSpLocks/>
          </p:cNvCxnSpPr>
          <p:nvPr/>
        </p:nvCxnSpPr>
        <p:spPr>
          <a:xfrm>
            <a:off x="5791745" y="2000131"/>
            <a:ext cx="1374228" cy="789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DC23AC62-2AB4-17C8-4EFB-F579C2307829}"/>
              </a:ext>
            </a:extLst>
          </p:cNvPr>
          <p:cNvSpPr/>
          <p:nvPr/>
        </p:nvSpPr>
        <p:spPr>
          <a:xfrm>
            <a:off x="7308745" y="1504136"/>
            <a:ext cx="2344520" cy="911590"/>
          </a:xfrm>
          <a:prstGeom prst="roundRect">
            <a:avLst>
              <a:gd name="adj" fmla="val 10359"/>
            </a:avLst>
          </a:prstGeom>
          <a:solidFill>
            <a:schemeClr val="bg1">
              <a:lumMod val="75000"/>
              <a:alpha val="28970"/>
            </a:schemeClr>
          </a:solidFill>
          <a:ln w="28575">
            <a:solidFill>
              <a:schemeClr val="tx1">
                <a:lumMod val="50000"/>
                <a:lumOff val="50000"/>
                <a:alpha val="66805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EA1D141-70B9-7138-21CF-0BBD5CDA3571}"/>
              </a:ext>
            </a:extLst>
          </p:cNvPr>
          <p:cNvSpPr txBox="1"/>
          <p:nvPr/>
        </p:nvSpPr>
        <p:spPr>
          <a:xfrm>
            <a:off x="7509722" y="1520621"/>
            <a:ext cx="814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Patch: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F821E50-14B4-DE25-976E-AC2C16495053}"/>
              </a:ext>
            </a:extLst>
          </p:cNvPr>
          <p:cNvSpPr txBox="1"/>
          <p:nvPr/>
        </p:nvSpPr>
        <p:spPr>
          <a:xfrm>
            <a:off x="8236726" y="1555682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+12</a:t>
            </a:r>
            <a:endParaRPr kumimoji="1" lang="zh-CN" altLang="en-US" sz="1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39AFD86-A8F3-0C97-2057-BFE9B0EA16D9}"/>
              </a:ext>
            </a:extLst>
          </p:cNvPr>
          <p:cNvSpPr txBox="1"/>
          <p:nvPr/>
        </p:nvSpPr>
        <p:spPr>
          <a:xfrm>
            <a:off x="8608301" y="1550816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-20</a:t>
            </a:r>
            <a:endParaRPr kumimoji="1"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DE5547-0D99-1E59-25E9-36E6CB9E6338}"/>
              </a:ext>
            </a:extLst>
          </p:cNvPr>
          <p:cNvSpPr/>
          <p:nvPr/>
        </p:nvSpPr>
        <p:spPr>
          <a:xfrm>
            <a:off x="8983423" y="1661488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224C3E7-E44C-3120-1F58-39D53A5BAE1F}"/>
              </a:ext>
            </a:extLst>
          </p:cNvPr>
          <p:cNvSpPr/>
          <p:nvPr/>
        </p:nvSpPr>
        <p:spPr>
          <a:xfrm>
            <a:off x="9112186" y="1661488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5E26B7E-1C45-D6FE-D0D0-4FB9BDFCBE3B}"/>
              </a:ext>
            </a:extLst>
          </p:cNvPr>
          <p:cNvSpPr/>
          <p:nvPr/>
        </p:nvSpPr>
        <p:spPr>
          <a:xfrm>
            <a:off x="9239934" y="1660633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7DC3B32-5D6C-5FF6-1682-F6681894F2B4}"/>
              </a:ext>
            </a:extLst>
          </p:cNvPr>
          <p:cNvSpPr/>
          <p:nvPr/>
        </p:nvSpPr>
        <p:spPr>
          <a:xfrm>
            <a:off x="9368697" y="1660633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3B2570A-86B3-CCCE-5AEA-03D03C2FF1BF}"/>
              </a:ext>
            </a:extLst>
          </p:cNvPr>
          <p:cNvSpPr/>
          <p:nvPr/>
        </p:nvSpPr>
        <p:spPr>
          <a:xfrm>
            <a:off x="9497460" y="1660633"/>
            <a:ext cx="108000" cy="10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21EACF4-C121-F185-A543-F962DB5FE8FF}"/>
              </a:ext>
            </a:extLst>
          </p:cNvPr>
          <p:cNvSpPr/>
          <p:nvPr/>
        </p:nvSpPr>
        <p:spPr>
          <a:xfrm>
            <a:off x="7363173" y="1883004"/>
            <a:ext cx="2242287" cy="489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73A85E0-7D29-7E7F-53E1-74479ED6E9FA}"/>
              </a:ext>
            </a:extLst>
          </p:cNvPr>
          <p:cNvSpPr/>
          <p:nvPr/>
        </p:nvSpPr>
        <p:spPr>
          <a:xfrm>
            <a:off x="7436514" y="1967833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D2AB1E6-D165-E80A-7F2F-9D2FB580DA5B}"/>
              </a:ext>
            </a:extLst>
          </p:cNvPr>
          <p:cNvSpPr/>
          <p:nvPr/>
        </p:nvSpPr>
        <p:spPr>
          <a:xfrm>
            <a:off x="7436514" y="2073737"/>
            <a:ext cx="108000" cy="21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730708F-F53D-8698-DD37-3CBA695FE5A1}"/>
              </a:ext>
            </a:extLst>
          </p:cNvPr>
          <p:cNvSpPr/>
          <p:nvPr/>
        </p:nvSpPr>
        <p:spPr>
          <a:xfrm>
            <a:off x="7544657" y="1965737"/>
            <a:ext cx="2060803" cy="108000"/>
          </a:xfrm>
          <a:prstGeom prst="rect">
            <a:avLst/>
          </a:prstGeom>
          <a:solidFill>
            <a:srgbClr val="D8EA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A654CD3-F362-4B07-053E-647612680B72}"/>
              </a:ext>
            </a:extLst>
          </p:cNvPr>
          <p:cNvSpPr/>
          <p:nvPr/>
        </p:nvSpPr>
        <p:spPr>
          <a:xfrm>
            <a:off x="7546996" y="2076741"/>
            <a:ext cx="2058464" cy="216000"/>
          </a:xfrm>
          <a:prstGeom prst="rect">
            <a:avLst/>
          </a:prstGeom>
          <a:solidFill>
            <a:srgbClr val="F4CC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409E912-4824-BAA1-00CC-AB86E6C01CBD}"/>
              </a:ext>
            </a:extLst>
          </p:cNvPr>
          <p:cNvSpPr txBox="1"/>
          <p:nvPr/>
        </p:nvSpPr>
        <p:spPr>
          <a:xfrm>
            <a:off x="3455621" y="1525097"/>
            <a:ext cx="1425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Input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C8A8418-895E-5D10-B646-1EAB05C90663}"/>
              </a:ext>
            </a:extLst>
          </p:cNvPr>
          <p:cNvSpPr txBox="1"/>
          <p:nvPr/>
        </p:nvSpPr>
        <p:spPr>
          <a:xfrm>
            <a:off x="5911001" y="1678985"/>
            <a:ext cx="89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Generate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863B5887-F0B3-A928-B501-2882AB175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639" y="1575473"/>
            <a:ext cx="261239" cy="261239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BDAA8185-B3D0-3798-F649-873D608F8F1F}"/>
              </a:ext>
            </a:extLst>
          </p:cNvPr>
          <p:cNvSpPr txBox="1"/>
          <p:nvPr/>
        </p:nvSpPr>
        <p:spPr>
          <a:xfrm rot="5400000">
            <a:off x="326237" y="1738050"/>
            <a:ext cx="1587247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(a) Inference</a:t>
            </a:r>
            <a:endParaRPr kumimoji="1" lang="zh-CN" altLang="en-US" sz="1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27C3E70-1677-AF5F-266F-25C0ABCA0D84}"/>
              </a:ext>
            </a:extLst>
          </p:cNvPr>
          <p:cNvSpPr txBox="1"/>
          <p:nvPr/>
        </p:nvSpPr>
        <p:spPr>
          <a:xfrm rot="5400000">
            <a:off x="258121" y="3800857"/>
            <a:ext cx="1678782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(b) Evaluation</a:t>
            </a:r>
            <a:endParaRPr kumimoji="1" lang="zh-CN" altLang="en-US" sz="1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B828C9C5-57BF-3F5C-0921-59EF0ECA73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272" y="3497853"/>
            <a:ext cx="1192931" cy="1192931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39801742-4D17-269B-4E7B-CDE81C173458}"/>
              </a:ext>
            </a:extLst>
          </p:cNvPr>
          <p:cNvSpPr txBox="1"/>
          <p:nvPr/>
        </p:nvSpPr>
        <p:spPr>
          <a:xfrm>
            <a:off x="1762603" y="3093650"/>
            <a:ext cx="141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Codebase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99959B88-3BE0-B1A6-F677-7BE02D356DFF}"/>
              </a:ext>
            </a:extLst>
          </p:cNvPr>
          <p:cNvCxnSpPr>
            <a:cxnSpLocks/>
          </p:cNvCxnSpPr>
          <p:nvPr/>
        </p:nvCxnSpPr>
        <p:spPr>
          <a:xfrm flipV="1">
            <a:off x="2996148" y="2216402"/>
            <a:ext cx="1633604" cy="1587245"/>
          </a:xfrm>
          <a:prstGeom prst="bentConnector3">
            <a:avLst>
              <a:gd name="adj1" fmla="val 45286"/>
            </a:avLst>
          </a:prstGeom>
          <a:ln w="28575">
            <a:solidFill>
              <a:schemeClr val="tx1"/>
            </a:solidFill>
            <a:prstDash val="sysDot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40B05613-3C3D-4EE1-3442-B0CE7F99E9D7}"/>
              </a:ext>
            </a:extLst>
          </p:cNvPr>
          <p:cNvCxnSpPr>
            <a:cxnSpLocks/>
          </p:cNvCxnSpPr>
          <p:nvPr/>
        </p:nvCxnSpPr>
        <p:spPr>
          <a:xfrm>
            <a:off x="2996148" y="4197043"/>
            <a:ext cx="1431473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31864602-D38C-8BF9-8A47-60601ADBCAE4}"/>
              </a:ext>
            </a:extLst>
          </p:cNvPr>
          <p:cNvSpPr txBox="1"/>
          <p:nvPr/>
        </p:nvSpPr>
        <p:spPr>
          <a:xfrm>
            <a:off x="4273422" y="3130743"/>
            <a:ext cx="21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Edited Codebase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6" name="曲线连接符 85">
            <a:extLst>
              <a:ext uri="{FF2B5EF4-FFF2-40B4-BE49-F238E27FC236}">
                <a16:creationId xmlns:a16="http://schemas.microsoft.com/office/drawing/2014/main" id="{4889FBB3-B7E7-722D-C939-1E2737D096FD}"/>
              </a:ext>
            </a:extLst>
          </p:cNvPr>
          <p:cNvCxnSpPr>
            <a:cxnSpLocks/>
            <a:stCxn id="26" idx="2"/>
            <a:endCxn id="72" idx="3"/>
          </p:cNvCxnSpPr>
          <p:nvPr/>
        </p:nvCxnSpPr>
        <p:spPr>
          <a:xfrm rot="5400000">
            <a:off x="7025181" y="1859584"/>
            <a:ext cx="899683" cy="2011966"/>
          </a:xfrm>
          <a:prstGeom prst="curvedConnector2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5F2AA15D-9D59-5C10-9E50-C9737BA68182}"/>
              </a:ext>
            </a:extLst>
          </p:cNvPr>
          <p:cNvSpPr txBox="1"/>
          <p:nvPr/>
        </p:nvSpPr>
        <p:spPr>
          <a:xfrm rot="20845264">
            <a:off x="6871219" y="2926999"/>
            <a:ext cx="65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Apply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9745ADE1-3EDE-F1FD-CE0B-F464DFD799B8}"/>
              </a:ext>
            </a:extLst>
          </p:cNvPr>
          <p:cNvCxnSpPr>
            <a:cxnSpLocks/>
          </p:cNvCxnSpPr>
          <p:nvPr/>
        </p:nvCxnSpPr>
        <p:spPr>
          <a:xfrm>
            <a:off x="6020398" y="4215886"/>
            <a:ext cx="123269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9121283A-1866-23B5-31E0-63D8A68D9E7B}"/>
              </a:ext>
            </a:extLst>
          </p:cNvPr>
          <p:cNvSpPr txBox="1"/>
          <p:nvPr/>
        </p:nvSpPr>
        <p:spPr>
          <a:xfrm>
            <a:off x="5950286" y="3877331"/>
            <a:ext cx="1277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Running Tests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2757F779-D624-92B6-1330-2E273A5F83D8}"/>
              </a:ext>
            </a:extLst>
          </p:cNvPr>
          <p:cNvSpPr txBox="1"/>
          <p:nvPr/>
        </p:nvSpPr>
        <p:spPr>
          <a:xfrm>
            <a:off x="7372863" y="3253204"/>
            <a:ext cx="21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Test Log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AE568E5F-0550-ED9B-CCE7-6BD6B724C598}"/>
              </a:ext>
            </a:extLst>
          </p:cNvPr>
          <p:cNvSpPr/>
          <p:nvPr/>
        </p:nvSpPr>
        <p:spPr>
          <a:xfrm>
            <a:off x="7324167" y="3648067"/>
            <a:ext cx="2343165" cy="1097952"/>
          </a:xfrm>
          <a:prstGeom prst="roundRect">
            <a:avLst>
              <a:gd name="adj" fmla="val 8745"/>
            </a:avLst>
          </a:prstGeom>
          <a:solidFill>
            <a:srgbClr val="00B050">
              <a:alpha val="30000"/>
            </a:srgbClr>
          </a:solidFill>
          <a:ln w="28575">
            <a:solidFill>
              <a:srgbClr val="00B050">
                <a:alpha val="5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4" name="图片 103">
            <a:extLst>
              <a:ext uri="{FF2B5EF4-FFF2-40B4-BE49-F238E27FC236}">
                <a16:creationId xmlns:a16="http://schemas.microsoft.com/office/drawing/2014/main" id="{443A6432-6AA3-5160-08F0-8936C50D98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3330" y="3824985"/>
            <a:ext cx="208198" cy="208198"/>
          </a:xfrm>
          <a:prstGeom prst="rect">
            <a:avLst/>
          </a:prstGeom>
        </p:spPr>
      </p:pic>
      <p:sp>
        <p:nvSpPr>
          <p:cNvPr id="107" name="文本框 106">
            <a:extLst>
              <a:ext uri="{FF2B5EF4-FFF2-40B4-BE49-F238E27FC236}">
                <a16:creationId xmlns:a16="http://schemas.microsoft.com/office/drawing/2014/main" id="{36D72C84-A365-927A-711F-FBE8DF693DDB}"/>
              </a:ext>
            </a:extLst>
          </p:cNvPr>
          <p:cNvSpPr txBox="1"/>
          <p:nvPr/>
        </p:nvSpPr>
        <p:spPr>
          <a:xfrm>
            <a:off x="7575790" y="375863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Pass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82C1C4D4-24BA-ED71-B7A5-282F75B8F116}"/>
              </a:ext>
            </a:extLst>
          </p:cNvPr>
          <p:cNvSpPr txBox="1"/>
          <p:nvPr/>
        </p:nvSpPr>
        <p:spPr>
          <a:xfrm>
            <a:off x="8138067" y="3844445"/>
            <a:ext cx="1566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pple Symbols" panose="02000000000000000000" pitchFamily="2" charset="-79"/>
              </a:rPr>
              <a:t>tests/apply.test.js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643FB541-AD12-7A5B-43A8-3B66BE952B58}"/>
              </a:ext>
            </a:extLst>
          </p:cNvPr>
          <p:cNvSpPr/>
          <p:nvPr/>
        </p:nvSpPr>
        <p:spPr>
          <a:xfrm>
            <a:off x="7458494" y="4110273"/>
            <a:ext cx="2093720" cy="553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Stable</a:t>
            </a:r>
          </a:p>
          <a:p>
            <a:r>
              <a:rPr kumimoji="1" lang="en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   ✓ @apply (207 </a:t>
            </a:r>
            <a:r>
              <a:rPr kumimoji="1" lang="en" altLang="zh-CN" sz="1100" dirty="0" err="1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ms</a:t>
            </a:r>
            <a:r>
              <a:rPr kumimoji="1" lang="en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)</a:t>
            </a:r>
          </a:p>
          <a:p>
            <a:r>
              <a:rPr kumimoji="1" lang="en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   ✓ @apply error with unknown.. </a:t>
            </a:r>
            <a:endParaRPr kumimoji="1" lang="zh-CN" altLang="en-US" sz="1100" dirty="0">
              <a:solidFill>
                <a:schemeClr val="tx1"/>
              </a:solidFill>
              <a:latin typeface="Times New Roman" panose="02020603050405020304" pitchFamily="18" charset="0"/>
              <a:ea typeface="Apple Symbols" panose="02000000000000000000" pitchFamily="2" charset="-79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987F1E-BD27-AA40-92C8-9C581720A236}"/>
              </a:ext>
            </a:extLst>
          </p:cNvPr>
          <p:cNvSpPr txBox="1"/>
          <p:nvPr/>
        </p:nvSpPr>
        <p:spPr>
          <a:xfrm>
            <a:off x="1430275" y="1049652"/>
            <a:ext cx="228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Issue Descriptions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169616-8F30-2E63-9B5B-AC148A4D31FB}"/>
              </a:ext>
            </a:extLst>
          </p:cNvPr>
          <p:cNvSpPr txBox="1"/>
          <p:nvPr/>
        </p:nvSpPr>
        <p:spPr>
          <a:xfrm>
            <a:off x="7176968" y="1069512"/>
            <a:ext cx="2607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Generated Patch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B9BBD5-7D3E-0B7A-13C5-9C46EB902B2E}"/>
              </a:ext>
            </a:extLst>
          </p:cNvPr>
          <p:cNvSpPr txBox="1"/>
          <p:nvPr/>
        </p:nvSpPr>
        <p:spPr>
          <a:xfrm>
            <a:off x="3448478" y="2198461"/>
            <a:ext cx="1411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Input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CE063D5-4429-C1AE-72B1-2AD8F646E5D1}"/>
              </a:ext>
            </a:extLst>
          </p:cNvPr>
          <p:cNvGrpSpPr/>
          <p:nvPr/>
        </p:nvGrpSpPr>
        <p:grpSpPr>
          <a:xfrm>
            <a:off x="4502787" y="3580749"/>
            <a:ext cx="1422639" cy="1219378"/>
            <a:chOff x="5051631" y="4235734"/>
            <a:chExt cx="1422639" cy="1219378"/>
          </a:xfrm>
        </p:grpSpPr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CA91E85B-0A29-B9C9-D528-1C352832F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51631" y="4235734"/>
              <a:ext cx="1219378" cy="1219378"/>
            </a:xfrm>
            <a:prstGeom prst="rect">
              <a:avLst/>
            </a:prstGeom>
          </p:spPr>
        </p:pic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36EFA154-1A93-CEB8-443E-D88E666FC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69143" y="4235734"/>
              <a:ext cx="305127" cy="305127"/>
            </a:xfrm>
            <a:prstGeom prst="rect">
              <a:avLst/>
            </a:prstGeom>
          </p:spPr>
        </p:pic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0F52CAF-62C2-AC08-21E1-C70EA5A51E9F}"/>
                </a:ext>
              </a:extLst>
            </p:cNvPr>
            <p:cNvSpPr/>
            <p:nvPr/>
          </p:nvSpPr>
          <p:spPr>
            <a:xfrm>
              <a:off x="6164642" y="4611364"/>
              <a:ext cx="302586" cy="30512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55C1A909-2808-ACEC-9580-2546CF309621}"/>
              </a:ext>
            </a:extLst>
          </p:cNvPr>
          <p:cNvSpPr/>
          <p:nvPr/>
        </p:nvSpPr>
        <p:spPr>
          <a:xfrm>
            <a:off x="5661936" y="4093671"/>
            <a:ext cx="20370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C2A03FB-430B-CAA2-69D5-FCD193AAF3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5740" y="1534672"/>
            <a:ext cx="935292" cy="93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44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16412</TotalTime>
  <Words>267</Words>
  <Application>Microsoft Macintosh PowerPoint</Application>
  <PresentationFormat>宽屏</PresentationFormat>
  <Paragraphs>101</Paragraphs>
  <Slides>4</Slides>
  <Notes>4</Notes>
  <HiddenSlides>3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Microsoft YaHei</vt:lpstr>
      <vt:lpstr>Microsoft YaHei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亮宏 郭</dc:creator>
  <cp:lastModifiedBy>亮宏 郭</cp:lastModifiedBy>
  <cp:revision>81</cp:revision>
  <cp:lastPrinted>2024-10-31T17:12:34Z</cp:lastPrinted>
  <dcterms:created xsi:type="dcterms:W3CDTF">2024-10-13T15:23:45Z</dcterms:created>
  <dcterms:modified xsi:type="dcterms:W3CDTF">2024-12-26T09:35:13Z</dcterms:modified>
</cp:coreProperties>
</file>