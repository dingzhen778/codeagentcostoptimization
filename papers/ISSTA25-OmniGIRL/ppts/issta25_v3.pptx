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8" r:id="rId3"/>
    <p:sldId id="262" r:id="rId4"/>
    <p:sldId id="257" r:id="rId5"/>
    <p:sldId id="269" r:id="rId6"/>
    <p:sldId id="263" r:id="rId7"/>
    <p:sldId id="258" r:id="rId8"/>
    <p:sldId id="270" r:id="rId9"/>
    <p:sldId id="264" r:id="rId10"/>
    <p:sldId id="259" r:id="rId11"/>
    <p:sldId id="271" r:id="rId12"/>
    <p:sldId id="265" r:id="rId13"/>
    <p:sldId id="260" r:id="rId14"/>
    <p:sldId id="272" r:id="rId15"/>
    <p:sldId id="266" r:id="rId16"/>
    <p:sldId id="261" r:id="rId17"/>
    <p:sldId id="273" r:id="rId18"/>
    <p:sldId id="267"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D7DFE6"/>
    <a:srgbClr val="1F6CC4"/>
    <a:srgbClr val="D8E0E6"/>
    <a:srgbClr val="835CC6"/>
    <a:srgbClr val="083067"/>
    <a:srgbClr val="072F69"/>
    <a:srgbClr val="89B4CF"/>
    <a:srgbClr val="6E43BF"/>
    <a:srgbClr val="DAFB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052"/>
    <p:restoredTop sz="94705"/>
  </p:normalViewPr>
  <p:slideViewPr>
    <p:cSldViewPr snapToGrid="0">
      <p:cViewPr varScale="1">
        <p:scale>
          <a:sx n="107" d="100"/>
          <a:sy n="107" d="100"/>
        </p:scale>
        <p:origin x="19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1AB0DB-98C9-0A40-8C7F-0CDB819CB832}" type="datetimeFigureOut">
              <a:rPr kumimoji="1" lang="zh-CN" altLang="en-US" smtClean="0"/>
              <a:t>2024/11/1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3E84C-F390-2C4E-B4E7-2DF9EDA96761}" type="slidenum">
              <a:rPr kumimoji="1" lang="zh-CN" altLang="en-US" smtClean="0"/>
              <a:t>‹#›</a:t>
            </a:fld>
            <a:endParaRPr kumimoji="1" lang="zh-CN" altLang="en-US"/>
          </a:p>
        </p:txBody>
      </p:sp>
    </p:spTree>
    <p:extLst>
      <p:ext uri="{BB962C8B-B14F-4D97-AF65-F5344CB8AC3E}">
        <p14:creationId xmlns:p14="http://schemas.microsoft.com/office/powerpoint/2010/main" val="282522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2</a:t>
            </a:fld>
            <a:endParaRPr kumimoji="1" lang="zh-CN" altLang="en-US"/>
          </a:p>
        </p:txBody>
      </p:sp>
    </p:spTree>
    <p:extLst>
      <p:ext uri="{BB962C8B-B14F-4D97-AF65-F5344CB8AC3E}">
        <p14:creationId xmlns:p14="http://schemas.microsoft.com/office/powerpoint/2010/main" val="3815509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3</a:t>
            </a:fld>
            <a:endParaRPr kumimoji="1" lang="zh-CN" altLang="en-US"/>
          </a:p>
        </p:txBody>
      </p:sp>
    </p:spTree>
    <p:extLst>
      <p:ext uri="{BB962C8B-B14F-4D97-AF65-F5344CB8AC3E}">
        <p14:creationId xmlns:p14="http://schemas.microsoft.com/office/powerpoint/2010/main" val="494159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4</a:t>
            </a:fld>
            <a:endParaRPr kumimoji="1" lang="zh-CN" altLang="en-US"/>
          </a:p>
        </p:txBody>
      </p:sp>
    </p:spTree>
    <p:extLst>
      <p:ext uri="{BB962C8B-B14F-4D97-AF65-F5344CB8AC3E}">
        <p14:creationId xmlns:p14="http://schemas.microsoft.com/office/powerpoint/2010/main" val="213423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5</a:t>
            </a:fld>
            <a:endParaRPr kumimoji="1" lang="zh-CN" altLang="en-US"/>
          </a:p>
        </p:txBody>
      </p:sp>
    </p:spTree>
    <p:extLst>
      <p:ext uri="{BB962C8B-B14F-4D97-AF65-F5344CB8AC3E}">
        <p14:creationId xmlns:p14="http://schemas.microsoft.com/office/powerpoint/2010/main" val="1354558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04FFC-B8F8-976F-06EE-2EC0A2FF07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5984E7-D159-6C88-6FED-0F5527B8E6F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A2E08B-A312-C6C4-4791-FCA0B68E16DF}"/>
              </a:ext>
            </a:extLst>
          </p:cNvPr>
          <p:cNvSpPr>
            <a:spLocks noGrp="1"/>
          </p:cNvSpPr>
          <p:nvPr>
            <p:ph type="body" idx="1"/>
          </p:nvPr>
        </p:nvSpPr>
        <p:spPr/>
        <p:txBody>
          <a:bodyPr/>
          <a:lstStyle/>
          <a:p>
            <a:r>
              <a:rPr kumimoji="1" lang="zh-CN" altLang="en-US" dirty="0"/>
              <a:t>主要调整了字体，对齐，图片不压扁</a:t>
            </a:r>
          </a:p>
        </p:txBody>
      </p:sp>
      <p:sp>
        <p:nvSpPr>
          <p:cNvPr id="4" name="灯片编号占位符 3">
            <a:extLst>
              <a:ext uri="{FF2B5EF4-FFF2-40B4-BE49-F238E27FC236}">
                <a16:creationId xmlns:a16="http://schemas.microsoft.com/office/drawing/2014/main" id="{F94B4219-CDFD-A881-AF85-4F55EB939441}"/>
              </a:ext>
            </a:extLst>
          </p:cNvPr>
          <p:cNvSpPr>
            <a:spLocks noGrp="1"/>
          </p:cNvSpPr>
          <p:nvPr>
            <p:ph type="sldNum" sz="quarter" idx="5"/>
          </p:nvPr>
        </p:nvSpPr>
        <p:spPr/>
        <p:txBody>
          <a:bodyPr/>
          <a:lstStyle/>
          <a:p>
            <a:fld id="{2523E84C-F390-2C4E-B4E7-2DF9EDA96761}" type="slidenum">
              <a:rPr kumimoji="1" lang="zh-CN" altLang="en-US" smtClean="0"/>
              <a:t>6</a:t>
            </a:fld>
            <a:endParaRPr kumimoji="1" lang="zh-CN" altLang="en-US"/>
          </a:p>
        </p:txBody>
      </p:sp>
    </p:spTree>
    <p:extLst>
      <p:ext uri="{BB962C8B-B14F-4D97-AF65-F5344CB8AC3E}">
        <p14:creationId xmlns:p14="http://schemas.microsoft.com/office/powerpoint/2010/main" val="1504706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523E84C-F390-2C4E-B4E7-2DF9EDA96761}" type="slidenum">
              <a:rPr kumimoji="1" lang="zh-CN" altLang="en-US" smtClean="0"/>
              <a:t>17</a:t>
            </a:fld>
            <a:endParaRPr kumimoji="1" lang="zh-CN" altLang="en-US"/>
          </a:p>
        </p:txBody>
      </p:sp>
    </p:spTree>
    <p:extLst>
      <p:ext uri="{BB962C8B-B14F-4D97-AF65-F5344CB8AC3E}">
        <p14:creationId xmlns:p14="http://schemas.microsoft.com/office/powerpoint/2010/main" val="2514861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02D3D-3C03-25FB-5CFB-DD8FC0D2161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32C8A78-6184-7971-3E10-222B9392DF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00C7C4E8-B3F0-B14F-BA18-AB358DF01C60}"/>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8F7F1643-D555-0E54-B817-1D5B18BD5E8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0FC94CB-717E-0BA5-C158-E51101115F36}"/>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91535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88EF63-F747-8148-E0FC-FD7BFCAF6C6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F7A60A1-833D-4856-4F45-CD897E8D0DA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7668026-248E-6431-4003-0F7DE63BE200}"/>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27795BDB-1E90-AE71-860E-5A516612E03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4592E14-60F6-9198-16D0-ED1C78AEC2A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35055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DCF0E1-30B4-5BF1-F445-9DA35D0D605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84C208E-A6BC-5248-20A1-428B907C72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D58ECD74-5BE4-1FA1-77FF-B4073CB63776}"/>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1865681F-35B0-B930-889E-80E4BDBD781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F1150BE-39B6-39E7-9482-C7E92CB40F9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076742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852D9-9569-4A09-EF6C-AE854F270B6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7E8F5C2-FB2C-B752-A82B-C324E48F154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E58B995A-15E0-46A1-15FE-2AED4F56AC0C}"/>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DE86D7A-F09E-A9D6-7566-7A3856A01E75}"/>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44064FA8-E352-2B96-B2F5-178004D32D3E}"/>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2538B8C-DE82-3A0C-5571-C1E142880CAD}"/>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176793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34EA53-60D3-BD4E-FC8B-0345CE13762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87EE235-99D9-1C80-82EB-015033805D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DF1A8BA-977E-F609-FD54-6D8DFB910776}"/>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450A95C-9C50-7609-0AF5-0A318452A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D14E05A9-63F8-0B56-6EB9-C17B74ADBE8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F075B0C-EEC0-9B7A-A6E9-5B4618964E0A}"/>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8" name="页脚占位符 7">
            <a:extLst>
              <a:ext uri="{FF2B5EF4-FFF2-40B4-BE49-F238E27FC236}">
                <a16:creationId xmlns:a16="http://schemas.microsoft.com/office/drawing/2014/main" id="{9B99A2C8-1669-FCA2-A191-6F48CF81A1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CFBAC36-604E-6B33-E16F-59A62887D3F9}"/>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66703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19630-C3C5-60E4-6D94-7F396885C44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E564125-6218-FBD0-9366-5E61F632A728}"/>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4" name="页脚占位符 3">
            <a:extLst>
              <a:ext uri="{FF2B5EF4-FFF2-40B4-BE49-F238E27FC236}">
                <a16:creationId xmlns:a16="http://schemas.microsoft.com/office/drawing/2014/main" id="{9F01713F-1CE4-638D-00CA-FDD26E5EE51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50A80C8C-E40D-C74C-0237-10993DADD384}"/>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583505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5CCAC2C-5DA6-FFD5-D64D-773B06781DDA}"/>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3" name="页脚占位符 2">
            <a:extLst>
              <a:ext uri="{FF2B5EF4-FFF2-40B4-BE49-F238E27FC236}">
                <a16:creationId xmlns:a16="http://schemas.microsoft.com/office/drawing/2014/main" id="{EA34ADED-C821-8B18-7A0F-30FFA5A6BABE}"/>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970358FA-7C26-63F7-80AD-0CB7906DA85E}"/>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263166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78EADB-2466-32D8-526F-BBDA1EB7E785}"/>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4A0727B-F6DA-870A-1634-0CA6EF650B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C588C22-F9B9-3CD7-3461-ED38584E6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08BD0A78-0B89-FE0D-CD15-51B40D79FF74}"/>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52B2233C-25E9-1ABB-8EEF-851D00029B4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ECE572-760E-AC40-9EBE-2286B862B9E7}"/>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831110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D7F59F-7997-785F-4EC4-F8B3BB8C22A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7C23628-EC96-C08B-AE46-5FBA90960B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FECF746C-1E10-9F76-492B-9DD02311D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9796498-83FB-75D7-A9E4-6BEC3C21F333}"/>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6" name="页脚占位符 5">
            <a:extLst>
              <a:ext uri="{FF2B5EF4-FFF2-40B4-BE49-F238E27FC236}">
                <a16:creationId xmlns:a16="http://schemas.microsoft.com/office/drawing/2014/main" id="{68DEDB00-CE8C-696E-BBF2-43C8DE0FA89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4409B6D-7236-8C2F-58A8-C7F75D10833C}"/>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3496948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DD0496-7DB4-0932-E078-87D05C8D669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B78F30D-5308-E470-DA2C-0BD5352CA3AB}"/>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E12234C-37FE-FF5A-6D3E-88E8649FB3AF}"/>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9A6C760C-1174-297F-DCF3-B438A3833C8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5A11E53-B8FE-669C-8D5E-39AF64158B5F}"/>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833825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A9E4A1E-BFD9-F879-C367-F6453A1F3C1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91527C87-BE8D-85B1-A828-6A264D76E2A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B4C0B87-C1B7-6F61-7EED-D9A52AC15455}"/>
              </a:ext>
            </a:extLst>
          </p:cNvPr>
          <p:cNvSpPr>
            <a:spLocks noGrp="1"/>
          </p:cNvSpPr>
          <p:nvPr>
            <p:ph type="dt" sz="half" idx="10"/>
          </p:nvPr>
        </p:nvSpPr>
        <p:spPr/>
        <p:txBody>
          <a:body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7B4C7E06-537B-F290-43CC-6F1D9D68CA8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13E246-0E76-9709-4C7A-5C2BCCBD23B3}"/>
              </a:ext>
            </a:extLst>
          </p:cNvPr>
          <p:cNvSpPr>
            <a:spLocks noGrp="1"/>
          </p:cNvSpPr>
          <p:nvPr>
            <p:ph type="sldNum" sz="quarter" idx="12"/>
          </p:nvPr>
        </p:nvSpPr>
        <p:spPr/>
        <p:txBody>
          <a:body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4250408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CE9ACE-882E-4864-9954-B7C8E32757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D420A5C3-985A-9DDB-7FBF-C6BA572DB7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85C7037-F3A7-509D-E807-C89F601D66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AF01C-BEA4-094A-98E3-E23B7A7C3377}" type="datetimeFigureOut">
              <a:rPr kumimoji="1" lang="zh-CN" altLang="en-US" smtClean="0"/>
              <a:t>2024/11/1</a:t>
            </a:fld>
            <a:endParaRPr kumimoji="1" lang="zh-CN" altLang="en-US"/>
          </a:p>
        </p:txBody>
      </p:sp>
      <p:sp>
        <p:nvSpPr>
          <p:cNvPr id="5" name="页脚占位符 4">
            <a:extLst>
              <a:ext uri="{FF2B5EF4-FFF2-40B4-BE49-F238E27FC236}">
                <a16:creationId xmlns:a16="http://schemas.microsoft.com/office/drawing/2014/main" id="{9DDC179B-1F8D-B908-6A42-486385E17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38605FB-317E-C215-EFCE-81DE8F548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141032-0F92-7549-AF33-519A96698BCA}" type="slidenum">
              <a:rPr kumimoji="1" lang="zh-CN" altLang="en-US" smtClean="0"/>
              <a:t>‹#›</a:t>
            </a:fld>
            <a:endParaRPr kumimoji="1" lang="zh-CN" altLang="en-US"/>
          </a:p>
        </p:txBody>
      </p:sp>
    </p:spTree>
    <p:extLst>
      <p:ext uri="{BB962C8B-B14F-4D97-AF65-F5344CB8AC3E}">
        <p14:creationId xmlns:p14="http://schemas.microsoft.com/office/powerpoint/2010/main" val="1166948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sv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4.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5.xml.rels><?xml version="1.0" encoding="UTF-8" standalone="yes"?>
<Relationships xmlns="http://schemas.openxmlformats.org/package/2006/relationships"><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47.png"/><Relationship Id="rId3" Type="http://schemas.openxmlformats.org/officeDocument/2006/relationships/image" Target="../media/image25.svg"/><Relationship Id="rId21" Type="http://schemas.openxmlformats.org/officeDocument/2006/relationships/image" Target="../media/image43.png"/><Relationship Id="rId34" Type="http://schemas.openxmlformats.org/officeDocument/2006/relationships/image" Target="../media/image5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6.png"/><Relationship Id="rId33" Type="http://schemas.openxmlformats.org/officeDocument/2006/relationships/image" Target="../media/image54.png"/><Relationship Id="rId2" Type="http://schemas.openxmlformats.org/officeDocument/2006/relationships/image" Target="../media/image24.png"/><Relationship Id="rId16" Type="http://schemas.openxmlformats.org/officeDocument/2006/relationships/image" Target="../media/image38.png"/><Relationship Id="rId20" Type="http://schemas.openxmlformats.org/officeDocument/2006/relationships/image" Target="../media/image42.svg"/><Relationship Id="rId29"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24" Type="http://schemas.openxmlformats.org/officeDocument/2006/relationships/image" Target="../media/image46.svg"/><Relationship Id="rId32" Type="http://schemas.openxmlformats.org/officeDocument/2006/relationships/image" Target="../media/image53.png"/><Relationship Id="rId5" Type="http://schemas.openxmlformats.org/officeDocument/2006/relationships/image" Target="../media/image27.svg"/><Relationship Id="rId15" Type="http://schemas.openxmlformats.org/officeDocument/2006/relationships/image" Target="../media/image37.svg"/><Relationship Id="rId23" Type="http://schemas.openxmlformats.org/officeDocument/2006/relationships/image" Target="../media/image45.png"/><Relationship Id="rId28" Type="http://schemas.openxmlformats.org/officeDocument/2006/relationships/image" Target="../media/image49.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5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svg"/><Relationship Id="rId27" Type="http://schemas.openxmlformats.org/officeDocument/2006/relationships/image" Target="../media/image48.svg"/><Relationship Id="rId30" Type="http://schemas.openxmlformats.org/officeDocument/2006/relationships/image" Target="../media/image51.png"/><Relationship Id="rId8"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play.tailwindcss.com/5KJf7xDKv6"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hyperlink" Target="https://play.tailwindcss.com/5KJf7xDKv6" TargetMode="External"/><Relationship Id="rId4" Type="http://schemas.openxmlformats.org/officeDocument/2006/relationships/hyperlink" Target="https://play.tailwindcss.com/0VLICQ8oUW"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play.tailwindcss.com/0VLICQ8oUW" TargetMode="External"/><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hyperlink" Target="https://play.tailwindcss.com/5KJf7xDKv6"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0BE1779F-67DD-C2FB-5ECF-D77E14A99DF3}"/>
              </a:ext>
            </a:extLst>
          </p:cNvPr>
          <p:cNvSpPr/>
          <p:nvPr/>
        </p:nvSpPr>
        <p:spPr>
          <a:xfrm>
            <a:off x="914235" y="592016"/>
            <a:ext cx="10532993" cy="5323010"/>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97540578-8C01-654F-20BE-F4BD9B97CDCA}"/>
              </a:ext>
            </a:extLst>
          </p:cNvPr>
          <p:cNvSpPr/>
          <p:nvPr/>
        </p:nvSpPr>
        <p:spPr>
          <a:xfrm>
            <a:off x="1537275" y="137884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9B057826-B426-C589-1263-291F60DAD71F}"/>
              </a:ext>
            </a:extLst>
          </p:cNvPr>
          <p:cNvPicPr>
            <a:picLocks noChangeAspect="1"/>
          </p:cNvPicPr>
          <p:nvPr/>
        </p:nvPicPr>
        <p:blipFill>
          <a:blip r:embed="rId2"/>
          <a:stretch>
            <a:fillRect/>
          </a:stretch>
        </p:blipFill>
        <p:spPr>
          <a:xfrm>
            <a:off x="1636924" y="1466770"/>
            <a:ext cx="275490" cy="275490"/>
          </a:xfrm>
          <a:prstGeom prst="rect">
            <a:avLst/>
          </a:prstGeom>
          <a:noFill/>
        </p:spPr>
      </p:pic>
      <p:sp>
        <p:nvSpPr>
          <p:cNvPr id="8" name="文本框 7">
            <a:extLst>
              <a:ext uri="{FF2B5EF4-FFF2-40B4-BE49-F238E27FC236}">
                <a16:creationId xmlns:a16="http://schemas.microsoft.com/office/drawing/2014/main" id="{508D3FA8-E4A0-FC3D-70BE-CE866631E52F}"/>
              </a:ext>
            </a:extLst>
          </p:cNvPr>
          <p:cNvSpPr txBox="1"/>
          <p:nvPr/>
        </p:nvSpPr>
        <p:spPr>
          <a:xfrm>
            <a:off x="1824857" y="141618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02D796A2-C03B-8941-98F7-E3C4FCF0C2C8}"/>
              </a:ext>
            </a:extLst>
          </p:cNvPr>
          <p:cNvCxnSpPr>
            <a:cxnSpLocks/>
          </p:cNvCxnSpPr>
          <p:nvPr/>
        </p:nvCxnSpPr>
        <p:spPr>
          <a:xfrm>
            <a:off x="3689925" y="183464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4213A94-C794-E665-7614-FEFA14513D64}"/>
              </a:ext>
            </a:extLst>
          </p:cNvPr>
          <p:cNvSpPr txBox="1"/>
          <p:nvPr/>
        </p:nvSpPr>
        <p:spPr>
          <a:xfrm>
            <a:off x="1537275" y="1785515"/>
            <a:ext cx="2028093" cy="461665"/>
          </a:xfrm>
          <a:prstGeom prst="rect">
            <a:avLst/>
          </a:prstGeom>
          <a:noFill/>
        </p:spPr>
        <p:txBody>
          <a:bodyPr wrap="square">
            <a:spAutoFit/>
          </a:bodyPr>
          <a:lstStyle/>
          <a:p>
            <a:r>
              <a:rPr lang="zh-CN" altLang="en-US" sz="1200" b="1" i="1" dirty="0">
                <a:latin typeface="Arial" panose="020B0604020202020204" pitchFamily="34" charset="0"/>
                <a:ea typeface="Apple Symbols" panose="02000000000000000000" pitchFamily="2" charset="-79"/>
                <a:cs typeface="Arial" panose="020B0604020202020204" pitchFamily="34" charset="0"/>
              </a:rPr>
              <a:t>@apply</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method is</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invalid after upgrade to 3.3.1</a:t>
            </a:r>
            <a:r>
              <a:rPr lang="en-US" altLang="zh-CN" sz="1200" b="1" i="1" dirty="0">
                <a:latin typeface="Arial" panose="020B0604020202020204" pitchFamily="34" charset="0"/>
                <a:ea typeface="Apple Symbols" panose="02000000000000000000" pitchFamily="2" charset="-79"/>
                <a:cs typeface="Arial" panose="020B0604020202020204" pitchFamily="34" charset="0"/>
              </a:rPr>
              <a:t>…</a:t>
            </a:r>
            <a:r>
              <a:rPr lang="zh-CN" altLang="en-US" sz="1200" b="1" i="1" dirty="0">
                <a:latin typeface="Arial" panose="020B0604020202020204" pitchFamily="34" charset="0"/>
                <a:ea typeface="Apple Symbols" panose="02000000000000000000" pitchFamily="2" charset="-79"/>
                <a:cs typeface="Arial" panose="020B0604020202020204" pitchFamily="34" charset="0"/>
              </a:rPr>
              <a:t> </a:t>
            </a:r>
          </a:p>
        </p:txBody>
      </p:sp>
      <p:pic>
        <p:nvPicPr>
          <p:cNvPr id="20" name="图片 19">
            <a:extLst>
              <a:ext uri="{FF2B5EF4-FFF2-40B4-BE49-F238E27FC236}">
                <a16:creationId xmlns:a16="http://schemas.microsoft.com/office/drawing/2014/main" id="{FC59DFD8-4319-900F-C26E-33D99A027B21}"/>
              </a:ext>
            </a:extLst>
          </p:cNvPr>
          <p:cNvPicPr>
            <a:picLocks noChangeAspect="1"/>
          </p:cNvPicPr>
          <p:nvPr/>
        </p:nvPicPr>
        <p:blipFill>
          <a:blip r:embed="rId3"/>
          <a:stretch>
            <a:fillRect/>
          </a:stretch>
        </p:blipFill>
        <p:spPr>
          <a:xfrm>
            <a:off x="5560049" y="1609768"/>
            <a:ext cx="680667" cy="680667"/>
          </a:xfrm>
          <a:prstGeom prst="rect">
            <a:avLst/>
          </a:prstGeom>
        </p:spPr>
      </p:pic>
      <p:sp>
        <p:nvSpPr>
          <p:cNvPr id="21" name="文本框 20">
            <a:extLst>
              <a:ext uri="{FF2B5EF4-FFF2-40B4-BE49-F238E27FC236}">
                <a16:creationId xmlns:a16="http://schemas.microsoft.com/office/drawing/2014/main" id="{109FC951-5859-8CE0-FCA0-FB73770D2BE4}"/>
              </a:ext>
            </a:extLst>
          </p:cNvPr>
          <p:cNvSpPr txBox="1"/>
          <p:nvPr/>
        </p:nvSpPr>
        <p:spPr>
          <a:xfrm>
            <a:off x="5560049" y="1326069"/>
            <a:ext cx="62068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1833BD-1C4A-D490-9125-7C7BFBE14CD1}"/>
              </a:ext>
            </a:extLst>
          </p:cNvPr>
          <p:cNvCxnSpPr>
            <a:cxnSpLocks/>
          </p:cNvCxnSpPr>
          <p:nvPr/>
        </p:nvCxnSpPr>
        <p:spPr>
          <a:xfrm flipV="1">
            <a:off x="6444417" y="1875909"/>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223C89AD-0A39-A10D-2E33-C061CC97142F}"/>
              </a:ext>
            </a:extLst>
          </p:cNvPr>
          <p:cNvSpPr/>
          <p:nvPr/>
        </p:nvSpPr>
        <p:spPr>
          <a:xfrm>
            <a:off x="8258780" y="1378845"/>
            <a:ext cx="2607149" cy="911587"/>
          </a:xfrm>
          <a:prstGeom prst="roundRect">
            <a:avLst>
              <a:gd name="adj" fmla="val 1690"/>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5DC4C41A-FEB7-C73D-D006-D51D38D9AA9D}"/>
              </a:ext>
            </a:extLst>
          </p:cNvPr>
          <p:cNvSpPr txBox="1"/>
          <p:nvPr/>
        </p:nvSpPr>
        <p:spPr>
          <a:xfrm>
            <a:off x="8481275" y="139533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5DF42FF4-6625-13AB-DE03-923142E65A16}"/>
              </a:ext>
            </a:extLst>
          </p:cNvPr>
          <p:cNvSpPr txBox="1"/>
          <p:nvPr/>
        </p:nvSpPr>
        <p:spPr>
          <a:xfrm>
            <a:off x="9245796" y="146717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AED3414-5E45-6AFE-27C5-00BD52D7C945}"/>
              </a:ext>
            </a:extLst>
          </p:cNvPr>
          <p:cNvSpPr txBox="1"/>
          <p:nvPr/>
        </p:nvSpPr>
        <p:spPr>
          <a:xfrm>
            <a:off x="9684435" y="146717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51A2D782-9C94-41AF-E874-463B2E3F2C8D}"/>
              </a:ext>
            </a:extLst>
          </p:cNvPr>
          <p:cNvSpPr/>
          <p:nvPr/>
        </p:nvSpPr>
        <p:spPr>
          <a:xfrm>
            <a:off x="10151678"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3CF4752-93F4-440B-A1AA-755519704312}"/>
              </a:ext>
            </a:extLst>
          </p:cNvPr>
          <p:cNvSpPr/>
          <p:nvPr/>
        </p:nvSpPr>
        <p:spPr>
          <a:xfrm>
            <a:off x="10280441"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A3437CA4-6625-C86F-7CF2-CFA6CF9919FA}"/>
              </a:ext>
            </a:extLst>
          </p:cNvPr>
          <p:cNvSpPr/>
          <p:nvPr/>
        </p:nvSpPr>
        <p:spPr>
          <a:xfrm>
            <a:off x="10408189"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6E1C5352-0803-94CB-2740-612FCD8D38F1}"/>
              </a:ext>
            </a:extLst>
          </p:cNvPr>
          <p:cNvSpPr/>
          <p:nvPr/>
        </p:nvSpPr>
        <p:spPr>
          <a:xfrm>
            <a:off x="10536952"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5BF1D6DC-CA34-1AFA-190B-7F67F4837FD9}"/>
              </a:ext>
            </a:extLst>
          </p:cNvPr>
          <p:cNvSpPr/>
          <p:nvPr/>
        </p:nvSpPr>
        <p:spPr>
          <a:xfrm>
            <a:off x="10665715" y="160976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43783161-E436-7DBE-B399-EF42E2C35DE9}"/>
              </a:ext>
            </a:extLst>
          </p:cNvPr>
          <p:cNvSpPr/>
          <p:nvPr/>
        </p:nvSpPr>
        <p:spPr>
          <a:xfrm>
            <a:off x="8334726" y="175771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D00B9600-FB50-B112-F828-F625A67701B7}"/>
              </a:ext>
            </a:extLst>
          </p:cNvPr>
          <p:cNvSpPr/>
          <p:nvPr/>
        </p:nvSpPr>
        <p:spPr>
          <a:xfrm>
            <a:off x="8408067" y="184254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C2EBB53B-3D48-30E6-0890-1E7284C34071}"/>
              </a:ext>
            </a:extLst>
          </p:cNvPr>
          <p:cNvSpPr/>
          <p:nvPr/>
        </p:nvSpPr>
        <p:spPr>
          <a:xfrm>
            <a:off x="8408067" y="194844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1FEE1EBA-6467-F154-1EA7-8116F4560FE8}"/>
              </a:ext>
            </a:extLst>
          </p:cNvPr>
          <p:cNvSpPr/>
          <p:nvPr/>
        </p:nvSpPr>
        <p:spPr>
          <a:xfrm>
            <a:off x="8516210" y="184044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E70DBB8A-0506-47C2-DC7E-97C5BF930C87}"/>
              </a:ext>
            </a:extLst>
          </p:cNvPr>
          <p:cNvSpPr/>
          <p:nvPr/>
        </p:nvSpPr>
        <p:spPr>
          <a:xfrm>
            <a:off x="8518549" y="195145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AD98FDB7-221A-9F41-47C4-D058732A982D}"/>
              </a:ext>
            </a:extLst>
          </p:cNvPr>
          <p:cNvSpPr txBox="1"/>
          <p:nvPr/>
        </p:nvSpPr>
        <p:spPr>
          <a:xfrm>
            <a:off x="4105984" y="1438325"/>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50B886D-493D-B5FD-57FC-14F61B383E20}"/>
              </a:ext>
            </a:extLst>
          </p:cNvPr>
          <p:cNvSpPr txBox="1"/>
          <p:nvPr/>
        </p:nvSpPr>
        <p:spPr>
          <a:xfrm>
            <a:off x="6579192" y="1495346"/>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24D56835-2921-322A-4A55-FC5704CC6F38}"/>
              </a:ext>
            </a:extLst>
          </p:cNvPr>
          <p:cNvPicPr>
            <a:picLocks noChangeAspect="1"/>
          </p:cNvPicPr>
          <p:nvPr/>
        </p:nvPicPr>
        <p:blipFill>
          <a:blip r:embed="rId4"/>
          <a:stretch>
            <a:fillRect/>
          </a:stretch>
        </p:blipFill>
        <p:spPr>
          <a:xfrm>
            <a:off x="8308192" y="1450182"/>
            <a:ext cx="261239" cy="261239"/>
          </a:xfrm>
          <a:prstGeom prst="rect">
            <a:avLst/>
          </a:prstGeom>
        </p:spPr>
      </p:pic>
      <p:cxnSp>
        <p:nvCxnSpPr>
          <p:cNvPr id="52" name="直线连接符 51">
            <a:extLst>
              <a:ext uri="{FF2B5EF4-FFF2-40B4-BE49-F238E27FC236}">
                <a16:creationId xmlns:a16="http://schemas.microsoft.com/office/drawing/2014/main" id="{0D4ED090-AD1E-E577-881A-07574A128655}"/>
              </a:ext>
            </a:extLst>
          </p:cNvPr>
          <p:cNvCxnSpPr>
            <a:cxnSpLocks/>
          </p:cNvCxnSpPr>
          <p:nvPr/>
        </p:nvCxnSpPr>
        <p:spPr>
          <a:xfrm>
            <a:off x="1408316" y="2812069"/>
            <a:ext cx="9721642" cy="0"/>
          </a:xfrm>
          <a:prstGeom prst="line">
            <a:avLst/>
          </a:prstGeom>
          <a:ln w="38100">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7E63195D-C09B-CC63-7A0F-BC87B6EE9F32}"/>
              </a:ext>
            </a:extLst>
          </p:cNvPr>
          <p:cNvSpPr txBox="1"/>
          <p:nvPr/>
        </p:nvSpPr>
        <p:spPr>
          <a:xfrm>
            <a:off x="5352848" y="816559"/>
            <a:ext cx="1494896"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76E6B86-1755-D941-7F49-FBD6DC39A354}"/>
              </a:ext>
            </a:extLst>
          </p:cNvPr>
          <p:cNvSpPr txBox="1"/>
          <p:nvPr/>
        </p:nvSpPr>
        <p:spPr>
          <a:xfrm>
            <a:off x="5352848" y="2944425"/>
            <a:ext cx="161916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3995CB0-9F4F-DB12-5987-4967D998BA09}"/>
              </a:ext>
            </a:extLst>
          </p:cNvPr>
          <p:cNvPicPr>
            <a:picLocks noChangeAspect="1"/>
          </p:cNvPicPr>
          <p:nvPr/>
        </p:nvPicPr>
        <p:blipFill>
          <a:blip r:embed="rId5"/>
          <a:stretch>
            <a:fillRect/>
          </a:stretch>
        </p:blipFill>
        <p:spPr>
          <a:xfrm>
            <a:off x="1765576" y="4264970"/>
            <a:ext cx="1192931" cy="1192931"/>
          </a:xfrm>
          <a:prstGeom prst="rect">
            <a:avLst/>
          </a:prstGeom>
        </p:spPr>
      </p:pic>
      <p:sp>
        <p:nvSpPr>
          <p:cNvPr id="58" name="文本框 57">
            <a:extLst>
              <a:ext uri="{FF2B5EF4-FFF2-40B4-BE49-F238E27FC236}">
                <a16:creationId xmlns:a16="http://schemas.microsoft.com/office/drawing/2014/main" id="{04A53459-0BF9-1F02-455A-DBDE44B4556C}"/>
              </a:ext>
            </a:extLst>
          </p:cNvPr>
          <p:cNvSpPr txBox="1"/>
          <p:nvPr/>
        </p:nvSpPr>
        <p:spPr>
          <a:xfrm>
            <a:off x="1751747" y="3840588"/>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E8E4BAC3-6024-30C4-1756-24D00655E475}"/>
              </a:ext>
            </a:extLst>
          </p:cNvPr>
          <p:cNvCxnSpPr>
            <a:cxnSpLocks/>
          </p:cNvCxnSpPr>
          <p:nvPr/>
        </p:nvCxnSpPr>
        <p:spPr>
          <a:xfrm flipV="1">
            <a:off x="3142452" y="2183549"/>
            <a:ext cx="2246545" cy="2155893"/>
          </a:xfrm>
          <a:prstGeom prst="bentConnector3">
            <a:avLst>
              <a:gd name="adj1" fmla="val 32192"/>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3522CC62-A063-6D7E-DB42-0920B16CFEC8}"/>
              </a:ext>
            </a:extLst>
          </p:cNvPr>
          <p:cNvCxnSpPr>
            <a:cxnSpLocks/>
          </p:cNvCxnSpPr>
          <p:nvPr/>
        </p:nvCxnSpPr>
        <p:spPr>
          <a:xfrm>
            <a:off x="3083274" y="4949761"/>
            <a:ext cx="178441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pic>
        <p:nvPicPr>
          <p:cNvPr id="71" name="图片 70">
            <a:extLst>
              <a:ext uri="{FF2B5EF4-FFF2-40B4-BE49-F238E27FC236}">
                <a16:creationId xmlns:a16="http://schemas.microsoft.com/office/drawing/2014/main" id="{FF0DC9E9-7C29-A4CC-A2EE-1211B6B6F9A3}"/>
              </a:ext>
            </a:extLst>
          </p:cNvPr>
          <p:cNvPicPr>
            <a:picLocks noChangeAspect="1"/>
          </p:cNvPicPr>
          <p:nvPr/>
        </p:nvPicPr>
        <p:blipFill>
          <a:blip r:embed="rId5"/>
          <a:stretch>
            <a:fillRect/>
          </a:stretch>
        </p:blipFill>
        <p:spPr>
          <a:xfrm>
            <a:off x="5051631" y="4235734"/>
            <a:ext cx="1219378" cy="1219378"/>
          </a:xfrm>
          <a:prstGeom prst="rect">
            <a:avLst/>
          </a:prstGeom>
        </p:spPr>
      </p:pic>
      <p:sp>
        <p:nvSpPr>
          <p:cNvPr id="72" name="文本框 71">
            <a:extLst>
              <a:ext uri="{FF2B5EF4-FFF2-40B4-BE49-F238E27FC236}">
                <a16:creationId xmlns:a16="http://schemas.microsoft.com/office/drawing/2014/main" id="{46166745-9C9F-F4FA-DCBD-928DF6147ECD}"/>
              </a:ext>
            </a:extLst>
          </p:cNvPr>
          <p:cNvSpPr txBox="1"/>
          <p:nvPr/>
        </p:nvSpPr>
        <p:spPr>
          <a:xfrm>
            <a:off x="4681944" y="3855293"/>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7" name="图片 76">
            <a:extLst>
              <a:ext uri="{FF2B5EF4-FFF2-40B4-BE49-F238E27FC236}">
                <a16:creationId xmlns:a16="http://schemas.microsoft.com/office/drawing/2014/main" id="{083A46F1-71E4-E7F7-640E-0E6C1499B48C}"/>
              </a:ext>
            </a:extLst>
          </p:cNvPr>
          <p:cNvPicPr>
            <a:picLocks noChangeAspect="1"/>
          </p:cNvPicPr>
          <p:nvPr/>
        </p:nvPicPr>
        <p:blipFill>
          <a:blip r:embed="rId6"/>
          <a:stretch>
            <a:fillRect/>
          </a:stretch>
        </p:blipFill>
        <p:spPr>
          <a:xfrm>
            <a:off x="6169143" y="4235734"/>
            <a:ext cx="305127" cy="305127"/>
          </a:xfrm>
          <a:prstGeom prst="rect">
            <a:avLst/>
          </a:prstGeom>
        </p:spPr>
      </p:pic>
      <p:cxnSp>
        <p:nvCxnSpPr>
          <p:cNvPr id="86" name="曲线连接符 85">
            <a:extLst>
              <a:ext uri="{FF2B5EF4-FFF2-40B4-BE49-F238E27FC236}">
                <a16:creationId xmlns:a16="http://schemas.microsoft.com/office/drawing/2014/main" id="{F3F4A300-BA15-1DB2-FB8E-F6D1F2B7E139}"/>
              </a:ext>
            </a:extLst>
          </p:cNvPr>
          <p:cNvCxnSpPr>
            <a:cxnSpLocks/>
            <a:stCxn id="26" idx="2"/>
            <a:endCxn id="72" idx="0"/>
          </p:cNvCxnSpPr>
          <p:nvPr/>
        </p:nvCxnSpPr>
        <p:spPr>
          <a:xfrm rot="5400000">
            <a:off x="6888624" y="1181561"/>
            <a:ext cx="1564861" cy="3782602"/>
          </a:xfrm>
          <a:prstGeom prst="curvedConnector3">
            <a:avLst>
              <a:gd name="adj1" fmla="val 79217"/>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DE46A668-FB10-4F5E-A742-F42E739B3CBD}"/>
              </a:ext>
            </a:extLst>
          </p:cNvPr>
          <p:cNvSpPr txBox="1"/>
          <p:nvPr/>
        </p:nvSpPr>
        <p:spPr>
          <a:xfrm>
            <a:off x="7139257" y="3183283"/>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E3752160-800C-7AB3-EB55-7D7875502F24}"/>
              </a:ext>
            </a:extLst>
          </p:cNvPr>
          <p:cNvCxnSpPr>
            <a:cxnSpLocks/>
          </p:cNvCxnSpPr>
          <p:nvPr/>
        </p:nvCxnSpPr>
        <p:spPr>
          <a:xfrm>
            <a:off x="6444417" y="4949761"/>
            <a:ext cx="1963650"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B8304901-6250-E64D-0E2C-D4E31078350B}"/>
              </a:ext>
            </a:extLst>
          </p:cNvPr>
          <p:cNvSpPr txBox="1"/>
          <p:nvPr/>
        </p:nvSpPr>
        <p:spPr>
          <a:xfrm>
            <a:off x="6504569" y="4547458"/>
            <a:ext cx="1632755"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5" name="圆角矩形 104">
            <a:extLst>
              <a:ext uri="{FF2B5EF4-FFF2-40B4-BE49-F238E27FC236}">
                <a16:creationId xmlns:a16="http://schemas.microsoft.com/office/drawing/2014/main" id="{9FFCE795-3771-17F4-F1BF-FA710268F5DD}"/>
              </a:ext>
            </a:extLst>
          </p:cNvPr>
          <p:cNvSpPr/>
          <p:nvPr/>
        </p:nvSpPr>
        <p:spPr>
          <a:xfrm>
            <a:off x="8575503" y="4311084"/>
            <a:ext cx="2343165" cy="1097952"/>
          </a:xfrm>
          <a:prstGeom prst="roundRect">
            <a:avLst>
              <a:gd name="adj" fmla="val 1548"/>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972418DC-A95A-4B9F-DC88-185EC0C9B8A1}"/>
              </a:ext>
            </a:extLst>
          </p:cNvPr>
          <p:cNvPicPr>
            <a:picLocks noChangeAspect="1"/>
          </p:cNvPicPr>
          <p:nvPr/>
        </p:nvPicPr>
        <p:blipFill>
          <a:blip r:embed="rId7"/>
          <a:stretch>
            <a:fillRect/>
          </a:stretch>
        </p:blipFill>
        <p:spPr>
          <a:xfrm>
            <a:off x="8674666" y="4488002"/>
            <a:ext cx="208198" cy="208198"/>
          </a:xfrm>
          <a:prstGeom prst="rect">
            <a:avLst/>
          </a:prstGeom>
        </p:spPr>
      </p:pic>
      <p:sp>
        <p:nvSpPr>
          <p:cNvPr id="107" name="文本框 106">
            <a:extLst>
              <a:ext uri="{FF2B5EF4-FFF2-40B4-BE49-F238E27FC236}">
                <a16:creationId xmlns:a16="http://schemas.microsoft.com/office/drawing/2014/main" id="{0941B5EE-9ABE-B0C2-BBBF-88375500417D}"/>
              </a:ext>
            </a:extLst>
          </p:cNvPr>
          <p:cNvSpPr txBox="1"/>
          <p:nvPr/>
        </p:nvSpPr>
        <p:spPr>
          <a:xfrm>
            <a:off x="8827126" y="4421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22FA98F8-169D-3C56-845E-01E20889C676}"/>
              </a:ext>
            </a:extLst>
          </p:cNvPr>
          <p:cNvSpPr txBox="1"/>
          <p:nvPr/>
        </p:nvSpPr>
        <p:spPr>
          <a:xfrm>
            <a:off x="9389403" y="4507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0" name="文本框 109">
            <a:extLst>
              <a:ext uri="{FF2B5EF4-FFF2-40B4-BE49-F238E27FC236}">
                <a16:creationId xmlns:a16="http://schemas.microsoft.com/office/drawing/2014/main" id="{5B83BCEA-BA4E-59EF-96A9-CC33399AD8DE}"/>
              </a:ext>
            </a:extLst>
          </p:cNvPr>
          <p:cNvSpPr txBox="1"/>
          <p:nvPr/>
        </p:nvSpPr>
        <p:spPr>
          <a:xfrm>
            <a:off x="9029376" y="3877161"/>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1" name="矩形 110">
            <a:extLst>
              <a:ext uri="{FF2B5EF4-FFF2-40B4-BE49-F238E27FC236}">
                <a16:creationId xmlns:a16="http://schemas.microsoft.com/office/drawing/2014/main" id="{7A775154-A673-5A13-B1BB-1791D453C3FD}"/>
              </a:ext>
            </a:extLst>
          </p:cNvPr>
          <p:cNvSpPr/>
          <p:nvPr/>
        </p:nvSpPr>
        <p:spPr>
          <a:xfrm>
            <a:off x="8709830" y="4773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sp>
        <p:nvSpPr>
          <p:cNvPr id="2" name="文本框 1">
            <a:extLst>
              <a:ext uri="{FF2B5EF4-FFF2-40B4-BE49-F238E27FC236}">
                <a16:creationId xmlns:a16="http://schemas.microsoft.com/office/drawing/2014/main" id="{2A03A09A-8BDA-D953-9021-7E3CA3467B6F}"/>
              </a:ext>
            </a:extLst>
          </p:cNvPr>
          <p:cNvSpPr txBox="1"/>
          <p:nvPr/>
        </p:nvSpPr>
        <p:spPr>
          <a:xfrm>
            <a:off x="1537275" y="975483"/>
            <a:ext cx="2530159"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E4E9902-3258-53B3-FEFA-ED3E40FCF757}"/>
              </a:ext>
            </a:extLst>
          </p:cNvPr>
          <p:cNvSpPr txBox="1"/>
          <p:nvPr/>
        </p:nvSpPr>
        <p:spPr>
          <a:xfrm>
            <a:off x="8481275" y="987607"/>
            <a:ext cx="2246545"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8185A53-0803-4875-502D-4887C62615D0}"/>
              </a:ext>
            </a:extLst>
          </p:cNvPr>
          <p:cNvSpPr txBox="1"/>
          <p:nvPr/>
        </p:nvSpPr>
        <p:spPr>
          <a:xfrm>
            <a:off x="4114826" y="2236122"/>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132152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0BE1779F-67DD-C2FB-5ECF-D77E14A99DF3}"/>
              </a:ext>
            </a:extLst>
          </p:cNvPr>
          <p:cNvSpPr/>
          <p:nvPr/>
        </p:nvSpPr>
        <p:spPr>
          <a:xfrm>
            <a:off x="967008" y="866899"/>
            <a:ext cx="10409554" cy="4286992"/>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97540578-8C01-654F-20BE-F4BD9B97CDCA}"/>
              </a:ext>
            </a:extLst>
          </p:cNvPr>
          <p:cNvSpPr/>
          <p:nvPr/>
        </p:nvSpPr>
        <p:spPr>
          <a:xfrm>
            <a:off x="1537275" y="149759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9B057826-B426-C589-1263-291F60DAD71F}"/>
              </a:ext>
            </a:extLst>
          </p:cNvPr>
          <p:cNvPicPr>
            <a:picLocks noChangeAspect="1"/>
          </p:cNvPicPr>
          <p:nvPr/>
        </p:nvPicPr>
        <p:blipFill>
          <a:blip r:embed="rId3"/>
          <a:stretch>
            <a:fillRect/>
          </a:stretch>
        </p:blipFill>
        <p:spPr>
          <a:xfrm>
            <a:off x="1636924" y="1585520"/>
            <a:ext cx="275490" cy="275490"/>
          </a:xfrm>
          <a:prstGeom prst="rect">
            <a:avLst/>
          </a:prstGeom>
          <a:noFill/>
        </p:spPr>
      </p:pic>
      <p:sp>
        <p:nvSpPr>
          <p:cNvPr id="8" name="文本框 7">
            <a:extLst>
              <a:ext uri="{FF2B5EF4-FFF2-40B4-BE49-F238E27FC236}">
                <a16:creationId xmlns:a16="http://schemas.microsoft.com/office/drawing/2014/main" id="{508D3FA8-E4A0-FC3D-70BE-CE866631E52F}"/>
              </a:ext>
            </a:extLst>
          </p:cNvPr>
          <p:cNvSpPr txBox="1"/>
          <p:nvPr/>
        </p:nvSpPr>
        <p:spPr>
          <a:xfrm>
            <a:off x="1824857" y="153493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02D796A2-C03B-8941-98F7-E3C4FCF0C2C8}"/>
              </a:ext>
            </a:extLst>
          </p:cNvPr>
          <p:cNvCxnSpPr>
            <a:cxnSpLocks/>
          </p:cNvCxnSpPr>
          <p:nvPr/>
        </p:nvCxnSpPr>
        <p:spPr>
          <a:xfrm>
            <a:off x="3689925" y="195339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E4213A94-C794-E665-7614-FEFA14513D64}"/>
              </a:ext>
            </a:extLst>
          </p:cNvPr>
          <p:cNvSpPr txBox="1"/>
          <p:nvPr/>
        </p:nvSpPr>
        <p:spPr>
          <a:xfrm>
            <a:off x="1537275" y="1904265"/>
            <a:ext cx="2028093" cy="461665"/>
          </a:xfrm>
          <a:prstGeom prst="rect">
            <a:avLst/>
          </a:prstGeom>
          <a:noFill/>
        </p:spPr>
        <p:txBody>
          <a:bodyPr wrap="square">
            <a:spAutoFit/>
          </a:bodyPr>
          <a:lstStyle/>
          <a:p>
            <a:r>
              <a:rPr lang="zh-CN" altLang="en-US" sz="1200" b="1" i="1" dirty="0">
                <a:latin typeface="Arial" panose="020B0604020202020204" pitchFamily="34" charset="0"/>
                <a:ea typeface="Apple Symbols" panose="02000000000000000000" pitchFamily="2" charset="-79"/>
                <a:cs typeface="Arial" panose="020B0604020202020204" pitchFamily="34" charset="0"/>
              </a:rPr>
              <a:t>@apply</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method is</a:t>
            </a:r>
            <a:r>
              <a:rPr lang="en-US" altLang="zh-CN" sz="1200" b="1" i="1" dirty="0">
                <a:latin typeface="Arial" panose="020B0604020202020204" pitchFamily="34" charset="0"/>
                <a:ea typeface="Apple Symbols" panose="02000000000000000000" pitchFamily="2" charset="-79"/>
                <a:cs typeface="Arial" panose="020B0604020202020204" pitchFamily="34" charset="0"/>
              </a:rPr>
              <a:t> </a:t>
            </a:r>
            <a:r>
              <a:rPr lang="zh-CN" altLang="en-US" sz="1200" b="1" i="1" dirty="0">
                <a:latin typeface="Arial" panose="020B0604020202020204" pitchFamily="34" charset="0"/>
                <a:ea typeface="Apple Symbols" panose="02000000000000000000" pitchFamily="2" charset="-79"/>
                <a:cs typeface="Arial" panose="020B0604020202020204" pitchFamily="34" charset="0"/>
              </a:rPr>
              <a:t>invalid after upgrade to 3.3.1</a:t>
            </a:r>
            <a:r>
              <a:rPr lang="en-US" altLang="zh-CN" sz="1200" b="1" i="1" dirty="0">
                <a:latin typeface="Arial" panose="020B0604020202020204" pitchFamily="34" charset="0"/>
                <a:ea typeface="Apple Symbols" panose="02000000000000000000" pitchFamily="2" charset="-79"/>
                <a:cs typeface="Arial" panose="020B0604020202020204" pitchFamily="34" charset="0"/>
              </a:rPr>
              <a:t>…</a:t>
            </a:r>
            <a:r>
              <a:rPr lang="zh-CN" altLang="en-US" sz="1200" b="1" i="1" dirty="0">
                <a:latin typeface="Arial" panose="020B0604020202020204" pitchFamily="34" charset="0"/>
                <a:ea typeface="Apple Symbols" panose="02000000000000000000" pitchFamily="2" charset="-79"/>
                <a:cs typeface="Arial" panose="020B0604020202020204" pitchFamily="34" charset="0"/>
              </a:rPr>
              <a:t> </a:t>
            </a:r>
          </a:p>
        </p:txBody>
      </p:sp>
      <p:pic>
        <p:nvPicPr>
          <p:cNvPr id="20" name="图片 19">
            <a:extLst>
              <a:ext uri="{FF2B5EF4-FFF2-40B4-BE49-F238E27FC236}">
                <a16:creationId xmlns:a16="http://schemas.microsoft.com/office/drawing/2014/main" id="{FC59DFD8-4319-900F-C26E-33D99A027B21}"/>
              </a:ext>
            </a:extLst>
          </p:cNvPr>
          <p:cNvPicPr>
            <a:picLocks noChangeAspect="1"/>
          </p:cNvPicPr>
          <p:nvPr/>
        </p:nvPicPr>
        <p:blipFill>
          <a:blip r:embed="rId4"/>
          <a:stretch>
            <a:fillRect/>
          </a:stretch>
        </p:blipFill>
        <p:spPr>
          <a:xfrm>
            <a:off x="5560049" y="1728518"/>
            <a:ext cx="680667" cy="680667"/>
          </a:xfrm>
          <a:prstGeom prst="rect">
            <a:avLst/>
          </a:prstGeom>
        </p:spPr>
      </p:pic>
      <p:sp>
        <p:nvSpPr>
          <p:cNvPr id="21" name="文本框 20">
            <a:extLst>
              <a:ext uri="{FF2B5EF4-FFF2-40B4-BE49-F238E27FC236}">
                <a16:creationId xmlns:a16="http://schemas.microsoft.com/office/drawing/2014/main" id="{109FC951-5859-8CE0-FCA0-FB73770D2BE4}"/>
              </a:ext>
            </a:extLst>
          </p:cNvPr>
          <p:cNvSpPr txBox="1"/>
          <p:nvPr/>
        </p:nvSpPr>
        <p:spPr>
          <a:xfrm>
            <a:off x="5560049" y="1444819"/>
            <a:ext cx="62068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1833BD-1C4A-D490-9125-7C7BFBE14CD1}"/>
              </a:ext>
            </a:extLst>
          </p:cNvPr>
          <p:cNvCxnSpPr>
            <a:cxnSpLocks/>
          </p:cNvCxnSpPr>
          <p:nvPr/>
        </p:nvCxnSpPr>
        <p:spPr>
          <a:xfrm flipV="1">
            <a:off x="6444417" y="1994659"/>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223C89AD-0A39-A10D-2E33-C061CC97142F}"/>
              </a:ext>
            </a:extLst>
          </p:cNvPr>
          <p:cNvSpPr/>
          <p:nvPr/>
        </p:nvSpPr>
        <p:spPr>
          <a:xfrm>
            <a:off x="8258780" y="1497595"/>
            <a:ext cx="2607149" cy="911587"/>
          </a:xfrm>
          <a:prstGeom prst="roundRect">
            <a:avLst>
              <a:gd name="adj" fmla="val 1690"/>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5DC4C41A-FEB7-C73D-D006-D51D38D9AA9D}"/>
              </a:ext>
            </a:extLst>
          </p:cNvPr>
          <p:cNvSpPr txBox="1"/>
          <p:nvPr/>
        </p:nvSpPr>
        <p:spPr>
          <a:xfrm>
            <a:off x="8481275" y="151408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5DF42FF4-6625-13AB-DE03-923142E65A16}"/>
              </a:ext>
            </a:extLst>
          </p:cNvPr>
          <p:cNvSpPr txBox="1"/>
          <p:nvPr/>
        </p:nvSpPr>
        <p:spPr>
          <a:xfrm>
            <a:off x="9245796" y="158592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AED3414-5E45-6AFE-27C5-00BD52D7C945}"/>
              </a:ext>
            </a:extLst>
          </p:cNvPr>
          <p:cNvSpPr txBox="1"/>
          <p:nvPr/>
        </p:nvSpPr>
        <p:spPr>
          <a:xfrm>
            <a:off x="9684435" y="158592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51A2D782-9C94-41AF-E874-463B2E3F2C8D}"/>
              </a:ext>
            </a:extLst>
          </p:cNvPr>
          <p:cNvSpPr/>
          <p:nvPr/>
        </p:nvSpPr>
        <p:spPr>
          <a:xfrm>
            <a:off x="10151678" y="172937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3CF4752-93F4-440B-A1AA-755519704312}"/>
              </a:ext>
            </a:extLst>
          </p:cNvPr>
          <p:cNvSpPr/>
          <p:nvPr/>
        </p:nvSpPr>
        <p:spPr>
          <a:xfrm>
            <a:off x="10280441" y="172937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A3437CA4-6625-C86F-7CF2-CFA6CF9919FA}"/>
              </a:ext>
            </a:extLst>
          </p:cNvPr>
          <p:cNvSpPr/>
          <p:nvPr/>
        </p:nvSpPr>
        <p:spPr>
          <a:xfrm>
            <a:off x="10408189" y="172851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6E1C5352-0803-94CB-2740-612FCD8D38F1}"/>
              </a:ext>
            </a:extLst>
          </p:cNvPr>
          <p:cNvSpPr/>
          <p:nvPr/>
        </p:nvSpPr>
        <p:spPr>
          <a:xfrm>
            <a:off x="10536952" y="172851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5BF1D6DC-CA34-1AFA-190B-7F67F4837FD9}"/>
              </a:ext>
            </a:extLst>
          </p:cNvPr>
          <p:cNvSpPr/>
          <p:nvPr/>
        </p:nvSpPr>
        <p:spPr>
          <a:xfrm>
            <a:off x="10665715" y="172851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43783161-E436-7DBE-B399-EF42E2C35DE9}"/>
              </a:ext>
            </a:extLst>
          </p:cNvPr>
          <p:cNvSpPr/>
          <p:nvPr/>
        </p:nvSpPr>
        <p:spPr>
          <a:xfrm>
            <a:off x="8334726" y="187646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D00B9600-FB50-B112-F828-F625A67701B7}"/>
              </a:ext>
            </a:extLst>
          </p:cNvPr>
          <p:cNvSpPr/>
          <p:nvPr/>
        </p:nvSpPr>
        <p:spPr>
          <a:xfrm>
            <a:off x="8408067" y="196129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C2EBB53B-3D48-30E6-0890-1E7284C34071}"/>
              </a:ext>
            </a:extLst>
          </p:cNvPr>
          <p:cNvSpPr/>
          <p:nvPr/>
        </p:nvSpPr>
        <p:spPr>
          <a:xfrm>
            <a:off x="8408067" y="206719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1FEE1EBA-6467-F154-1EA7-8116F4560FE8}"/>
              </a:ext>
            </a:extLst>
          </p:cNvPr>
          <p:cNvSpPr/>
          <p:nvPr/>
        </p:nvSpPr>
        <p:spPr>
          <a:xfrm>
            <a:off x="8516210" y="195919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E70DBB8A-0506-47C2-DC7E-97C5BF930C87}"/>
              </a:ext>
            </a:extLst>
          </p:cNvPr>
          <p:cNvSpPr/>
          <p:nvPr/>
        </p:nvSpPr>
        <p:spPr>
          <a:xfrm>
            <a:off x="8518549" y="207020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AD98FDB7-221A-9F41-47C4-D058732A982D}"/>
              </a:ext>
            </a:extLst>
          </p:cNvPr>
          <p:cNvSpPr txBox="1"/>
          <p:nvPr/>
        </p:nvSpPr>
        <p:spPr>
          <a:xfrm>
            <a:off x="4105984" y="1557075"/>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50B886D-493D-B5FD-57FC-14F61B383E20}"/>
              </a:ext>
            </a:extLst>
          </p:cNvPr>
          <p:cNvSpPr txBox="1"/>
          <p:nvPr/>
        </p:nvSpPr>
        <p:spPr>
          <a:xfrm>
            <a:off x="6579192" y="1614096"/>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24D56835-2921-322A-4A55-FC5704CC6F38}"/>
              </a:ext>
            </a:extLst>
          </p:cNvPr>
          <p:cNvPicPr>
            <a:picLocks noChangeAspect="1"/>
          </p:cNvPicPr>
          <p:nvPr/>
        </p:nvPicPr>
        <p:blipFill>
          <a:blip r:embed="rId5"/>
          <a:stretch>
            <a:fillRect/>
          </a:stretch>
        </p:blipFill>
        <p:spPr>
          <a:xfrm>
            <a:off x="8308192" y="1568932"/>
            <a:ext cx="261239" cy="261239"/>
          </a:xfrm>
          <a:prstGeom prst="rect">
            <a:avLst/>
          </a:prstGeom>
        </p:spPr>
      </p:pic>
      <p:cxnSp>
        <p:nvCxnSpPr>
          <p:cNvPr id="52" name="直线连接符 51">
            <a:extLst>
              <a:ext uri="{FF2B5EF4-FFF2-40B4-BE49-F238E27FC236}">
                <a16:creationId xmlns:a16="http://schemas.microsoft.com/office/drawing/2014/main" id="{0D4ED090-AD1E-E577-881A-07574A128655}"/>
              </a:ext>
            </a:extLst>
          </p:cNvPr>
          <p:cNvCxnSpPr>
            <a:cxnSpLocks/>
          </p:cNvCxnSpPr>
          <p:nvPr/>
        </p:nvCxnSpPr>
        <p:spPr>
          <a:xfrm>
            <a:off x="1384566" y="2835819"/>
            <a:ext cx="9721642" cy="0"/>
          </a:xfrm>
          <a:prstGeom prst="line">
            <a:avLst/>
          </a:prstGeom>
          <a:ln w="38100">
            <a:solidFill>
              <a:schemeClr val="bg1">
                <a:lumMod val="65000"/>
              </a:schemeClr>
            </a:solidFill>
            <a:prstDash val="dash"/>
          </a:ln>
        </p:spPr>
        <p:style>
          <a:lnRef idx="1">
            <a:schemeClr val="dk1"/>
          </a:lnRef>
          <a:fillRef idx="0">
            <a:schemeClr val="dk1"/>
          </a:fillRef>
          <a:effectRef idx="0">
            <a:schemeClr val="dk1"/>
          </a:effectRef>
          <a:fontRef idx="minor">
            <a:schemeClr val="tx1"/>
          </a:fontRef>
        </p:style>
      </p:cxnSp>
      <p:sp>
        <p:nvSpPr>
          <p:cNvPr id="54" name="文本框 53">
            <a:extLst>
              <a:ext uri="{FF2B5EF4-FFF2-40B4-BE49-F238E27FC236}">
                <a16:creationId xmlns:a16="http://schemas.microsoft.com/office/drawing/2014/main" id="{7E63195D-C09B-CC63-7A0F-BC87B6EE9F32}"/>
              </a:ext>
            </a:extLst>
          </p:cNvPr>
          <p:cNvSpPr txBox="1"/>
          <p:nvPr/>
        </p:nvSpPr>
        <p:spPr>
          <a:xfrm>
            <a:off x="4995638" y="970182"/>
            <a:ext cx="1494896"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76E6B86-1755-D941-7F49-FBD6DC39A354}"/>
              </a:ext>
            </a:extLst>
          </p:cNvPr>
          <p:cNvSpPr txBox="1"/>
          <p:nvPr/>
        </p:nvSpPr>
        <p:spPr>
          <a:xfrm>
            <a:off x="4995638" y="2906740"/>
            <a:ext cx="161916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3995CB0-9F4F-DB12-5987-4967D998BA09}"/>
              </a:ext>
            </a:extLst>
          </p:cNvPr>
          <p:cNvPicPr>
            <a:picLocks noChangeAspect="1"/>
          </p:cNvPicPr>
          <p:nvPr/>
        </p:nvPicPr>
        <p:blipFill>
          <a:blip r:embed="rId6"/>
          <a:stretch>
            <a:fillRect/>
          </a:stretch>
        </p:blipFill>
        <p:spPr>
          <a:xfrm>
            <a:off x="1775225" y="3781439"/>
            <a:ext cx="1192931" cy="1192931"/>
          </a:xfrm>
          <a:prstGeom prst="rect">
            <a:avLst/>
          </a:prstGeom>
        </p:spPr>
      </p:pic>
      <p:sp>
        <p:nvSpPr>
          <p:cNvPr id="58" name="文本框 57">
            <a:extLst>
              <a:ext uri="{FF2B5EF4-FFF2-40B4-BE49-F238E27FC236}">
                <a16:creationId xmlns:a16="http://schemas.microsoft.com/office/drawing/2014/main" id="{04A53459-0BF9-1F02-455A-DBDE44B4556C}"/>
              </a:ext>
            </a:extLst>
          </p:cNvPr>
          <p:cNvSpPr txBox="1"/>
          <p:nvPr/>
        </p:nvSpPr>
        <p:spPr>
          <a:xfrm>
            <a:off x="1751747" y="3365588"/>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E8E4BAC3-6024-30C4-1756-24D00655E475}"/>
              </a:ext>
            </a:extLst>
          </p:cNvPr>
          <p:cNvCxnSpPr>
            <a:cxnSpLocks/>
          </p:cNvCxnSpPr>
          <p:nvPr/>
        </p:nvCxnSpPr>
        <p:spPr>
          <a:xfrm flipV="1">
            <a:off x="3069916" y="2283196"/>
            <a:ext cx="2328718" cy="1663456"/>
          </a:xfrm>
          <a:prstGeom prst="bentConnector3">
            <a:avLst>
              <a:gd name="adj1" fmla="val 31642"/>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3522CC62-A063-6D7E-DB42-0920B16CFEC8}"/>
              </a:ext>
            </a:extLst>
          </p:cNvPr>
          <p:cNvCxnSpPr>
            <a:cxnSpLocks/>
          </p:cNvCxnSpPr>
          <p:nvPr/>
        </p:nvCxnSpPr>
        <p:spPr>
          <a:xfrm>
            <a:off x="3083274" y="4474761"/>
            <a:ext cx="178441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pic>
        <p:nvPicPr>
          <p:cNvPr id="71" name="图片 70">
            <a:extLst>
              <a:ext uri="{FF2B5EF4-FFF2-40B4-BE49-F238E27FC236}">
                <a16:creationId xmlns:a16="http://schemas.microsoft.com/office/drawing/2014/main" id="{FF0DC9E9-7C29-A4CC-A2EE-1211B6B6F9A3}"/>
              </a:ext>
            </a:extLst>
          </p:cNvPr>
          <p:cNvPicPr>
            <a:picLocks noChangeAspect="1"/>
          </p:cNvPicPr>
          <p:nvPr/>
        </p:nvPicPr>
        <p:blipFill>
          <a:blip r:embed="rId6"/>
          <a:stretch>
            <a:fillRect/>
          </a:stretch>
        </p:blipFill>
        <p:spPr>
          <a:xfrm>
            <a:off x="5051631" y="3760734"/>
            <a:ext cx="1219378" cy="1219378"/>
          </a:xfrm>
          <a:prstGeom prst="rect">
            <a:avLst/>
          </a:prstGeom>
        </p:spPr>
      </p:pic>
      <p:sp>
        <p:nvSpPr>
          <p:cNvPr id="72" name="文本框 71">
            <a:extLst>
              <a:ext uri="{FF2B5EF4-FFF2-40B4-BE49-F238E27FC236}">
                <a16:creationId xmlns:a16="http://schemas.microsoft.com/office/drawing/2014/main" id="{46166745-9C9F-F4FA-DCBD-928DF6147ECD}"/>
              </a:ext>
            </a:extLst>
          </p:cNvPr>
          <p:cNvSpPr txBox="1"/>
          <p:nvPr/>
        </p:nvSpPr>
        <p:spPr>
          <a:xfrm>
            <a:off x="4681944" y="3380293"/>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7" name="图片 76">
            <a:extLst>
              <a:ext uri="{FF2B5EF4-FFF2-40B4-BE49-F238E27FC236}">
                <a16:creationId xmlns:a16="http://schemas.microsoft.com/office/drawing/2014/main" id="{083A46F1-71E4-E7F7-640E-0E6C1499B48C}"/>
              </a:ext>
            </a:extLst>
          </p:cNvPr>
          <p:cNvPicPr>
            <a:picLocks noChangeAspect="1"/>
          </p:cNvPicPr>
          <p:nvPr/>
        </p:nvPicPr>
        <p:blipFill>
          <a:blip r:embed="rId7"/>
          <a:stretch>
            <a:fillRect/>
          </a:stretch>
        </p:blipFill>
        <p:spPr>
          <a:xfrm>
            <a:off x="6169143" y="3760734"/>
            <a:ext cx="305127" cy="305127"/>
          </a:xfrm>
          <a:prstGeom prst="rect">
            <a:avLst/>
          </a:prstGeom>
        </p:spPr>
      </p:pic>
      <p:cxnSp>
        <p:nvCxnSpPr>
          <p:cNvPr id="86" name="曲线连接符 85">
            <a:extLst>
              <a:ext uri="{FF2B5EF4-FFF2-40B4-BE49-F238E27FC236}">
                <a16:creationId xmlns:a16="http://schemas.microsoft.com/office/drawing/2014/main" id="{F3F4A300-BA15-1DB2-FB8E-F6D1F2B7E139}"/>
              </a:ext>
            </a:extLst>
          </p:cNvPr>
          <p:cNvCxnSpPr>
            <a:cxnSpLocks/>
            <a:stCxn id="26" idx="2"/>
            <a:endCxn id="72" idx="3"/>
          </p:cNvCxnSpPr>
          <p:nvPr/>
        </p:nvCxnSpPr>
        <p:spPr>
          <a:xfrm rot="5400000">
            <a:off x="7642070" y="1644673"/>
            <a:ext cx="1155777" cy="2684794"/>
          </a:xfrm>
          <a:prstGeom prst="curvedConnector2">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DE46A668-FB10-4F5E-A742-F42E739B3CBD}"/>
              </a:ext>
            </a:extLst>
          </p:cNvPr>
          <p:cNvSpPr txBox="1"/>
          <p:nvPr/>
        </p:nvSpPr>
        <p:spPr>
          <a:xfrm>
            <a:off x="7172372" y="3131643"/>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E3752160-800C-7AB3-EB55-7D7875502F24}"/>
              </a:ext>
            </a:extLst>
          </p:cNvPr>
          <p:cNvCxnSpPr>
            <a:cxnSpLocks/>
          </p:cNvCxnSpPr>
          <p:nvPr/>
        </p:nvCxnSpPr>
        <p:spPr>
          <a:xfrm>
            <a:off x="6444417" y="4474761"/>
            <a:ext cx="1963650"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B8304901-6250-E64D-0E2C-D4E31078350B}"/>
              </a:ext>
            </a:extLst>
          </p:cNvPr>
          <p:cNvSpPr txBox="1"/>
          <p:nvPr/>
        </p:nvSpPr>
        <p:spPr>
          <a:xfrm>
            <a:off x="6504569" y="4072458"/>
            <a:ext cx="1632755"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5" name="圆角矩形 104">
            <a:extLst>
              <a:ext uri="{FF2B5EF4-FFF2-40B4-BE49-F238E27FC236}">
                <a16:creationId xmlns:a16="http://schemas.microsoft.com/office/drawing/2014/main" id="{9FFCE795-3771-17F4-F1BF-FA710268F5DD}"/>
              </a:ext>
            </a:extLst>
          </p:cNvPr>
          <p:cNvSpPr/>
          <p:nvPr/>
        </p:nvSpPr>
        <p:spPr>
          <a:xfrm>
            <a:off x="8575503" y="3836084"/>
            <a:ext cx="2343165" cy="1097952"/>
          </a:xfrm>
          <a:prstGeom prst="roundRect">
            <a:avLst>
              <a:gd name="adj" fmla="val 1548"/>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972418DC-A95A-4B9F-DC88-185EC0C9B8A1}"/>
              </a:ext>
            </a:extLst>
          </p:cNvPr>
          <p:cNvPicPr>
            <a:picLocks noChangeAspect="1"/>
          </p:cNvPicPr>
          <p:nvPr/>
        </p:nvPicPr>
        <p:blipFill>
          <a:blip r:embed="rId8"/>
          <a:stretch>
            <a:fillRect/>
          </a:stretch>
        </p:blipFill>
        <p:spPr>
          <a:xfrm>
            <a:off x="8674666" y="4013002"/>
            <a:ext cx="208198" cy="208198"/>
          </a:xfrm>
          <a:prstGeom prst="rect">
            <a:avLst/>
          </a:prstGeom>
        </p:spPr>
      </p:pic>
      <p:sp>
        <p:nvSpPr>
          <p:cNvPr id="107" name="文本框 106">
            <a:extLst>
              <a:ext uri="{FF2B5EF4-FFF2-40B4-BE49-F238E27FC236}">
                <a16:creationId xmlns:a16="http://schemas.microsoft.com/office/drawing/2014/main" id="{0941B5EE-9ABE-B0C2-BBBF-88375500417D}"/>
              </a:ext>
            </a:extLst>
          </p:cNvPr>
          <p:cNvSpPr txBox="1"/>
          <p:nvPr/>
        </p:nvSpPr>
        <p:spPr>
          <a:xfrm>
            <a:off x="8827126" y="3946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22FA98F8-169D-3C56-845E-01E20889C676}"/>
              </a:ext>
            </a:extLst>
          </p:cNvPr>
          <p:cNvSpPr txBox="1"/>
          <p:nvPr/>
        </p:nvSpPr>
        <p:spPr>
          <a:xfrm>
            <a:off x="9389403" y="4032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0" name="文本框 109">
            <a:extLst>
              <a:ext uri="{FF2B5EF4-FFF2-40B4-BE49-F238E27FC236}">
                <a16:creationId xmlns:a16="http://schemas.microsoft.com/office/drawing/2014/main" id="{5B83BCEA-BA4E-59EF-96A9-CC33399AD8DE}"/>
              </a:ext>
            </a:extLst>
          </p:cNvPr>
          <p:cNvSpPr txBox="1"/>
          <p:nvPr/>
        </p:nvSpPr>
        <p:spPr>
          <a:xfrm>
            <a:off x="9029376" y="3437786"/>
            <a:ext cx="2195617"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1" name="矩形 110">
            <a:extLst>
              <a:ext uri="{FF2B5EF4-FFF2-40B4-BE49-F238E27FC236}">
                <a16:creationId xmlns:a16="http://schemas.microsoft.com/office/drawing/2014/main" id="{7A775154-A673-5A13-B1BB-1791D453C3FD}"/>
              </a:ext>
            </a:extLst>
          </p:cNvPr>
          <p:cNvSpPr/>
          <p:nvPr/>
        </p:nvSpPr>
        <p:spPr>
          <a:xfrm>
            <a:off x="8709830" y="4298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sp>
        <p:nvSpPr>
          <p:cNvPr id="2" name="文本框 1">
            <a:extLst>
              <a:ext uri="{FF2B5EF4-FFF2-40B4-BE49-F238E27FC236}">
                <a16:creationId xmlns:a16="http://schemas.microsoft.com/office/drawing/2014/main" id="{2A03A09A-8BDA-D953-9021-7E3CA3467B6F}"/>
              </a:ext>
            </a:extLst>
          </p:cNvPr>
          <p:cNvSpPr txBox="1"/>
          <p:nvPr/>
        </p:nvSpPr>
        <p:spPr>
          <a:xfrm>
            <a:off x="1408232" y="1094681"/>
            <a:ext cx="2530159"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2E4E9902-3258-53B3-FEFA-ED3E40FCF757}"/>
              </a:ext>
            </a:extLst>
          </p:cNvPr>
          <p:cNvSpPr txBox="1"/>
          <p:nvPr/>
        </p:nvSpPr>
        <p:spPr>
          <a:xfrm>
            <a:off x="8481275" y="1106357"/>
            <a:ext cx="2246545"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98185A53-0803-4875-502D-4887C62615D0}"/>
              </a:ext>
            </a:extLst>
          </p:cNvPr>
          <p:cNvSpPr txBox="1"/>
          <p:nvPr/>
        </p:nvSpPr>
        <p:spPr>
          <a:xfrm>
            <a:off x="4114826" y="2354872"/>
            <a:ext cx="740908"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5656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6AE-8D87-B698-7328-5C60726ABC6B}"/>
            </a:ext>
          </a:extLst>
        </p:cNvPr>
        <p:cNvGrpSpPr/>
        <p:nvPr/>
      </p:nvGrpSpPr>
      <p:grpSpPr>
        <a:xfrm>
          <a:off x="0" y="0"/>
          <a:ext cx="0" cy="0"/>
          <a:chOff x="0" y="0"/>
          <a:chExt cx="0" cy="0"/>
        </a:xfrm>
      </p:grpSpPr>
      <p:sp>
        <p:nvSpPr>
          <p:cNvPr id="23" name="矩形: 圆角 129">
            <a:extLst>
              <a:ext uri="{FF2B5EF4-FFF2-40B4-BE49-F238E27FC236}">
                <a16:creationId xmlns:a16="http://schemas.microsoft.com/office/drawing/2014/main" id="{26996492-C4CC-DD84-FCD1-E3B2BF8A86BD}"/>
              </a:ext>
            </a:extLst>
          </p:cNvPr>
          <p:cNvSpPr/>
          <p:nvPr/>
        </p:nvSpPr>
        <p:spPr>
          <a:xfrm>
            <a:off x="895931" y="2954310"/>
            <a:ext cx="10532993" cy="2053001"/>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 name="矩形: 圆角 129">
            <a:extLst>
              <a:ext uri="{FF2B5EF4-FFF2-40B4-BE49-F238E27FC236}">
                <a16:creationId xmlns:a16="http://schemas.microsoft.com/office/drawing/2014/main" id="{9C5CC402-909C-5745-5C62-28A5EE475B1B}"/>
              </a:ext>
            </a:extLst>
          </p:cNvPr>
          <p:cNvSpPr/>
          <p:nvPr/>
        </p:nvSpPr>
        <p:spPr>
          <a:xfrm>
            <a:off x="914235" y="870827"/>
            <a:ext cx="10532993" cy="1941242"/>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8F93F364-7C7D-44D6-A674-0B713EC6BD75}"/>
              </a:ext>
            </a:extLst>
          </p:cNvPr>
          <p:cNvSpPr/>
          <p:nvPr/>
        </p:nvSpPr>
        <p:spPr>
          <a:xfrm>
            <a:off x="1537275" y="1378845"/>
            <a:ext cx="2028093" cy="911590"/>
          </a:xfrm>
          <a:prstGeom prst="roundRect">
            <a:avLst>
              <a:gd name="adj" fmla="val 10952"/>
            </a:avLst>
          </a:prstGeom>
          <a:solidFill>
            <a:srgbClr val="F5CCCE"/>
          </a:solid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6" name="图片 5">
            <a:extLst>
              <a:ext uri="{FF2B5EF4-FFF2-40B4-BE49-F238E27FC236}">
                <a16:creationId xmlns:a16="http://schemas.microsoft.com/office/drawing/2014/main" id="{2AB29796-7C47-7DDD-4ECE-99CF11FF7B69}"/>
              </a:ext>
            </a:extLst>
          </p:cNvPr>
          <p:cNvPicPr>
            <a:picLocks noChangeAspect="1"/>
          </p:cNvPicPr>
          <p:nvPr/>
        </p:nvPicPr>
        <p:blipFill>
          <a:blip r:embed="rId3"/>
          <a:stretch>
            <a:fillRect/>
          </a:stretch>
        </p:blipFill>
        <p:spPr>
          <a:xfrm>
            <a:off x="1636924" y="1466770"/>
            <a:ext cx="275490" cy="275490"/>
          </a:xfrm>
          <a:prstGeom prst="rect">
            <a:avLst/>
          </a:prstGeom>
          <a:noFill/>
        </p:spPr>
      </p:pic>
      <p:sp>
        <p:nvSpPr>
          <p:cNvPr id="8" name="文本框 7">
            <a:extLst>
              <a:ext uri="{FF2B5EF4-FFF2-40B4-BE49-F238E27FC236}">
                <a16:creationId xmlns:a16="http://schemas.microsoft.com/office/drawing/2014/main" id="{4FEB1BD9-AC9C-3E53-A78C-376DD60838B6}"/>
              </a:ext>
            </a:extLst>
          </p:cNvPr>
          <p:cNvSpPr txBox="1"/>
          <p:nvPr/>
        </p:nvSpPr>
        <p:spPr>
          <a:xfrm>
            <a:off x="1824857" y="1416183"/>
            <a:ext cx="838691"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10" name="直线箭头连接符 9">
            <a:extLst>
              <a:ext uri="{FF2B5EF4-FFF2-40B4-BE49-F238E27FC236}">
                <a16:creationId xmlns:a16="http://schemas.microsoft.com/office/drawing/2014/main" id="{F267488B-5934-B81B-5848-3DFC3381FA66}"/>
              </a:ext>
            </a:extLst>
          </p:cNvPr>
          <p:cNvCxnSpPr>
            <a:cxnSpLocks/>
          </p:cNvCxnSpPr>
          <p:nvPr/>
        </p:nvCxnSpPr>
        <p:spPr>
          <a:xfrm>
            <a:off x="3689925" y="1834640"/>
            <a:ext cx="1708709"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500B4BB1-AEC0-2E6B-743C-596B2FB19119}"/>
              </a:ext>
            </a:extLst>
          </p:cNvPr>
          <p:cNvSpPr txBox="1"/>
          <p:nvPr/>
        </p:nvSpPr>
        <p:spPr>
          <a:xfrm>
            <a:off x="1605443" y="1785515"/>
            <a:ext cx="1888562" cy="430887"/>
          </a:xfrm>
          <a:prstGeom prst="rect">
            <a:avLst/>
          </a:prstGeom>
          <a:solidFill>
            <a:schemeClr val="bg1"/>
          </a:solidFill>
        </p:spPr>
        <p:txBody>
          <a:bodyPr wrap="square">
            <a:spAutoFit/>
          </a:bodyPr>
          <a:lstStyle/>
          <a:p>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@apply</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 </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method is</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 </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invalid after upgrade to 3.3.1</a:t>
            </a:r>
            <a:r>
              <a:rPr lang="en-US" altLang="zh-CN" sz="1100" dirty="0">
                <a:latin typeface="Times New Roman" panose="02020603050405020304" pitchFamily="18" charset="0"/>
                <a:ea typeface="Microsoft GothicNeo" panose="02000300000000000000" pitchFamily="2" charset="-127"/>
                <a:cs typeface="Times New Roman" panose="02020603050405020304" pitchFamily="18" charset="0"/>
              </a:rPr>
              <a:t>…</a:t>
            </a:r>
            <a:r>
              <a:rPr lang="zh-CN" altLang="en-US" sz="1100" dirty="0">
                <a:latin typeface="Times New Roman" panose="02020603050405020304" pitchFamily="18" charset="0"/>
                <a:ea typeface="Apple Symbols" panose="02000000000000000000" pitchFamily="2" charset="-79"/>
                <a:cs typeface="Times New Roman" panose="02020603050405020304" pitchFamily="18" charset="0"/>
              </a:rPr>
              <a:t> </a:t>
            </a:r>
          </a:p>
        </p:txBody>
      </p:sp>
      <p:pic>
        <p:nvPicPr>
          <p:cNvPr id="20" name="图片 19">
            <a:extLst>
              <a:ext uri="{FF2B5EF4-FFF2-40B4-BE49-F238E27FC236}">
                <a16:creationId xmlns:a16="http://schemas.microsoft.com/office/drawing/2014/main" id="{BE890B5E-E694-F212-D126-E3CFFFD05872}"/>
              </a:ext>
            </a:extLst>
          </p:cNvPr>
          <p:cNvPicPr>
            <a:picLocks noChangeAspect="1"/>
          </p:cNvPicPr>
          <p:nvPr/>
        </p:nvPicPr>
        <p:blipFill>
          <a:blip r:embed="rId4"/>
          <a:stretch>
            <a:fillRect/>
          </a:stretch>
        </p:blipFill>
        <p:spPr>
          <a:xfrm>
            <a:off x="5560049" y="1609768"/>
            <a:ext cx="680667" cy="680667"/>
          </a:xfrm>
          <a:prstGeom prst="rect">
            <a:avLst/>
          </a:prstGeom>
        </p:spPr>
      </p:pic>
      <p:sp>
        <p:nvSpPr>
          <p:cNvPr id="21" name="文本框 20">
            <a:extLst>
              <a:ext uri="{FF2B5EF4-FFF2-40B4-BE49-F238E27FC236}">
                <a16:creationId xmlns:a16="http://schemas.microsoft.com/office/drawing/2014/main" id="{FCAA5564-2972-DC5F-8047-2A98AC42FDA2}"/>
              </a:ext>
            </a:extLst>
          </p:cNvPr>
          <p:cNvSpPr txBox="1"/>
          <p:nvPr/>
        </p:nvSpPr>
        <p:spPr>
          <a:xfrm>
            <a:off x="5548436" y="1325674"/>
            <a:ext cx="620683" cy="338554"/>
          </a:xfrm>
          <a:prstGeom prst="rect">
            <a:avLst/>
          </a:prstGeom>
          <a:noFill/>
        </p:spPr>
        <p:txBody>
          <a:bodyPr wrap="non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LLM</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24" name="直线箭头连接符 23">
            <a:extLst>
              <a:ext uri="{FF2B5EF4-FFF2-40B4-BE49-F238E27FC236}">
                <a16:creationId xmlns:a16="http://schemas.microsoft.com/office/drawing/2014/main" id="{1AFE80F2-2FD2-6B6B-4695-E02A8478E2DC}"/>
              </a:ext>
            </a:extLst>
          </p:cNvPr>
          <p:cNvCxnSpPr>
            <a:cxnSpLocks/>
          </p:cNvCxnSpPr>
          <p:nvPr/>
        </p:nvCxnSpPr>
        <p:spPr>
          <a:xfrm flipV="1">
            <a:off x="6436637" y="1998536"/>
            <a:ext cx="1698251" cy="1595"/>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26" name="圆角矩形 25">
            <a:extLst>
              <a:ext uri="{FF2B5EF4-FFF2-40B4-BE49-F238E27FC236}">
                <a16:creationId xmlns:a16="http://schemas.microsoft.com/office/drawing/2014/main" id="{DB6C7D6F-625A-EAE7-6BD9-A46AB0FEBCBA}"/>
              </a:ext>
            </a:extLst>
          </p:cNvPr>
          <p:cNvSpPr/>
          <p:nvPr/>
        </p:nvSpPr>
        <p:spPr>
          <a:xfrm>
            <a:off x="8258780" y="1378845"/>
            <a:ext cx="2607149" cy="911590"/>
          </a:xfrm>
          <a:prstGeom prst="roundRect">
            <a:avLst>
              <a:gd name="adj" fmla="val 10359"/>
            </a:avLst>
          </a:prstGeom>
          <a:solidFill>
            <a:srgbClr val="F3F3F5"/>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9" name="文本框 28">
            <a:extLst>
              <a:ext uri="{FF2B5EF4-FFF2-40B4-BE49-F238E27FC236}">
                <a16:creationId xmlns:a16="http://schemas.microsoft.com/office/drawing/2014/main" id="{19653DE0-C21C-E23B-7DE1-DA9831B30FF7}"/>
              </a:ext>
            </a:extLst>
          </p:cNvPr>
          <p:cNvSpPr txBox="1"/>
          <p:nvPr/>
        </p:nvSpPr>
        <p:spPr>
          <a:xfrm>
            <a:off x="8481275" y="1395330"/>
            <a:ext cx="892039"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AA5FE5FF-744B-40EB-4644-66F43FAA6B6B}"/>
              </a:ext>
            </a:extLst>
          </p:cNvPr>
          <p:cNvSpPr txBox="1"/>
          <p:nvPr/>
        </p:nvSpPr>
        <p:spPr>
          <a:xfrm>
            <a:off x="9245796" y="1467177"/>
            <a:ext cx="487634" cy="307777"/>
          </a:xfrm>
          <a:prstGeom prst="rect">
            <a:avLst/>
          </a:prstGeom>
          <a:noFill/>
        </p:spPr>
        <p:txBody>
          <a:bodyPr wrap="none" rtlCol="0">
            <a:spAutoFit/>
          </a:bodyPr>
          <a:lstStyle/>
          <a:p>
            <a:r>
              <a:rPr kumimoji="1" lang="en-US" altLang="zh-CN" sz="1400" b="1" dirty="0">
                <a:solidFill>
                  <a:schemeClr val="accent6">
                    <a:lumMod val="75000"/>
                  </a:schemeClr>
                </a:solidFill>
                <a:latin typeface="Arial" panose="020B0604020202020204" pitchFamily="34" charset="0"/>
                <a:cs typeface="Arial" panose="020B0604020202020204" pitchFamily="34" charset="0"/>
              </a:rPr>
              <a:t>+12</a:t>
            </a:r>
            <a:endParaRPr kumimoji="1" lang="zh-CN" altLang="en-US" sz="1400" b="1" dirty="0">
              <a:solidFill>
                <a:schemeClr val="accent6">
                  <a:lumMod val="75000"/>
                </a:schemeClr>
              </a:solidFill>
              <a:latin typeface="Arial" panose="020B0604020202020204" pitchFamily="34" charset="0"/>
              <a:cs typeface="Arial" panose="020B0604020202020204" pitchFamily="34" charset="0"/>
            </a:endParaRPr>
          </a:p>
        </p:txBody>
      </p:sp>
      <p:sp>
        <p:nvSpPr>
          <p:cNvPr id="31" name="文本框 30">
            <a:extLst>
              <a:ext uri="{FF2B5EF4-FFF2-40B4-BE49-F238E27FC236}">
                <a16:creationId xmlns:a16="http://schemas.microsoft.com/office/drawing/2014/main" id="{EEBE6656-E27E-2BEA-ED44-D9BB78714565}"/>
              </a:ext>
            </a:extLst>
          </p:cNvPr>
          <p:cNvSpPr txBox="1"/>
          <p:nvPr/>
        </p:nvSpPr>
        <p:spPr>
          <a:xfrm>
            <a:off x="9684435" y="1467177"/>
            <a:ext cx="442750" cy="307777"/>
          </a:xfrm>
          <a:prstGeom prst="rect">
            <a:avLst/>
          </a:prstGeom>
          <a:noFill/>
        </p:spPr>
        <p:txBody>
          <a:bodyPr wrap="none" rtlCol="0">
            <a:spAutoFit/>
          </a:bodyPr>
          <a:lstStyle/>
          <a:p>
            <a:r>
              <a:rPr kumimoji="1" lang="en-US" altLang="zh-CN" sz="1400" b="1" dirty="0">
                <a:solidFill>
                  <a:srgbClr val="C00000"/>
                </a:solidFill>
                <a:latin typeface="Arial" panose="020B0604020202020204" pitchFamily="34" charset="0"/>
                <a:cs typeface="Arial" panose="020B0604020202020204" pitchFamily="34" charset="0"/>
              </a:rPr>
              <a:t>-20</a:t>
            </a:r>
            <a:endParaRPr kumimoji="1" lang="zh-CN" altLang="en-US" sz="1400" b="1" dirty="0">
              <a:solidFill>
                <a:srgbClr val="C00000"/>
              </a:solidFill>
              <a:latin typeface="Arial" panose="020B0604020202020204" pitchFamily="34" charset="0"/>
              <a:cs typeface="Arial" panose="020B0604020202020204" pitchFamily="34" charset="0"/>
            </a:endParaRPr>
          </a:p>
        </p:txBody>
      </p:sp>
      <p:sp>
        <p:nvSpPr>
          <p:cNvPr id="32" name="矩形 31">
            <a:extLst>
              <a:ext uri="{FF2B5EF4-FFF2-40B4-BE49-F238E27FC236}">
                <a16:creationId xmlns:a16="http://schemas.microsoft.com/office/drawing/2014/main" id="{02596EE7-6BC5-BCCA-3F65-70FB523836D7}"/>
              </a:ext>
            </a:extLst>
          </p:cNvPr>
          <p:cNvSpPr/>
          <p:nvPr/>
        </p:nvSpPr>
        <p:spPr>
          <a:xfrm>
            <a:off x="10151678"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5C92C6CE-4EA3-AE9F-D9C0-1323D007EA0E}"/>
              </a:ext>
            </a:extLst>
          </p:cNvPr>
          <p:cNvSpPr/>
          <p:nvPr/>
        </p:nvSpPr>
        <p:spPr>
          <a:xfrm>
            <a:off x="10280441" y="1610623"/>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矩形 35">
            <a:extLst>
              <a:ext uri="{FF2B5EF4-FFF2-40B4-BE49-F238E27FC236}">
                <a16:creationId xmlns:a16="http://schemas.microsoft.com/office/drawing/2014/main" id="{08BD5329-1D92-C6E6-91C8-056787B5524C}"/>
              </a:ext>
            </a:extLst>
          </p:cNvPr>
          <p:cNvSpPr/>
          <p:nvPr/>
        </p:nvSpPr>
        <p:spPr>
          <a:xfrm>
            <a:off x="10408189"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矩形 36">
            <a:extLst>
              <a:ext uri="{FF2B5EF4-FFF2-40B4-BE49-F238E27FC236}">
                <a16:creationId xmlns:a16="http://schemas.microsoft.com/office/drawing/2014/main" id="{55353894-A278-724C-33AC-212A7C47AB49}"/>
              </a:ext>
            </a:extLst>
          </p:cNvPr>
          <p:cNvSpPr/>
          <p:nvPr/>
        </p:nvSpPr>
        <p:spPr>
          <a:xfrm>
            <a:off x="10536952" y="1609768"/>
            <a:ext cx="108000" cy="108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9D3957F2-D207-D113-757E-A1F59ACA505F}"/>
              </a:ext>
            </a:extLst>
          </p:cNvPr>
          <p:cNvSpPr/>
          <p:nvPr/>
        </p:nvSpPr>
        <p:spPr>
          <a:xfrm>
            <a:off x="10665715" y="1609768"/>
            <a:ext cx="108000" cy="108000"/>
          </a:xfrm>
          <a:prstGeom prst="rect">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055DFE2-C89B-599A-78BB-F2E4F6E67C69}"/>
              </a:ext>
            </a:extLst>
          </p:cNvPr>
          <p:cNvSpPr/>
          <p:nvPr/>
        </p:nvSpPr>
        <p:spPr>
          <a:xfrm>
            <a:off x="8334726" y="1757713"/>
            <a:ext cx="2468824" cy="489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E399C4A9-FF7A-B670-CF72-AD7874351D66}"/>
              </a:ext>
            </a:extLst>
          </p:cNvPr>
          <p:cNvSpPr/>
          <p:nvPr/>
        </p:nvSpPr>
        <p:spPr>
          <a:xfrm>
            <a:off x="8408067" y="1842542"/>
            <a:ext cx="108000" cy="108000"/>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a:extLst>
              <a:ext uri="{FF2B5EF4-FFF2-40B4-BE49-F238E27FC236}">
                <a16:creationId xmlns:a16="http://schemas.microsoft.com/office/drawing/2014/main" id="{8E975894-3556-3041-FB80-945D6683A11F}"/>
              </a:ext>
            </a:extLst>
          </p:cNvPr>
          <p:cNvSpPr/>
          <p:nvPr/>
        </p:nvSpPr>
        <p:spPr>
          <a:xfrm>
            <a:off x="8408067" y="1948446"/>
            <a:ext cx="108000" cy="21600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a:extLst>
              <a:ext uri="{FF2B5EF4-FFF2-40B4-BE49-F238E27FC236}">
                <a16:creationId xmlns:a16="http://schemas.microsoft.com/office/drawing/2014/main" id="{71769B21-E404-BCA4-7E8F-39F8CF3D358F}"/>
              </a:ext>
            </a:extLst>
          </p:cNvPr>
          <p:cNvSpPr/>
          <p:nvPr/>
        </p:nvSpPr>
        <p:spPr>
          <a:xfrm>
            <a:off x="8516210" y="1840446"/>
            <a:ext cx="2250000" cy="108000"/>
          </a:xfrm>
          <a:prstGeom prst="rect">
            <a:avLst/>
          </a:prstGeom>
          <a:solidFill>
            <a:srgbClr val="D8EA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a:extLst>
              <a:ext uri="{FF2B5EF4-FFF2-40B4-BE49-F238E27FC236}">
                <a16:creationId xmlns:a16="http://schemas.microsoft.com/office/drawing/2014/main" id="{69FE2808-FA4B-BD1C-F9AB-7F3F9AF0E185}"/>
              </a:ext>
            </a:extLst>
          </p:cNvPr>
          <p:cNvSpPr/>
          <p:nvPr/>
        </p:nvSpPr>
        <p:spPr>
          <a:xfrm>
            <a:off x="8518549" y="1951450"/>
            <a:ext cx="2250000" cy="216000"/>
          </a:xfrm>
          <a:prstGeom prst="rect">
            <a:avLst/>
          </a:prstGeom>
          <a:solidFill>
            <a:srgbClr val="F4CC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文本框 45">
            <a:extLst>
              <a:ext uri="{FF2B5EF4-FFF2-40B4-BE49-F238E27FC236}">
                <a16:creationId xmlns:a16="http://schemas.microsoft.com/office/drawing/2014/main" id="{72FF7F81-8FBA-59B0-E515-85BFFEBA9F98}"/>
              </a:ext>
            </a:extLst>
          </p:cNvPr>
          <p:cNvSpPr txBox="1"/>
          <p:nvPr/>
        </p:nvSpPr>
        <p:spPr>
          <a:xfrm>
            <a:off x="3721973" y="1438325"/>
            <a:ext cx="1425705"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7" name="文本框 46">
            <a:extLst>
              <a:ext uri="{FF2B5EF4-FFF2-40B4-BE49-F238E27FC236}">
                <a16:creationId xmlns:a16="http://schemas.microsoft.com/office/drawing/2014/main" id="{AEAAA34E-745B-0C30-B048-492B091744B9}"/>
              </a:ext>
            </a:extLst>
          </p:cNvPr>
          <p:cNvSpPr txBox="1"/>
          <p:nvPr/>
        </p:nvSpPr>
        <p:spPr>
          <a:xfrm>
            <a:off x="6615785" y="1629204"/>
            <a:ext cx="112473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Generate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70B7E34B-3ABF-0E5C-3E8B-5BA6BF652DEC}"/>
              </a:ext>
            </a:extLst>
          </p:cNvPr>
          <p:cNvPicPr>
            <a:picLocks noChangeAspect="1"/>
          </p:cNvPicPr>
          <p:nvPr/>
        </p:nvPicPr>
        <p:blipFill>
          <a:blip r:embed="rId5"/>
          <a:stretch>
            <a:fillRect/>
          </a:stretch>
        </p:blipFill>
        <p:spPr>
          <a:xfrm>
            <a:off x="8308192" y="1450182"/>
            <a:ext cx="261239" cy="261239"/>
          </a:xfrm>
          <a:prstGeom prst="rect">
            <a:avLst/>
          </a:prstGeom>
        </p:spPr>
      </p:pic>
      <p:sp>
        <p:nvSpPr>
          <p:cNvPr id="54" name="文本框 53">
            <a:extLst>
              <a:ext uri="{FF2B5EF4-FFF2-40B4-BE49-F238E27FC236}">
                <a16:creationId xmlns:a16="http://schemas.microsoft.com/office/drawing/2014/main" id="{3257D1FA-884C-FAED-55B1-647722C619D5}"/>
              </a:ext>
            </a:extLst>
          </p:cNvPr>
          <p:cNvSpPr txBox="1"/>
          <p:nvPr/>
        </p:nvSpPr>
        <p:spPr>
          <a:xfrm>
            <a:off x="895930" y="2429897"/>
            <a:ext cx="10532993" cy="338554"/>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(a) Inference</a:t>
            </a:r>
            <a:endParaRPr kumimoji="1" lang="zh-CN" altLang="en-US"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5" name="文本框 54">
            <a:extLst>
              <a:ext uri="{FF2B5EF4-FFF2-40B4-BE49-F238E27FC236}">
                <a16:creationId xmlns:a16="http://schemas.microsoft.com/office/drawing/2014/main" id="{59AD68D1-C807-2BEC-AE99-4662E1C108EA}"/>
              </a:ext>
            </a:extLst>
          </p:cNvPr>
          <p:cNvSpPr txBox="1"/>
          <p:nvPr/>
        </p:nvSpPr>
        <p:spPr>
          <a:xfrm>
            <a:off x="914234" y="4668757"/>
            <a:ext cx="10514690" cy="338554"/>
          </a:xfrm>
          <a:prstGeom prst="rect">
            <a:avLst/>
          </a:prstGeom>
          <a:noFill/>
        </p:spPr>
        <p:txBody>
          <a:bodyPr wrap="square" rtlCol="0">
            <a:spAutoFit/>
          </a:bodyPr>
          <a:lstStyle/>
          <a:p>
            <a:r>
              <a:rPr kumimoji="1" lang="en-US" altLang="zh-CN"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rPr>
              <a:t>(b) Evaluation</a:t>
            </a:r>
            <a:endParaRPr kumimoji="1" lang="zh-CN" altLang="en-US" sz="1600" b="1" dirty="0">
              <a:solidFill>
                <a:schemeClr val="tx1">
                  <a:lumMod val="50000"/>
                  <a:lumOff val="50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7" name="图片 56">
            <a:extLst>
              <a:ext uri="{FF2B5EF4-FFF2-40B4-BE49-F238E27FC236}">
                <a16:creationId xmlns:a16="http://schemas.microsoft.com/office/drawing/2014/main" id="{CA41B09A-F1C0-50F4-40B3-4B9374288E59}"/>
              </a:ext>
            </a:extLst>
          </p:cNvPr>
          <p:cNvPicPr>
            <a:picLocks noChangeAspect="1"/>
          </p:cNvPicPr>
          <p:nvPr/>
        </p:nvPicPr>
        <p:blipFill>
          <a:blip r:embed="rId6"/>
          <a:stretch>
            <a:fillRect/>
          </a:stretch>
        </p:blipFill>
        <p:spPr>
          <a:xfrm>
            <a:off x="1619272" y="3497853"/>
            <a:ext cx="1192931" cy="1192931"/>
          </a:xfrm>
          <a:prstGeom prst="rect">
            <a:avLst/>
          </a:prstGeom>
        </p:spPr>
      </p:pic>
      <p:sp>
        <p:nvSpPr>
          <p:cNvPr id="58" name="文本框 57">
            <a:extLst>
              <a:ext uri="{FF2B5EF4-FFF2-40B4-BE49-F238E27FC236}">
                <a16:creationId xmlns:a16="http://schemas.microsoft.com/office/drawing/2014/main" id="{52C8C342-BDF8-D89B-B767-8C72A7FB570F}"/>
              </a:ext>
            </a:extLst>
          </p:cNvPr>
          <p:cNvSpPr txBox="1"/>
          <p:nvPr/>
        </p:nvSpPr>
        <p:spPr>
          <a:xfrm>
            <a:off x="1605443" y="3073471"/>
            <a:ext cx="1418406" cy="369332"/>
          </a:xfrm>
          <a:prstGeom prst="rect">
            <a:avLst/>
          </a:prstGeom>
          <a:noFill/>
        </p:spPr>
        <p:txBody>
          <a:bodyPr wrap="squar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60" name="肘形连接符 59">
            <a:extLst>
              <a:ext uri="{FF2B5EF4-FFF2-40B4-BE49-F238E27FC236}">
                <a16:creationId xmlns:a16="http://schemas.microsoft.com/office/drawing/2014/main" id="{8519BD0D-407F-0D01-1333-0161DD0B1BBA}"/>
              </a:ext>
            </a:extLst>
          </p:cNvPr>
          <p:cNvCxnSpPr>
            <a:cxnSpLocks/>
          </p:cNvCxnSpPr>
          <p:nvPr/>
        </p:nvCxnSpPr>
        <p:spPr>
          <a:xfrm flipV="1">
            <a:off x="2996148" y="2183549"/>
            <a:ext cx="2392849" cy="1620098"/>
          </a:xfrm>
          <a:prstGeom prst="bentConnector3">
            <a:avLst>
              <a:gd name="adj1" fmla="val 32278"/>
            </a:avLst>
          </a:prstGeom>
          <a:ln w="60325">
            <a:tailEnd type="triangle" w="med" len="lg"/>
          </a:ln>
        </p:spPr>
        <p:style>
          <a:lnRef idx="1">
            <a:schemeClr val="dk1"/>
          </a:lnRef>
          <a:fillRef idx="0">
            <a:schemeClr val="dk1"/>
          </a:fillRef>
          <a:effectRef idx="0">
            <a:schemeClr val="dk1"/>
          </a:effectRef>
          <a:fontRef idx="minor">
            <a:schemeClr val="tx1"/>
          </a:fontRef>
        </p:style>
      </p:cxnSp>
      <p:cxnSp>
        <p:nvCxnSpPr>
          <p:cNvPr id="70" name="直线箭头连接符 69">
            <a:extLst>
              <a:ext uri="{FF2B5EF4-FFF2-40B4-BE49-F238E27FC236}">
                <a16:creationId xmlns:a16="http://schemas.microsoft.com/office/drawing/2014/main" id="{6B740724-AC1B-D051-0009-D52747C64E4B}"/>
              </a:ext>
            </a:extLst>
          </p:cNvPr>
          <p:cNvCxnSpPr>
            <a:cxnSpLocks/>
          </p:cNvCxnSpPr>
          <p:nvPr/>
        </p:nvCxnSpPr>
        <p:spPr>
          <a:xfrm>
            <a:off x="2996148" y="4405350"/>
            <a:ext cx="1990672"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72" name="文本框 71">
            <a:extLst>
              <a:ext uri="{FF2B5EF4-FFF2-40B4-BE49-F238E27FC236}">
                <a16:creationId xmlns:a16="http://schemas.microsoft.com/office/drawing/2014/main" id="{7525DC95-670A-B967-1832-585B075DDED5}"/>
              </a:ext>
            </a:extLst>
          </p:cNvPr>
          <p:cNvSpPr txBox="1"/>
          <p:nvPr/>
        </p:nvSpPr>
        <p:spPr>
          <a:xfrm>
            <a:off x="4918314" y="3130743"/>
            <a:ext cx="2195617"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Edited Codebase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86" name="曲线连接符 85">
            <a:extLst>
              <a:ext uri="{FF2B5EF4-FFF2-40B4-BE49-F238E27FC236}">
                <a16:creationId xmlns:a16="http://schemas.microsoft.com/office/drawing/2014/main" id="{6EDC512A-408F-B3D6-4FB5-F412076BEADB}"/>
              </a:ext>
            </a:extLst>
          </p:cNvPr>
          <p:cNvCxnSpPr>
            <a:cxnSpLocks/>
            <a:stCxn id="26" idx="2"/>
            <a:endCxn id="72" idx="3"/>
          </p:cNvCxnSpPr>
          <p:nvPr/>
        </p:nvCxnSpPr>
        <p:spPr>
          <a:xfrm rot="5400000">
            <a:off x="7825656" y="1578710"/>
            <a:ext cx="1024974" cy="2448424"/>
          </a:xfrm>
          <a:prstGeom prst="curvedConnector2">
            <a:avLst/>
          </a:prstGeom>
          <a:ln w="47625">
            <a:prstDash val="dash"/>
            <a:tailEnd type="triangle"/>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80FBFE10-97AC-902F-657A-BECF83DB9D8E}"/>
              </a:ext>
            </a:extLst>
          </p:cNvPr>
          <p:cNvSpPr txBox="1"/>
          <p:nvPr/>
        </p:nvSpPr>
        <p:spPr>
          <a:xfrm rot="20131943">
            <a:off x="7863480" y="2806468"/>
            <a:ext cx="790601"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Apply</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cxnSp>
        <p:nvCxnSpPr>
          <p:cNvPr id="94" name="直线箭头连接符 93">
            <a:extLst>
              <a:ext uri="{FF2B5EF4-FFF2-40B4-BE49-F238E27FC236}">
                <a16:creationId xmlns:a16="http://schemas.microsoft.com/office/drawing/2014/main" id="{347DF561-035F-E34E-41BF-3379F64BCF87}"/>
              </a:ext>
            </a:extLst>
          </p:cNvPr>
          <p:cNvCxnSpPr>
            <a:cxnSpLocks/>
          </p:cNvCxnSpPr>
          <p:nvPr/>
        </p:nvCxnSpPr>
        <p:spPr>
          <a:xfrm>
            <a:off x="6679774" y="4405350"/>
            <a:ext cx="1828875" cy="0"/>
          </a:xfrm>
          <a:prstGeom prst="straightConnector1">
            <a:avLst/>
          </a:prstGeom>
          <a:ln w="60325">
            <a:headEnd w="lg" len="lg"/>
            <a:tailEnd type="triangle" w="med" len="lg"/>
          </a:ln>
        </p:spPr>
        <p:style>
          <a:lnRef idx="1">
            <a:schemeClr val="dk1"/>
          </a:lnRef>
          <a:fillRef idx="0">
            <a:schemeClr val="dk1"/>
          </a:fillRef>
          <a:effectRef idx="0">
            <a:schemeClr val="dk1"/>
          </a:effectRef>
          <a:fontRef idx="minor">
            <a:schemeClr val="tx1"/>
          </a:fontRef>
        </p:style>
      </p:cxnSp>
      <p:sp>
        <p:nvSpPr>
          <p:cNvPr id="95" name="文本框 94">
            <a:extLst>
              <a:ext uri="{FF2B5EF4-FFF2-40B4-BE49-F238E27FC236}">
                <a16:creationId xmlns:a16="http://schemas.microsoft.com/office/drawing/2014/main" id="{E406BDAC-6F49-17B4-803F-BE65B3351F61}"/>
              </a:ext>
            </a:extLst>
          </p:cNvPr>
          <p:cNvSpPr txBox="1"/>
          <p:nvPr/>
        </p:nvSpPr>
        <p:spPr>
          <a:xfrm>
            <a:off x="6712718" y="4021077"/>
            <a:ext cx="1632755" cy="338554"/>
          </a:xfrm>
          <a:prstGeom prst="rect">
            <a:avLst/>
          </a:prstGeom>
          <a:noFill/>
        </p:spPr>
        <p:txBody>
          <a:bodyPr wrap="non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Running Tests</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10" name="文本框 109">
            <a:extLst>
              <a:ext uri="{FF2B5EF4-FFF2-40B4-BE49-F238E27FC236}">
                <a16:creationId xmlns:a16="http://schemas.microsoft.com/office/drawing/2014/main" id="{CD54C8D6-FFA3-D35C-E0B9-78E0F9C4C650}"/>
              </a:ext>
            </a:extLst>
          </p:cNvPr>
          <p:cNvSpPr txBox="1"/>
          <p:nvPr/>
        </p:nvSpPr>
        <p:spPr>
          <a:xfrm>
            <a:off x="8661697" y="3070002"/>
            <a:ext cx="2195617"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Test Log</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grpSp>
        <p:nvGrpSpPr>
          <p:cNvPr id="33" name="组合 32">
            <a:extLst>
              <a:ext uri="{FF2B5EF4-FFF2-40B4-BE49-F238E27FC236}">
                <a16:creationId xmlns:a16="http://schemas.microsoft.com/office/drawing/2014/main" id="{A5B54DED-EA4F-ECCA-8BA9-D14AE06067BD}"/>
              </a:ext>
            </a:extLst>
          </p:cNvPr>
          <p:cNvGrpSpPr/>
          <p:nvPr/>
        </p:nvGrpSpPr>
        <p:grpSpPr>
          <a:xfrm>
            <a:off x="8658091" y="3626729"/>
            <a:ext cx="2380507" cy="1097952"/>
            <a:chOff x="8575503" y="4311084"/>
            <a:chExt cx="2380507" cy="1097952"/>
          </a:xfrm>
        </p:grpSpPr>
        <p:sp>
          <p:nvSpPr>
            <p:cNvPr id="105" name="圆角矩形 104">
              <a:extLst>
                <a:ext uri="{FF2B5EF4-FFF2-40B4-BE49-F238E27FC236}">
                  <a16:creationId xmlns:a16="http://schemas.microsoft.com/office/drawing/2014/main" id="{1B549B90-DDED-A76B-C7E7-8F1D2AAE63AC}"/>
                </a:ext>
              </a:extLst>
            </p:cNvPr>
            <p:cNvSpPr/>
            <p:nvPr/>
          </p:nvSpPr>
          <p:spPr>
            <a:xfrm>
              <a:off x="8575503" y="4311084"/>
              <a:ext cx="2343165" cy="1097952"/>
            </a:xfrm>
            <a:prstGeom prst="roundRect">
              <a:avLst>
                <a:gd name="adj" fmla="val 8745"/>
              </a:avLst>
            </a:prstGeom>
            <a:solidFill>
              <a:schemeClr val="accent6">
                <a:lumMod val="20000"/>
                <a:lumOff val="8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4" name="图片 103">
              <a:extLst>
                <a:ext uri="{FF2B5EF4-FFF2-40B4-BE49-F238E27FC236}">
                  <a16:creationId xmlns:a16="http://schemas.microsoft.com/office/drawing/2014/main" id="{F03CDEC0-3697-FEFA-4ECA-02A3E5375324}"/>
                </a:ext>
              </a:extLst>
            </p:cNvPr>
            <p:cNvPicPr>
              <a:picLocks noChangeAspect="1"/>
            </p:cNvPicPr>
            <p:nvPr/>
          </p:nvPicPr>
          <p:blipFill>
            <a:blip r:embed="rId7"/>
            <a:stretch>
              <a:fillRect/>
            </a:stretch>
          </p:blipFill>
          <p:spPr>
            <a:xfrm>
              <a:off x="8674666" y="4488002"/>
              <a:ext cx="208198" cy="208198"/>
            </a:xfrm>
            <a:prstGeom prst="rect">
              <a:avLst/>
            </a:prstGeom>
          </p:spPr>
        </p:pic>
        <p:sp>
          <p:nvSpPr>
            <p:cNvPr id="107" name="文本框 106">
              <a:extLst>
                <a:ext uri="{FF2B5EF4-FFF2-40B4-BE49-F238E27FC236}">
                  <a16:creationId xmlns:a16="http://schemas.microsoft.com/office/drawing/2014/main" id="{70E889BC-0B33-BF0D-AFC2-3B46406BC50C}"/>
                </a:ext>
              </a:extLst>
            </p:cNvPr>
            <p:cNvSpPr txBox="1"/>
            <p:nvPr/>
          </p:nvSpPr>
          <p:spPr>
            <a:xfrm>
              <a:off x="8827126" y="4421652"/>
              <a:ext cx="691215"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109" name="文本框 108">
              <a:extLst>
                <a:ext uri="{FF2B5EF4-FFF2-40B4-BE49-F238E27FC236}">
                  <a16:creationId xmlns:a16="http://schemas.microsoft.com/office/drawing/2014/main" id="{FF632623-0DC1-13D2-A7AE-DE0B772049EF}"/>
                </a:ext>
              </a:extLst>
            </p:cNvPr>
            <p:cNvSpPr txBox="1"/>
            <p:nvPr/>
          </p:nvSpPr>
          <p:spPr>
            <a:xfrm>
              <a:off x="9389403" y="4507462"/>
              <a:ext cx="1566607" cy="261610"/>
            </a:xfrm>
            <a:prstGeom prst="rect">
              <a:avLst/>
            </a:prstGeom>
            <a:noFill/>
          </p:spPr>
          <p:txBody>
            <a:bodyPr wrap="square">
              <a:spAutoFit/>
            </a:bodyPr>
            <a:lstStyle/>
            <a:p>
              <a:r>
                <a:rPr lang="zh-CN" altLang="en-US" sz="1100" b="1" dirty="0">
                  <a:latin typeface="Microsoft YaHei" panose="020B0503020204020204" pitchFamily="34" charset="-122"/>
                  <a:ea typeface="Microsoft YaHei" panose="020B0503020204020204" pitchFamily="34" charset="-122"/>
                  <a:cs typeface="Apple Symbols" panose="02000000000000000000" pitchFamily="2" charset="-79"/>
                </a:rPr>
                <a:t>tests/apply.test.js</a:t>
              </a:r>
            </a:p>
          </p:txBody>
        </p:sp>
        <p:sp>
          <p:nvSpPr>
            <p:cNvPr id="111" name="矩形 110">
              <a:extLst>
                <a:ext uri="{FF2B5EF4-FFF2-40B4-BE49-F238E27FC236}">
                  <a16:creationId xmlns:a16="http://schemas.microsoft.com/office/drawing/2014/main" id="{9A569A39-01B7-2368-6E67-141115E5322B}"/>
                </a:ext>
              </a:extLst>
            </p:cNvPr>
            <p:cNvSpPr/>
            <p:nvPr/>
          </p:nvSpPr>
          <p:spPr>
            <a:xfrm>
              <a:off x="8709830" y="4773290"/>
              <a:ext cx="2093720" cy="553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Stable</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(207 </a:t>
              </a:r>
              <a:r>
                <a:rPr kumimoji="1" lang="en" altLang="zh-CN" sz="1000" dirty="0" err="1">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ms</a:t>
              </a:r>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a:t>
              </a:r>
            </a:p>
            <a:p>
              <a:r>
                <a:rPr kumimoji="1" lang="en" altLang="zh-CN"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rPr>
                <a:t>    ✓ @apply error with unknown.. </a:t>
              </a:r>
              <a:endParaRPr kumimoji="1" lang="zh-CN" altLang="en-US" sz="1000" dirty="0">
                <a:solidFill>
                  <a:schemeClr val="tx1"/>
                </a:solidFill>
                <a:latin typeface="Times New Roman" panose="02020603050405020304" pitchFamily="18" charset="0"/>
                <a:ea typeface="Apple Symbols" panose="02000000000000000000" pitchFamily="2" charset="-79"/>
                <a:cs typeface="Times New Roman" panose="02020603050405020304" pitchFamily="18" charset="0"/>
              </a:endParaRPr>
            </a:p>
          </p:txBody>
        </p:sp>
      </p:grpSp>
      <p:sp>
        <p:nvSpPr>
          <p:cNvPr id="2" name="文本框 1">
            <a:extLst>
              <a:ext uri="{FF2B5EF4-FFF2-40B4-BE49-F238E27FC236}">
                <a16:creationId xmlns:a16="http://schemas.microsoft.com/office/drawing/2014/main" id="{998EF3BB-BBB3-205C-CEF4-5B48F693A5F8}"/>
              </a:ext>
            </a:extLst>
          </p:cNvPr>
          <p:cNvSpPr txBox="1"/>
          <p:nvPr/>
        </p:nvSpPr>
        <p:spPr>
          <a:xfrm>
            <a:off x="1440364" y="985739"/>
            <a:ext cx="2281609"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Issue Descriptions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 name="文本框 2">
            <a:extLst>
              <a:ext uri="{FF2B5EF4-FFF2-40B4-BE49-F238E27FC236}">
                <a16:creationId xmlns:a16="http://schemas.microsoft.com/office/drawing/2014/main" id="{1D45D6D7-C821-E39C-77E2-9976A037A187}"/>
              </a:ext>
            </a:extLst>
          </p:cNvPr>
          <p:cNvSpPr txBox="1"/>
          <p:nvPr/>
        </p:nvSpPr>
        <p:spPr>
          <a:xfrm>
            <a:off x="8258780" y="988413"/>
            <a:ext cx="2607149" cy="369332"/>
          </a:xfrm>
          <a:prstGeom prst="rect">
            <a:avLst/>
          </a:prstGeom>
          <a:noFill/>
        </p:spPr>
        <p:txBody>
          <a:bodyPr wrap="square" rtlCol="0">
            <a:spAutoFit/>
          </a:bodyPr>
          <a:lstStyle/>
          <a:p>
            <a:pPr algn="ctr"/>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Generated Patch</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AE47158-B795-1128-5E42-A25099FAD86A}"/>
              </a:ext>
            </a:extLst>
          </p:cNvPr>
          <p:cNvSpPr txBox="1"/>
          <p:nvPr/>
        </p:nvSpPr>
        <p:spPr>
          <a:xfrm>
            <a:off x="3736419" y="2236122"/>
            <a:ext cx="1411259"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Input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grpSp>
        <p:nvGrpSpPr>
          <p:cNvPr id="44" name="组合 43">
            <a:extLst>
              <a:ext uri="{FF2B5EF4-FFF2-40B4-BE49-F238E27FC236}">
                <a16:creationId xmlns:a16="http://schemas.microsoft.com/office/drawing/2014/main" id="{1F189038-C802-1F60-277C-9D501532BAE9}"/>
              </a:ext>
            </a:extLst>
          </p:cNvPr>
          <p:cNvGrpSpPr/>
          <p:nvPr/>
        </p:nvGrpSpPr>
        <p:grpSpPr>
          <a:xfrm>
            <a:off x="5147679" y="3580749"/>
            <a:ext cx="1422639" cy="1219378"/>
            <a:chOff x="5051631" y="4235734"/>
            <a:chExt cx="1422639" cy="1219378"/>
          </a:xfrm>
        </p:grpSpPr>
        <p:pic>
          <p:nvPicPr>
            <p:cNvPr id="71" name="图片 70">
              <a:extLst>
                <a:ext uri="{FF2B5EF4-FFF2-40B4-BE49-F238E27FC236}">
                  <a16:creationId xmlns:a16="http://schemas.microsoft.com/office/drawing/2014/main" id="{A3074A5E-A46B-79D7-FA47-13A0A0DE3DCB}"/>
                </a:ext>
              </a:extLst>
            </p:cNvPr>
            <p:cNvPicPr>
              <a:picLocks noChangeAspect="1"/>
            </p:cNvPicPr>
            <p:nvPr/>
          </p:nvPicPr>
          <p:blipFill>
            <a:blip r:embed="rId6"/>
            <a:stretch>
              <a:fillRect/>
            </a:stretch>
          </p:blipFill>
          <p:spPr>
            <a:xfrm>
              <a:off x="5051631" y="4235734"/>
              <a:ext cx="1219378" cy="1219378"/>
            </a:xfrm>
            <a:prstGeom prst="rect">
              <a:avLst/>
            </a:prstGeom>
          </p:spPr>
        </p:pic>
        <p:pic>
          <p:nvPicPr>
            <p:cNvPr id="77" name="图片 76">
              <a:extLst>
                <a:ext uri="{FF2B5EF4-FFF2-40B4-BE49-F238E27FC236}">
                  <a16:creationId xmlns:a16="http://schemas.microsoft.com/office/drawing/2014/main" id="{2365F5F4-B7B6-4DAE-B32F-AA1C4DD91290}"/>
                </a:ext>
              </a:extLst>
            </p:cNvPr>
            <p:cNvPicPr>
              <a:picLocks noChangeAspect="1"/>
            </p:cNvPicPr>
            <p:nvPr/>
          </p:nvPicPr>
          <p:blipFill>
            <a:blip r:embed="rId8"/>
            <a:stretch>
              <a:fillRect/>
            </a:stretch>
          </p:blipFill>
          <p:spPr>
            <a:xfrm>
              <a:off x="6169143" y="4235734"/>
              <a:ext cx="305127" cy="305127"/>
            </a:xfrm>
            <a:prstGeom prst="rect">
              <a:avLst/>
            </a:prstGeom>
          </p:spPr>
        </p:pic>
        <p:sp>
          <p:nvSpPr>
            <p:cNvPr id="18" name="椭圆 17">
              <a:extLst>
                <a:ext uri="{FF2B5EF4-FFF2-40B4-BE49-F238E27FC236}">
                  <a16:creationId xmlns:a16="http://schemas.microsoft.com/office/drawing/2014/main" id="{E4F1A35A-0A7C-7015-B68C-80177A833834}"/>
                </a:ext>
              </a:extLst>
            </p:cNvPr>
            <p:cNvSpPr/>
            <p:nvPr/>
          </p:nvSpPr>
          <p:spPr>
            <a:xfrm>
              <a:off x="6164642" y="4611364"/>
              <a:ext cx="302586" cy="305126"/>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9" name="矩形 18">
            <a:extLst>
              <a:ext uri="{FF2B5EF4-FFF2-40B4-BE49-F238E27FC236}">
                <a16:creationId xmlns:a16="http://schemas.microsoft.com/office/drawing/2014/main" id="{F8A210D9-63F5-F166-E3D3-BCF906057E76}"/>
              </a:ext>
            </a:extLst>
          </p:cNvPr>
          <p:cNvSpPr/>
          <p:nvPr/>
        </p:nvSpPr>
        <p:spPr>
          <a:xfrm>
            <a:off x="6306828" y="4093671"/>
            <a:ext cx="20370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06206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33559977-02A7-4B89-DB6D-E089974FB068}"/>
              </a:ext>
            </a:extLst>
          </p:cNvPr>
          <p:cNvSpPr/>
          <p:nvPr/>
        </p:nvSpPr>
        <p:spPr>
          <a:xfrm>
            <a:off x="179882" y="824459"/>
            <a:ext cx="11902190" cy="4573374"/>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F34E22A-8ECA-72D7-854A-E15F5345D40C}"/>
              </a:ext>
            </a:extLst>
          </p:cNvPr>
          <p:cNvSpPr/>
          <p:nvPr/>
        </p:nvSpPr>
        <p:spPr>
          <a:xfrm>
            <a:off x="8256582"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Unexpected code results</a:t>
            </a:r>
            <a:endParaRPr kumimoji="1" lang="zh-CN" altLang="en-US" sz="1400" dirty="0">
              <a:solidFill>
                <a:schemeClr val="bg1"/>
              </a:solidFill>
              <a:latin typeface="+mn-ea"/>
              <a:cs typeface="Times New Roman" panose="02020603050405020304" pitchFamily="18" charset="0"/>
            </a:endParaRPr>
          </a:p>
        </p:txBody>
      </p:sp>
      <p:sp>
        <p:nvSpPr>
          <p:cNvPr id="7" name="矩形 6">
            <a:extLst>
              <a:ext uri="{FF2B5EF4-FFF2-40B4-BE49-F238E27FC236}">
                <a16:creationId xmlns:a16="http://schemas.microsoft.com/office/drawing/2014/main" id="{B44E72C0-851E-EB24-2DE0-496D22FEF856}"/>
              </a:ext>
            </a:extLst>
          </p:cNvPr>
          <p:cNvSpPr/>
          <p:nvPr/>
        </p:nvSpPr>
        <p:spPr>
          <a:xfrm>
            <a:off x="4341900"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Error messages or logs</a:t>
            </a:r>
            <a:endParaRPr kumimoji="1" lang="zh-CN" altLang="en-US" sz="1400" dirty="0">
              <a:solidFill>
                <a:schemeClr val="bg1"/>
              </a:solidFill>
              <a:latin typeface="+mn-ea"/>
              <a:cs typeface="Times New Roman" panose="02020603050405020304" pitchFamily="18" charset="0"/>
            </a:endParaRPr>
          </a:p>
        </p:txBody>
      </p:sp>
      <p:sp>
        <p:nvSpPr>
          <p:cNvPr id="8" name="矩形 7">
            <a:extLst>
              <a:ext uri="{FF2B5EF4-FFF2-40B4-BE49-F238E27FC236}">
                <a16:creationId xmlns:a16="http://schemas.microsoft.com/office/drawing/2014/main" id="{2B6FC96F-BE0E-3B22-E71D-B9A226857CBD}"/>
              </a:ext>
            </a:extLst>
          </p:cNvPr>
          <p:cNvSpPr/>
          <p:nvPr/>
        </p:nvSpPr>
        <p:spPr>
          <a:xfrm>
            <a:off x="404734"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n-ea"/>
                <a:cs typeface="Times New Roman" panose="02020603050405020304" pitchFamily="18" charset="0"/>
              </a:rPr>
              <a:t>Screenshots</a:t>
            </a:r>
            <a:r>
              <a:rPr kumimoji="1" lang="en-US" altLang="zh-CN" sz="1400" b="1" dirty="0">
                <a:latin typeface="+mn-ea"/>
                <a:cs typeface="Times New Roman" panose="02020603050405020304" pitchFamily="18" charset="0"/>
              </a:rPr>
              <a:t> </a:t>
            </a:r>
            <a:r>
              <a:rPr kumimoji="1" lang="en-US" altLang="zh-CN" sz="1400" dirty="0">
                <a:solidFill>
                  <a:schemeClr val="bg1"/>
                </a:solidFill>
                <a:latin typeface="+mn-ea"/>
                <a:cs typeface="Times New Roman" panose="02020603050405020304" pitchFamily="18" charset="0"/>
              </a:rPr>
              <a:t>of reproduced code</a:t>
            </a:r>
            <a:endParaRPr kumimoji="1" lang="zh-CN" altLang="en-US" sz="1400" dirty="0">
              <a:solidFill>
                <a:schemeClr val="bg1"/>
              </a:solidFill>
              <a:latin typeface="+mn-ea"/>
              <a:cs typeface="Times New Roman" panose="02020603050405020304" pitchFamily="18" charset="0"/>
            </a:endParaRPr>
          </a:p>
        </p:txBody>
      </p:sp>
      <p:sp>
        <p:nvSpPr>
          <p:cNvPr id="9" name="圆角矩形 8">
            <a:extLst>
              <a:ext uri="{FF2B5EF4-FFF2-40B4-BE49-F238E27FC236}">
                <a16:creationId xmlns:a16="http://schemas.microsoft.com/office/drawing/2014/main" id="{68B89A6E-A314-B620-78FA-88404544E332}"/>
              </a:ext>
            </a:extLst>
          </p:cNvPr>
          <p:cNvSpPr/>
          <p:nvPr/>
        </p:nvSpPr>
        <p:spPr>
          <a:xfrm>
            <a:off x="404734" y="1460168"/>
            <a:ext cx="3742294" cy="3727804"/>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12A164DB-576A-1F30-77B9-17DF4F97D71A}"/>
              </a:ext>
            </a:extLst>
          </p:cNvPr>
          <p:cNvSpPr/>
          <p:nvPr/>
        </p:nvSpPr>
        <p:spPr>
          <a:xfrm>
            <a:off x="4341900" y="1460168"/>
            <a:ext cx="3742294" cy="3727804"/>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A1054988-AFDD-FE77-1D5F-59BD3D674E8A}"/>
              </a:ext>
            </a:extLst>
          </p:cNvPr>
          <p:cNvSpPr/>
          <p:nvPr/>
        </p:nvSpPr>
        <p:spPr>
          <a:xfrm>
            <a:off x="8269824" y="1443743"/>
            <a:ext cx="3742294" cy="3727804"/>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D27A16CD-D176-3D1E-2526-CCEFD99F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548" y="3317726"/>
            <a:ext cx="634256"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F102C-35AD-DF8E-CBFA-0D435ECEE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4637" y="3317725"/>
            <a:ext cx="634256"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CE22CEA3-8F1A-3549-FEBD-C92AEB3A7527}"/>
              </a:ext>
            </a:extLst>
          </p:cNvPr>
          <p:cNvSpPr/>
          <p:nvPr/>
        </p:nvSpPr>
        <p:spPr>
          <a:xfrm>
            <a:off x="8316792"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In v3.3.2, some behaviors of pseudo elements are not as expected, for example, the marker color cannot be changed correctly, while this works correctly in v3.3.1..</a:t>
            </a:r>
            <a:endParaRPr kumimoji="1" lang="zh-CN" altLang="en-US" sz="1200" dirty="0">
              <a:solidFill>
                <a:schemeClr val="tx1"/>
              </a:solidFill>
            </a:endParaRPr>
          </a:p>
        </p:txBody>
      </p:sp>
      <p:sp>
        <p:nvSpPr>
          <p:cNvPr id="17" name="文本框 16">
            <a:extLst>
              <a:ext uri="{FF2B5EF4-FFF2-40B4-BE49-F238E27FC236}">
                <a16:creationId xmlns:a16="http://schemas.microsoft.com/office/drawing/2014/main" id="{D603A23E-E37B-4367-E382-4A3C30635303}"/>
              </a:ext>
            </a:extLst>
          </p:cNvPr>
          <p:cNvSpPr txBox="1"/>
          <p:nvPr/>
        </p:nvSpPr>
        <p:spPr>
          <a:xfrm>
            <a:off x="8724861" y="2967776"/>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6973D3FA-0167-BAA8-DE41-95BB14E21091}"/>
              </a:ext>
            </a:extLst>
          </p:cNvPr>
          <p:cNvSpPr txBox="1"/>
          <p:nvPr/>
        </p:nvSpPr>
        <p:spPr>
          <a:xfrm>
            <a:off x="10646773" y="2958992"/>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61707E25-A7C0-8B37-5F61-0AE1474FD0FE}"/>
              </a:ext>
            </a:extLst>
          </p:cNvPr>
          <p:cNvCxnSpPr>
            <a:cxnSpLocks/>
          </p:cNvCxnSpPr>
          <p:nvPr/>
        </p:nvCxnSpPr>
        <p:spPr>
          <a:xfrm>
            <a:off x="9518668" y="4383276"/>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7E8AA970-BBE1-1607-069C-CC1F87B88633}"/>
              </a:ext>
            </a:extLst>
          </p:cNvPr>
          <p:cNvSpPr/>
          <p:nvPr/>
        </p:nvSpPr>
        <p:spPr>
          <a:xfrm>
            <a:off x="8331158" y="1538601"/>
            <a:ext cx="3643108" cy="1112061"/>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a:extLst>
              <a:ext uri="{FF2B5EF4-FFF2-40B4-BE49-F238E27FC236}">
                <a16:creationId xmlns:a16="http://schemas.microsoft.com/office/drawing/2014/main" id="{6D4EA192-B8A7-4D99-AFFB-54EE1A5ED2B2}"/>
              </a:ext>
            </a:extLst>
          </p:cNvPr>
          <p:cNvSpPr/>
          <p:nvPr/>
        </p:nvSpPr>
        <p:spPr>
          <a:xfrm>
            <a:off x="435415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[Bug]: Babel crashes when using await as an identifier in </a:t>
            </a:r>
            <a:r>
              <a:rPr kumimoji="1" lang="en" altLang="zh-CN" sz="1200" dirty="0" err="1">
                <a:solidFill>
                  <a:schemeClr val="tx1"/>
                </a:solidFill>
              </a:rPr>
              <a:t>ForInOfHead</a:t>
            </a:r>
            <a:r>
              <a:rPr kumimoji="1" lang="en" altLang="zh-CN" sz="1200" dirty="0">
                <a:solidFill>
                  <a:schemeClr val="tx1"/>
                </a:solidFill>
              </a:rPr>
              <a:t>. Input code for( await of [1, 2, 3] )  { </a:t>
            </a:r>
            <a:r>
              <a:rPr kumimoji="1" lang="en" altLang="zh-CN" sz="1200" dirty="0" err="1">
                <a:solidFill>
                  <a:schemeClr val="tx1"/>
                </a:solidFill>
              </a:rPr>
              <a:t>console.log</a:t>
            </a:r>
            <a:r>
              <a:rPr kumimoji="1" lang="en" altLang="zh-CN" sz="1200" dirty="0">
                <a:solidFill>
                  <a:schemeClr val="tx1"/>
                </a:solidFill>
              </a:rPr>
              <a:t>(await) } ... However, Babel fails to </a:t>
            </a:r>
            <a:r>
              <a:rPr kumimoji="1" lang="en" altLang="zh-CN" sz="1200" dirty="0" err="1">
                <a:solidFill>
                  <a:schemeClr val="tx1"/>
                </a:solidFill>
              </a:rPr>
              <a:t>transpile</a:t>
            </a:r>
            <a:r>
              <a:rPr kumimoji="1" lang="en" altLang="zh-CN" sz="1200" dirty="0">
                <a:solidFill>
                  <a:schemeClr val="tx1"/>
                </a:solidFill>
              </a:rPr>
              <a:t> the input code: </a:t>
            </a:r>
            <a:endParaRPr kumimoji="1" lang="zh-CN" altLang="en-US" sz="1200" dirty="0">
              <a:solidFill>
                <a:schemeClr val="tx1"/>
              </a:solidFill>
            </a:endParaRPr>
          </a:p>
        </p:txBody>
      </p:sp>
      <p:sp>
        <p:nvSpPr>
          <p:cNvPr id="25" name="矩形 24">
            <a:extLst>
              <a:ext uri="{FF2B5EF4-FFF2-40B4-BE49-F238E27FC236}">
                <a16:creationId xmlns:a16="http://schemas.microsoft.com/office/drawing/2014/main" id="{AAE77001-8258-056B-DB1C-CC3757834428}"/>
              </a:ext>
            </a:extLst>
          </p:cNvPr>
          <p:cNvSpPr/>
          <p:nvPr/>
        </p:nvSpPr>
        <p:spPr>
          <a:xfrm>
            <a:off x="436852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5DB20BB3-2D78-3280-50EB-B95B0726628D}"/>
              </a:ext>
            </a:extLst>
          </p:cNvPr>
          <p:cNvSpPr/>
          <p:nvPr/>
        </p:nvSpPr>
        <p:spPr>
          <a:xfrm>
            <a:off x="41131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400" dirty="0">
                <a:solidFill>
                  <a:schemeClr val="tx1"/>
                </a:solidFill>
              </a:rPr>
              <a:t>The function "normalize" with </a:t>
            </a:r>
            <a:r>
              <a:rPr kumimoji="1" lang="en" altLang="zh-CN" sz="1400" dirty="0" err="1">
                <a:solidFill>
                  <a:schemeClr val="tx1"/>
                </a:solidFill>
              </a:rPr>
              <a:t>dataTypes.js</a:t>
            </a:r>
            <a:r>
              <a:rPr kumimoji="1" lang="en" altLang="zh-CN" sz="1400" dirty="0">
                <a:solidFill>
                  <a:schemeClr val="tx1"/>
                </a:solidFill>
              </a:rPr>
              <a:t> leads to errors when using with some plugins like </a:t>
            </a:r>
            <a:r>
              <a:rPr kumimoji="1" lang="en" altLang="zh-CN" sz="1400" dirty="0" err="1">
                <a:solidFill>
                  <a:schemeClr val="tx1"/>
                </a:solidFill>
              </a:rPr>
              <a:t>plaiceholder</a:t>
            </a:r>
            <a:r>
              <a:rPr kumimoji="1" lang="en" altLang="zh-CN" sz="1400" dirty="0">
                <a:solidFill>
                  <a:schemeClr val="tx1"/>
                </a:solidFill>
              </a:rPr>
              <a:t> within 11ty for example ...</a:t>
            </a:r>
            <a:endParaRPr kumimoji="1" lang="zh-CN" altLang="en-US" sz="1400" dirty="0">
              <a:solidFill>
                <a:schemeClr val="tx1"/>
              </a:solidFill>
            </a:endParaRPr>
          </a:p>
        </p:txBody>
      </p:sp>
      <p:sp>
        <p:nvSpPr>
          <p:cNvPr id="27" name="矩形 26">
            <a:extLst>
              <a:ext uri="{FF2B5EF4-FFF2-40B4-BE49-F238E27FC236}">
                <a16:creationId xmlns:a16="http://schemas.microsoft.com/office/drawing/2014/main" id="{723A366C-2DB6-32B0-A26B-36593DF842B2}"/>
              </a:ext>
            </a:extLst>
          </p:cNvPr>
          <p:cNvSpPr/>
          <p:nvPr/>
        </p:nvSpPr>
        <p:spPr>
          <a:xfrm>
            <a:off x="42568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32" name="Picture 8" descr="image">
            <a:extLst>
              <a:ext uri="{FF2B5EF4-FFF2-40B4-BE49-F238E27FC236}">
                <a16:creationId xmlns:a16="http://schemas.microsoft.com/office/drawing/2014/main" id="{E7F59D02-128E-CD5B-0AE5-E277DA82B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149" y="3111146"/>
            <a:ext cx="3651078" cy="16683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4BD8C6FF-6DAC-BF83-3198-B2A2CF1B6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462" y="2860525"/>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7605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圆角矩形 4">
            <a:extLst>
              <a:ext uri="{FF2B5EF4-FFF2-40B4-BE49-F238E27FC236}">
                <a16:creationId xmlns:a16="http://schemas.microsoft.com/office/drawing/2014/main" id="{33559977-02A7-4B89-DB6D-E089974FB068}"/>
              </a:ext>
            </a:extLst>
          </p:cNvPr>
          <p:cNvSpPr/>
          <p:nvPr/>
        </p:nvSpPr>
        <p:spPr>
          <a:xfrm>
            <a:off x="179882" y="824459"/>
            <a:ext cx="11902190" cy="4573374"/>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7F34E22A-8ECA-72D7-854A-E15F5345D40C}"/>
              </a:ext>
            </a:extLst>
          </p:cNvPr>
          <p:cNvSpPr/>
          <p:nvPr/>
        </p:nvSpPr>
        <p:spPr>
          <a:xfrm>
            <a:off x="8256582"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Unexpected code results</a:t>
            </a:r>
            <a:endParaRPr kumimoji="1" lang="zh-CN" altLang="en-US" sz="1400" b="1" dirty="0"/>
          </a:p>
        </p:txBody>
      </p:sp>
      <p:sp>
        <p:nvSpPr>
          <p:cNvPr id="7" name="矩形 6">
            <a:extLst>
              <a:ext uri="{FF2B5EF4-FFF2-40B4-BE49-F238E27FC236}">
                <a16:creationId xmlns:a16="http://schemas.microsoft.com/office/drawing/2014/main" id="{B44E72C0-851E-EB24-2DE0-496D22FEF856}"/>
              </a:ext>
            </a:extLst>
          </p:cNvPr>
          <p:cNvSpPr/>
          <p:nvPr/>
        </p:nvSpPr>
        <p:spPr>
          <a:xfrm>
            <a:off x="4341900"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Error messages or logs</a:t>
            </a:r>
            <a:endParaRPr kumimoji="1" lang="zh-CN" altLang="en-US" sz="1400" b="1" dirty="0"/>
          </a:p>
        </p:txBody>
      </p:sp>
      <p:sp>
        <p:nvSpPr>
          <p:cNvPr id="8" name="矩形 7">
            <a:extLst>
              <a:ext uri="{FF2B5EF4-FFF2-40B4-BE49-F238E27FC236}">
                <a16:creationId xmlns:a16="http://schemas.microsoft.com/office/drawing/2014/main" id="{2B6FC96F-BE0E-3B22-E71D-B9A226857CBD}"/>
              </a:ext>
            </a:extLst>
          </p:cNvPr>
          <p:cNvSpPr/>
          <p:nvPr/>
        </p:nvSpPr>
        <p:spPr>
          <a:xfrm>
            <a:off x="404734"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b="1" dirty="0"/>
              <a:t>Screenshots of reproduced code</a:t>
            </a:r>
            <a:endParaRPr kumimoji="1" lang="zh-CN" altLang="en-US" sz="1400" b="1" dirty="0"/>
          </a:p>
        </p:txBody>
      </p:sp>
      <p:sp>
        <p:nvSpPr>
          <p:cNvPr id="9" name="圆角矩形 8">
            <a:extLst>
              <a:ext uri="{FF2B5EF4-FFF2-40B4-BE49-F238E27FC236}">
                <a16:creationId xmlns:a16="http://schemas.microsoft.com/office/drawing/2014/main" id="{68B89A6E-A314-B620-78FA-88404544E332}"/>
              </a:ext>
            </a:extLst>
          </p:cNvPr>
          <p:cNvSpPr/>
          <p:nvPr/>
        </p:nvSpPr>
        <p:spPr>
          <a:xfrm>
            <a:off x="404734" y="1460168"/>
            <a:ext cx="3742294" cy="3727804"/>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12A164DB-576A-1F30-77B9-17DF4F97D71A}"/>
              </a:ext>
            </a:extLst>
          </p:cNvPr>
          <p:cNvSpPr/>
          <p:nvPr/>
        </p:nvSpPr>
        <p:spPr>
          <a:xfrm>
            <a:off x="4341900" y="1460168"/>
            <a:ext cx="3742294" cy="3727804"/>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a:extLst>
              <a:ext uri="{FF2B5EF4-FFF2-40B4-BE49-F238E27FC236}">
                <a16:creationId xmlns:a16="http://schemas.microsoft.com/office/drawing/2014/main" id="{A1054988-AFDD-FE77-1D5F-59BD3D674E8A}"/>
              </a:ext>
            </a:extLst>
          </p:cNvPr>
          <p:cNvSpPr/>
          <p:nvPr/>
        </p:nvSpPr>
        <p:spPr>
          <a:xfrm>
            <a:off x="8269824" y="1443743"/>
            <a:ext cx="3742294" cy="3727804"/>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D27A16CD-D176-3D1E-2526-CCEFD99FB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548" y="3317726"/>
            <a:ext cx="634256"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73F102C-35AD-DF8E-CBFA-0D435ECEED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4637" y="3317725"/>
            <a:ext cx="634256"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CE22CEA3-8F1A-3549-FEBD-C92AEB3A7527}"/>
              </a:ext>
            </a:extLst>
          </p:cNvPr>
          <p:cNvSpPr/>
          <p:nvPr/>
        </p:nvSpPr>
        <p:spPr>
          <a:xfrm>
            <a:off x="8316792"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In v3.3.2, some behaviors of pseudo elements are not as expected, for example, the marker color cannot be changed correctly, while this works correctly in v3.3.1..</a:t>
            </a:r>
            <a:endParaRPr kumimoji="1" lang="zh-CN" altLang="en-US" sz="1200" dirty="0">
              <a:solidFill>
                <a:schemeClr val="tx1"/>
              </a:solidFill>
            </a:endParaRPr>
          </a:p>
        </p:txBody>
      </p:sp>
      <p:sp>
        <p:nvSpPr>
          <p:cNvPr id="17" name="文本框 16">
            <a:extLst>
              <a:ext uri="{FF2B5EF4-FFF2-40B4-BE49-F238E27FC236}">
                <a16:creationId xmlns:a16="http://schemas.microsoft.com/office/drawing/2014/main" id="{D603A23E-E37B-4367-E382-4A3C30635303}"/>
              </a:ext>
            </a:extLst>
          </p:cNvPr>
          <p:cNvSpPr txBox="1"/>
          <p:nvPr/>
        </p:nvSpPr>
        <p:spPr>
          <a:xfrm>
            <a:off x="8724861" y="2967776"/>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6973D3FA-0167-BAA8-DE41-95BB14E21091}"/>
              </a:ext>
            </a:extLst>
          </p:cNvPr>
          <p:cNvSpPr txBox="1"/>
          <p:nvPr/>
        </p:nvSpPr>
        <p:spPr>
          <a:xfrm>
            <a:off x="10646773" y="2958992"/>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61707E25-A7C0-8B37-5F61-0AE1474FD0FE}"/>
              </a:ext>
            </a:extLst>
          </p:cNvPr>
          <p:cNvCxnSpPr>
            <a:cxnSpLocks/>
          </p:cNvCxnSpPr>
          <p:nvPr/>
        </p:nvCxnSpPr>
        <p:spPr>
          <a:xfrm>
            <a:off x="9518668" y="4383276"/>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3" name="矩形 22">
            <a:extLst>
              <a:ext uri="{FF2B5EF4-FFF2-40B4-BE49-F238E27FC236}">
                <a16:creationId xmlns:a16="http://schemas.microsoft.com/office/drawing/2014/main" id="{7E8AA970-BBE1-1607-069C-CC1F87B88633}"/>
              </a:ext>
            </a:extLst>
          </p:cNvPr>
          <p:cNvSpPr/>
          <p:nvPr/>
        </p:nvSpPr>
        <p:spPr>
          <a:xfrm>
            <a:off x="8331158" y="1538601"/>
            <a:ext cx="3643108" cy="1112061"/>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圆角矩形 23">
            <a:extLst>
              <a:ext uri="{FF2B5EF4-FFF2-40B4-BE49-F238E27FC236}">
                <a16:creationId xmlns:a16="http://schemas.microsoft.com/office/drawing/2014/main" id="{6D4EA192-B8A7-4D99-AFFB-54EE1A5ED2B2}"/>
              </a:ext>
            </a:extLst>
          </p:cNvPr>
          <p:cNvSpPr/>
          <p:nvPr/>
        </p:nvSpPr>
        <p:spPr>
          <a:xfrm>
            <a:off x="435415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200" dirty="0">
                <a:solidFill>
                  <a:schemeClr val="tx1"/>
                </a:solidFill>
              </a:rPr>
              <a:t>[Bug]: Babel crashes when using await as an identifier in </a:t>
            </a:r>
            <a:r>
              <a:rPr kumimoji="1" lang="en" altLang="zh-CN" sz="1200" dirty="0" err="1">
                <a:solidFill>
                  <a:schemeClr val="tx1"/>
                </a:solidFill>
              </a:rPr>
              <a:t>ForInOfHead</a:t>
            </a:r>
            <a:r>
              <a:rPr kumimoji="1" lang="en" altLang="zh-CN" sz="1200" dirty="0">
                <a:solidFill>
                  <a:schemeClr val="tx1"/>
                </a:solidFill>
              </a:rPr>
              <a:t>. Input code for( await of [1, 2, 3] )  { </a:t>
            </a:r>
            <a:r>
              <a:rPr kumimoji="1" lang="en" altLang="zh-CN" sz="1200" dirty="0" err="1">
                <a:solidFill>
                  <a:schemeClr val="tx1"/>
                </a:solidFill>
              </a:rPr>
              <a:t>console.log</a:t>
            </a:r>
            <a:r>
              <a:rPr kumimoji="1" lang="en" altLang="zh-CN" sz="1200" dirty="0">
                <a:solidFill>
                  <a:schemeClr val="tx1"/>
                </a:solidFill>
              </a:rPr>
              <a:t>(await) } ... However, Babel fails to </a:t>
            </a:r>
            <a:r>
              <a:rPr kumimoji="1" lang="en" altLang="zh-CN" sz="1200" dirty="0" err="1">
                <a:solidFill>
                  <a:schemeClr val="tx1"/>
                </a:solidFill>
              </a:rPr>
              <a:t>transpile</a:t>
            </a:r>
            <a:r>
              <a:rPr kumimoji="1" lang="en" altLang="zh-CN" sz="1200" dirty="0">
                <a:solidFill>
                  <a:schemeClr val="tx1"/>
                </a:solidFill>
              </a:rPr>
              <a:t> the input code: </a:t>
            </a:r>
            <a:endParaRPr kumimoji="1" lang="zh-CN" altLang="en-US" sz="1200" dirty="0">
              <a:solidFill>
                <a:schemeClr val="tx1"/>
              </a:solidFill>
            </a:endParaRPr>
          </a:p>
        </p:txBody>
      </p:sp>
      <p:sp>
        <p:nvSpPr>
          <p:cNvPr id="25" name="矩形 24">
            <a:extLst>
              <a:ext uri="{FF2B5EF4-FFF2-40B4-BE49-F238E27FC236}">
                <a16:creationId xmlns:a16="http://schemas.microsoft.com/office/drawing/2014/main" id="{AAE77001-8258-056B-DB1C-CC3757834428}"/>
              </a:ext>
            </a:extLst>
          </p:cNvPr>
          <p:cNvSpPr/>
          <p:nvPr/>
        </p:nvSpPr>
        <p:spPr>
          <a:xfrm>
            <a:off x="436852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圆角矩形 25">
            <a:extLst>
              <a:ext uri="{FF2B5EF4-FFF2-40B4-BE49-F238E27FC236}">
                <a16:creationId xmlns:a16="http://schemas.microsoft.com/office/drawing/2014/main" id="{5DB20BB3-2D78-3280-50EB-B95B0726628D}"/>
              </a:ext>
            </a:extLst>
          </p:cNvPr>
          <p:cNvSpPr/>
          <p:nvPr/>
        </p:nvSpPr>
        <p:spPr>
          <a:xfrm>
            <a:off x="411314" y="1499583"/>
            <a:ext cx="3703068" cy="1025704"/>
          </a:xfrm>
          <a:prstGeom prst="roundRect">
            <a:avLst>
              <a:gd name="adj" fmla="val 553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b="1" dirty="0">
                <a:solidFill>
                  <a:schemeClr val="tx1"/>
                </a:solidFill>
              </a:rPr>
              <a:t>Issue: </a:t>
            </a:r>
            <a:r>
              <a:rPr kumimoji="1" lang="en" altLang="zh-CN" sz="1400" dirty="0">
                <a:solidFill>
                  <a:schemeClr val="tx1"/>
                </a:solidFill>
              </a:rPr>
              <a:t>The function "normalize" with </a:t>
            </a:r>
            <a:r>
              <a:rPr kumimoji="1" lang="en" altLang="zh-CN" sz="1400" dirty="0" err="1">
                <a:solidFill>
                  <a:schemeClr val="tx1"/>
                </a:solidFill>
              </a:rPr>
              <a:t>dataTypes.js</a:t>
            </a:r>
            <a:r>
              <a:rPr kumimoji="1" lang="en" altLang="zh-CN" sz="1400" dirty="0">
                <a:solidFill>
                  <a:schemeClr val="tx1"/>
                </a:solidFill>
              </a:rPr>
              <a:t> leads to errors when using with some plugins like </a:t>
            </a:r>
            <a:r>
              <a:rPr kumimoji="1" lang="en" altLang="zh-CN" sz="1400" dirty="0" err="1">
                <a:solidFill>
                  <a:schemeClr val="tx1"/>
                </a:solidFill>
              </a:rPr>
              <a:t>plaiceholder</a:t>
            </a:r>
            <a:r>
              <a:rPr kumimoji="1" lang="en" altLang="zh-CN" sz="1400" dirty="0">
                <a:solidFill>
                  <a:schemeClr val="tx1"/>
                </a:solidFill>
              </a:rPr>
              <a:t> within 11ty for example ...</a:t>
            </a:r>
            <a:endParaRPr kumimoji="1" lang="zh-CN" altLang="en-US" sz="1400" dirty="0">
              <a:solidFill>
                <a:schemeClr val="tx1"/>
              </a:solidFill>
            </a:endParaRPr>
          </a:p>
        </p:txBody>
      </p:sp>
      <p:sp>
        <p:nvSpPr>
          <p:cNvPr id="27" name="矩形 26">
            <a:extLst>
              <a:ext uri="{FF2B5EF4-FFF2-40B4-BE49-F238E27FC236}">
                <a16:creationId xmlns:a16="http://schemas.microsoft.com/office/drawing/2014/main" id="{723A366C-2DB6-32B0-A26B-36593DF842B2}"/>
              </a:ext>
            </a:extLst>
          </p:cNvPr>
          <p:cNvSpPr/>
          <p:nvPr/>
        </p:nvSpPr>
        <p:spPr>
          <a:xfrm>
            <a:off x="425680" y="1538601"/>
            <a:ext cx="3643108" cy="1112063"/>
          </a:xfrm>
          <a:prstGeom prst="rect">
            <a:avLst/>
          </a:prstGeom>
          <a:noFill/>
          <a:ln w="285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32" name="Picture 8" descr="image">
            <a:extLst>
              <a:ext uri="{FF2B5EF4-FFF2-40B4-BE49-F238E27FC236}">
                <a16:creationId xmlns:a16="http://schemas.microsoft.com/office/drawing/2014/main" id="{E7F59D02-128E-CD5B-0AE5-E277DA82B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0149" y="3111146"/>
            <a:ext cx="3651078" cy="16683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4BD8C6FF-6DAC-BF83-3198-B2A2CF1B6D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462" y="2860525"/>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0587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8310D-CAF6-3DA6-A837-8AA7B528960D}"/>
            </a:ext>
          </a:extLst>
        </p:cNvPr>
        <p:cNvGrpSpPr/>
        <p:nvPr/>
      </p:nvGrpSpPr>
      <p:grpSpPr>
        <a:xfrm>
          <a:off x="0" y="0"/>
          <a:ext cx="0" cy="0"/>
          <a:chOff x="0" y="0"/>
          <a:chExt cx="0" cy="0"/>
        </a:xfrm>
      </p:grpSpPr>
      <p:sp>
        <p:nvSpPr>
          <p:cNvPr id="5" name="圆角矩形 4">
            <a:extLst>
              <a:ext uri="{FF2B5EF4-FFF2-40B4-BE49-F238E27FC236}">
                <a16:creationId xmlns:a16="http://schemas.microsoft.com/office/drawing/2014/main" id="{BE1FF5C9-B648-3697-0630-A6DF8CFAC6DC}"/>
              </a:ext>
            </a:extLst>
          </p:cNvPr>
          <p:cNvSpPr/>
          <p:nvPr/>
        </p:nvSpPr>
        <p:spPr>
          <a:xfrm>
            <a:off x="179882" y="824459"/>
            <a:ext cx="11902190" cy="4330637"/>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6A55F2B3-C699-AD18-4D3B-1A8EA03AFE79}"/>
              </a:ext>
            </a:extLst>
          </p:cNvPr>
          <p:cNvSpPr/>
          <p:nvPr/>
        </p:nvSpPr>
        <p:spPr>
          <a:xfrm>
            <a:off x="8183430" y="1021080"/>
            <a:ext cx="3740544" cy="365760"/>
          </a:xfrm>
          <a:prstGeom prst="rect">
            <a:avLst/>
          </a:prstGeom>
          <a:solidFill>
            <a:srgbClr val="5282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(c) Unexpected code results</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61C72B2F-0098-2646-6B6D-B710064234BE}"/>
              </a:ext>
            </a:extLst>
          </p:cNvPr>
          <p:cNvSpPr/>
          <p:nvPr/>
        </p:nvSpPr>
        <p:spPr>
          <a:xfrm>
            <a:off x="4268748" y="1021080"/>
            <a:ext cx="3742294" cy="365760"/>
          </a:xfrm>
          <a:prstGeom prst="rect">
            <a:avLst/>
          </a:prstGeom>
          <a:solidFill>
            <a:srgbClr val="2D73B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(b) Error messages or logs</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892CEA0B-9B06-BCC5-24AB-0D6D462A14D1}"/>
              </a:ext>
            </a:extLst>
          </p:cNvPr>
          <p:cNvSpPr/>
          <p:nvPr/>
        </p:nvSpPr>
        <p:spPr>
          <a:xfrm>
            <a:off x="331582" y="1021080"/>
            <a:ext cx="3742294" cy="365760"/>
          </a:xfrm>
          <a:prstGeom prst="rect">
            <a:avLst/>
          </a:prstGeom>
          <a:solidFill>
            <a:srgbClr val="C65A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(a) Screenshots</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of</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reproduced</a:t>
            </a:r>
            <a:r>
              <a:rPr kumimoji="1" lang="en-US" altLang="zh-CN" sz="1400" b="1" dirty="0"/>
              <a:t> </a:t>
            </a:r>
            <a:r>
              <a:rPr kumimoji="1" lang="en-US" altLang="zh-CN"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rPr>
              <a:t>code</a:t>
            </a:r>
            <a:endParaRPr kumimoji="1" lang="zh-CN" altLang="en-US" sz="1400" dirty="0">
              <a:solidFill>
                <a:schemeClr val="bg1"/>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9" name="圆角矩形 8">
            <a:extLst>
              <a:ext uri="{FF2B5EF4-FFF2-40B4-BE49-F238E27FC236}">
                <a16:creationId xmlns:a16="http://schemas.microsoft.com/office/drawing/2014/main" id="{6B6503AF-DDF4-2C13-D626-84001EBA7D1C}"/>
              </a:ext>
            </a:extLst>
          </p:cNvPr>
          <p:cNvSpPr/>
          <p:nvPr/>
        </p:nvSpPr>
        <p:spPr>
          <a:xfrm>
            <a:off x="331582" y="1460168"/>
            <a:ext cx="3742294" cy="3486066"/>
          </a:xfrm>
          <a:prstGeom prst="roundRect">
            <a:avLst>
              <a:gd name="adj" fmla="val 1953"/>
            </a:avLst>
          </a:prstGeom>
          <a:solidFill>
            <a:srgbClr val="FAE6D7"/>
          </a:solidFill>
          <a:ln w="38100">
            <a:solidFill>
              <a:srgbClr val="C55A0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圆角矩形 9">
            <a:extLst>
              <a:ext uri="{FF2B5EF4-FFF2-40B4-BE49-F238E27FC236}">
                <a16:creationId xmlns:a16="http://schemas.microsoft.com/office/drawing/2014/main" id="{D2B631F5-37BD-7240-88C8-E898B35A8CAF}"/>
              </a:ext>
            </a:extLst>
          </p:cNvPr>
          <p:cNvSpPr/>
          <p:nvPr/>
        </p:nvSpPr>
        <p:spPr>
          <a:xfrm>
            <a:off x="4268748" y="1460168"/>
            <a:ext cx="3742294" cy="3486066"/>
          </a:xfrm>
          <a:prstGeom prst="roundRect">
            <a:avLst>
              <a:gd name="adj" fmla="val 1953"/>
            </a:avLst>
          </a:prstGeom>
          <a:solidFill>
            <a:srgbClr val="DDECF8"/>
          </a:solidFill>
          <a:ln w="38100">
            <a:solidFill>
              <a:srgbClr val="2F73B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圆角矩形 10">
            <a:extLst>
              <a:ext uri="{FF2B5EF4-FFF2-40B4-BE49-F238E27FC236}">
                <a16:creationId xmlns:a16="http://schemas.microsoft.com/office/drawing/2014/main" id="{9A4951C7-521E-ADF6-1787-A5525E193DCD}"/>
              </a:ext>
            </a:extLst>
          </p:cNvPr>
          <p:cNvSpPr/>
          <p:nvPr/>
        </p:nvSpPr>
        <p:spPr>
          <a:xfrm>
            <a:off x="8196672" y="1443743"/>
            <a:ext cx="3742294" cy="3486066"/>
          </a:xfrm>
          <a:prstGeom prst="roundRect">
            <a:avLst>
              <a:gd name="adj" fmla="val 1953"/>
            </a:avLst>
          </a:prstGeom>
          <a:solidFill>
            <a:srgbClr val="E2F1D9"/>
          </a:solidFill>
          <a:ln w="38100">
            <a:solidFill>
              <a:srgbClr val="5382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26" name="Picture 2">
            <a:extLst>
              <a:ext uri="{FF2B5EF4-FFF2-40B4-BE49-F238E27FC236}">
                <a16:creationId xmlns:a16="http://schemas.microsoft.com/office/drawing/2014/main" id="{CB3E9981-55F0-7DE7-0AD9-DA8128058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4642" y="3063929"/>
            <a:ext cx="491763" cy="1711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D9B5D26-849F-8943-E99E-88F4BB910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2103" y="3050032"/>
            <a:ext cx="491763" cy="1711474"/>
          </a:xfrm>
          <a:prstGeom prst="rect">
            <a:avLst/>
          </a:prstGeom>
          <a:noFill/>
          <a:extLst>
            <a:ext uri="{909E8E84-426E-40DD-AFC4-6F175D3DCCD1}">
              <a14:hiddenFill xmlns:a14="http://schemas.microsoft.com/office/drawing/2010/main">
                <a:solidFill>
                  <a:srgbClr val="FFFFFF"/>
                </a:solidFill>
              </a14:hiddenFill>
            </a:ext>
          </a:extLst>
        </p:spPr>
      </p:pic>
      <p:sp>
        <p:nvSpPr>
          <p:cNvPr id="14" name="圆角矩形 13">
            <a:extLst>
              <a:ext uri="{FF2B5EF4-FFF2-40B4-BE49-F238E27FC236}">
                <a16:creationId xmlns:a16="http://schemas.microsoft.com/office/drawing/2014/main" id="{DA37BAAD-3741-115F-3910-98C2862FD622}"/>
              </a:ext>
            </a:extLst>
          </p:cNvPr>
          <p:cNvSpPr/>
          <p:nvPr/>
        </p:nvSpPr>
        <p:spPr>
          <a:xfrm>
            <a:off x="8271661" y="1595115"/>
            <a:ext cx="3549792" cy="1083619"/>
          </a:xfrm>
          <a:prstGeom prst="roundRect">
            <a:avLst>
              <a:gd name="adj" fmla="val 16228"/>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In v3.3.2, some behaviors of pseudo elements are not as expected, for example, the marker color cannot be changed correctly, while this works correctly in v3.3.1..</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17" name="文本框 16">
            <a:extLst>
              <a:ext uri="{FF2B5EF4-FFF2-40B4-BE49-F238E27FC236}">
                <a16:creationId xmlns:a16="http://schemas.microsoft.com/office/drawing/2014/main" id="{0DBDCBCD-B146-E4E1-8983-437C38197621}"/>
              </a:ext>
            </a:extLst>
          </p:cNvPr>
          <p:cNvSpPr txBox="1"/>
          <p:nvPr/>
        </p:nvSpPr>
        <p:spPr>
          <a:xfrm>
            <a:off x="8651709" y="2689484"/>
            <a:ext cx="793807" cy="369332"/>
          </a:xfrm>
          <a:prstGeom prst="rect">
            <a:avLst/>
          </a:prstGeom>
          <a:noFill/>
        </p:spPr>
        <p:txBody>
          <a:bodyPr wrap="none" rtlCol="0">
            <a:spAutoFit/>
          </a:bodyPr>
          <a:lstStyle/>
          <a:p>
            <a:r>
              <a:rPr kumimoji="1" lang="en-US" altLang="zh-CN" dirty="0"/>
              <a:t>V3.3.1</a:t>
            </a:r>
            <a:endParaRPr kumimoji="1" lang="zh-CN" altLang="en-US" dirty="0"/>
          </a:p>
        </p:txBody>
      </p:sp>
      <p:sp>
        <p:nvSpPr>
          <p:cNvPr id="18" name="文本框 17">
            <a:extLst>
              <a:ext uri="{FF2B5EF4-FFF2-40B4-BE49-F238E27FC236}">
                <a16:creationId xmlns:a16="http://schemas.microsoft.com/office/drawing/2014/main" id="{3057C665-A3D5-5DFF-9273-6B04777B8DFE}"/>
              </a:ext>
            </a:extLst>
          </p:cNvPr>
          <p:cNvSpPr txBox="1"/>
          <p:nvPr/>
        </p:nvSpPr>
        <p:spPr>
          <a:xfrm>
            <a:off x="10573621" y="2680700"/>
            <a:ext cx="793807" cy="369332"/>
          </a:xfrm>
          <a:prstGeom prst="rect">
            <a:avLst/>
          </a:prstGeom>
          <a:noFill/>
        </p:spPr>
        <p:txBody>
          <a:bodyPr wrap="none" rtlCol="0">
            <a:spAutoFit/>
          </a:bodyPr>
          <a:lstStyle/>
          <a:p>
            <a:r>
              <a:rPr kumimoji="1" lang="en-US" altLang="zh-CN" dirty="0"/>
              <a:t>V3.3.2</a:t>
            </a:r>
            <a:endParaRPr kumimoji="1" lang="zh-CN" altLang="en-US" dirty="0"/>
          </a:p>
        </p:txBody>
      </p:sp>
      <p:cxnSp>
        <p:nvCxnSpPr>
          <p:cNvPr id="20" name="直线箭头连接符 19">
            <a:extLst>
              <a:ext uri="{FF2B5EF4-FFF2-40B4-BE49-F238E27FC236}">
                <a16:creationId xmlns:a16="http://schemas.microsoft.com/office/drawing/2014/main" id="{98D7F4F7-8872-093B-3649-B21D5D4A8EA0}"/>
              </a:ext>
            </a:extLst>
          </p:cNvPr>
          <p:cNvCxnSpPr>
            <a:cxnSpLocks/>
          </p:cNvCxnSpPr>
          <p:nvPr/>
        </p:nvCxnSpPr>
        <p:spPr>
          <a:xfrm>
            <a:off x="9543993" y="3739224"/>
            <a:ext cx="1019417"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4" name="圆角矩形 23">
            <a:extLst>
              <a:ext uri="{FF2B5EF4-FFF2-40B4-BE49-F238E27FC236}">
                <a16:creationId xmlns:a16="http://schemas.microsoft.com/office/drawing/2014/main" id="{8E134A84-7632-6CFD-49CF-377DC71643BC}"/>
              </a:ext>
            </a:extLst>
          </p:cNvPr>
          <p:cNvSpPr/>
          <p:nvPr/>
        </p:nvSpPr>
        <p:spPr>
          <a:xfrm>
            <a:off x="4322732" y="1598061"/>
            <a:ext cx="3625085" cy="1369715"/>
          </a:xfrm>
          <a:prstGeom prst="roundRect">
            <a:avLst>
              <a:gd name="adj" fmla="val 17416"/>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[Bug]: Babel crashes when using await as an identifier in </a:t>
            </a:r>
            <a:r>
              <a:rPr kumimoji="1" lang="en" altLang="zh-CN" sz="1400" dirty="0" err="1">
                <a:solidFill>
                  <a:schemeClr val="tx1"/>
                </a:solidFill>
                <a:latin typeface="Times New Roman" panose="02020603050405020304" pitchFamily="18" charset="0"/>
                <a:cs typeface="Times New Roman" panose="02020603050405020304" pitchFamily="18" charset="0"/>
              </a:rPr>
              <a:t>ForInOfHead</a:t>
            </a:r>
            <a:r>
              <a:rPr kumimoji="1" lang="en" altLang="zh-CN" sz="1400" dirty="0">
                <a:solidFill>
                  <a:schemeClr val="tx1"/>
                </a:solidFill>
                <a:latin typeface="Times New Roman" panose="02020603050405020304" pitchFamily="18" charset="0"/>
                <a:cs typeface="Times New Roman" panose="02020603050405020304" pitchFamily="18" charset="0"/>
              </a:rPr>
              <a:t>. Input code for( await of [1, 2, 3] )  { </a:t>
            </a:r>
            <a:r>
              <a:rPr kumimoji="1" lang="en" altLang="zh-CN" sz="1400" dirty="0" err="1">
                <a:solidFill>
                  <a:schemeClr val="tx1"/>
                </a:solidFill>
                <a:latin typeface="Times New Roman" panose="02020603050405020304" pitchFamily="18" charset="0"/>
                <a:cs typeface="Times New Roman" panose="02020603050405020304" pitchFamily="18" charset="0"/>
              </a:rPr>
              <a:t>console.log</a:t>
            </a:r>
            <a:r>
              <a:rPr kumimoji="1" lang="zh-CN" altLang="en-US" sz="1400"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(await) } ... However, Babel fails to </a:t>
            </a:r>
            <a:r>
              <a:rPr kumimoji="1" lang="en" altLang="zh-CN" sz="1400" dirty="0" err="1">
                <a:solidFill>
                  <a:schemeClr val="tx1"/>
                </a:solidFill>
                <a:latin typeface="Times New Roman" panose="02020603050405020304" pitchFamily="18" charset="0"/>
                <a:cs typeface="Times New Roman" panose="02020603050405020304" pitchFamily="18" charset="0"/>
              </a:rPr>
              <a:t>transpile</a:t>
            </a:r>
            <a:r>
              <a:rPr kumimoji="1" lang="en" altLang="zh-CN" sz="1400" dirty="0">
                <a:solidFill>
                  <a:schemeClr val="tx1"/>
                </a:solidFill>
                <a:latin typeface="Times New Roman" panose="02020603050405020304" pitchFamily="18" charset="0"/>
                <a:cs typeface="Times New Roman" panose="02020603050405020304" pitchFamily="18" charset="0"/>
              </a:rPr>
              <a:t> the input code: </a:t>
            </a:r>
            <a:endParaRPr kumimoji="1" lang="zh-CN" altLang="en-US" sz="1200" dirty="0">
              <a:solidFill>
                <a:schemeClr val="tx1"/>
              </a:solidFill>
              <a:latin typeface="Times New Roman" panose="02020603050405020304" pitchFamily="18" charset="0"/>
              <a:cs typeface="Times New Roman" panose="02020603050405020304" pitchFamily="18" charset="0"/>
            </a:endParaRPr>
          </a:p>
        </p:txBody>
      </p:sp>
      <p:sp>
        <p:nvSpPr>
          <p:cNvPr id="26" name="圆角矩形 25">
            <a:extLst>
              <a:ext uri="{FF2B5EF4-FFF2-40B4-BE49-F238E27FC236}">
                <a16:creationId xmlns:a16="http://schemas.microsoft.com/office/drawing/2014/main" id="{BFF62F4B-D41D-7244-10C3-F1E1EC233176}"/>
              </a:ext>
            </a:extLst>
          </p:cNvPr>
          <p:cNvSpPr/>
          <p:nvPr/>
        </p:nvSpPr>
        <p:spPr>
          <a:xfrm>
            <a:off x="412687" y="1602927"/>
            <a:ext cx="3589326" cy="1025704"/>
          </a:xfrm>
          <a:prstGeom prst="roundRect">
            <a:avLst>
              <a:gd name="adj" fmla="val 15039"/>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 altLang="zh-CN" sz="1600" b="1" dirty="0">
                <a:solidFill>
                  <a:schemeClr val="tx1"/>
                </a:solidFill>
                <a:latin typeface="Times New Roman" panose="02020603050405020304" pitchFamily="18" charset="0"/>
                <a:cs typeface="Times New Roman" panose="02020603050405020304" pitchFamily="18" charset="0"/>
              </a:rPr>
              <a:t>Issue</a:t>
            </a:r>
            <a:r>
              <a:rPr kumimoji="1" lang="en" altLang="zh-CN" b="1" dirty="0">
                <a:solidFill>
                  <a:schemeClr val="tx1"/>
                </a:solidFill>
                <a:latin typeface="Times New Roman" panose="02020603050405020304" pitchFamily="18" charset="0"/>
                <a:cs typeface="Times New Roman" panose="02020603050405020304" pitchFamily="18" charset="0"/>
              </a:rPr>
              <a:t>: </a:t>
            </a:r>
            <a:r>
              <a:rPr kumimoji="1" lang="en" altLang="zh-CN" sz="1400" dirty="0">
                <a:solidFill>
                  <a:schemeClr val="tx1"/>
                </a:solidFill>
                <a:latin typeface="Times New Roman" panose="02020603050405020304" pitchFamily="18" charset="0"/>
                <a:cs typeface="Times New Roman" panose="02020603050405020304" pitchFamily="18" charset="0"/>
              </a:rPr>
              <a:t>The function "normalize" with </a:t>
            </a:r>
            <a:r>
              <a:rPr kumimoji="1" lang="en" altLang="zh-CN" sz="1400" dirty="0" err="1">
                <a:solidFill>
                  <a:schemeClr val="tx1"/>
                </a:solidFill>
                <a:latin typeface="Times New Roman" panose="02020603050405020304" pitchFamily="18" charset="0"/>
                <a:cs typeface="Times New Roman" panose="02020603050405020304" pitchFamily="18" charset="0"/>
              </a:rPr>
              <a:t>dataTypes.js</a:t>
            </a:r>
            <a:r>
              <a:rPr kumimoji="1" lang="en" altLang="zh-CN" sz="1400" dirty="0">
                <a:solidFill>
                  <a:schemeClr val="tx1"/>
                </a:solidFill>
                <a:latin typeface="Times New Roman" panose="02020603050405020304" pitchFamily="18" charset="0"/>
                <a:cs typeface="Times New Roman" panose="02020603050405020304" pitchFamily="18" charset="0"/>
              </a:rPr>
              <a:t> leads to errors when using with some plugins like </a:t>
            </a:r>
            <a:r>
              <a:rPr kumimoji="1" lang="en" altLang="zh-CN" sz="1400" dirty="0" err="1">
                <a:solidFill>
                  <a:schemeClr val="tx1"/>
                </a:solidFill>
                <a:latin typeface="Times New Roman" panose="02020603050405020304" pitchFamily="18" charset="0"/>
                <a:cs typeface="Times New Roman" panose="02020603050405020304" pitchFamily="18" charset="0"/>
              </a:rPr>
              <a:t>plaiceholder</a:t>
            </a:r>
            <a:r>
              <a:rPr kumimoji="1" lang="en" altLang="zh-CN" sz="1400" dirty="0">
                <a:solidFill>
                  <a:schemeClr val="tx1"/>
                </a:solidFill>
                <a:latin typeface="Times New Roman" panose="02020603050405020304" pitchFamily="18" charset="0"/>
                <a:cs typeface="Times New Roman" panose="02020603050405020304" pitchFamily="18" charset="0"/>
              </a:rPr>
              <a:t> within 11ty for example ...</a:t>
            </a:r>
            <a:endParaRPr kumimoji="1" lang="zh-CN" altLang="en-US" sz="1400" dirty="0">
              <a:solidFill>
                <a:schemeClr val="tx1"/>
              </a:solidFill>
              <a:latin typeface="Times New Roman" panose="02020603050405020304" pitchFamily="18" charset="0"/>
              <a:cs typeface="Times New Roman" panose="02020603050405020304" pitchFamily="18" charset="0"/>
            </a:endParaRPr>
          </a:p>
        </p:txBody>
      </p:sp>
      <p:pic>
        <p:nvPicPr>
          <p:cNvPr id="1032" name="Picture 8" descr="image">
            <a:extLst>
              <a:ext uri="{FF2B5EF4-FFF2-40B4-BE49-F238E27FC236}">
                <a16:creationId xmlns:a16="http://schemas.microsoft.com/office/drawing/2014/main" id="{F1F22917-6268-778C-5B17-5F752964EA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0349" y="3358896"/>
            <a:ext cx="3599092" cy="83906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grafik">
            <a:extLst>
              <a:ext uri="{FF2B5EF4-FFF2-40B4-BE49-F238E27FC236}">
                <a16:creationId xmlns:a16="http://schemas.microsoft.com/office/drawing/2014/main" id="{59825D61-BAF1-5EC1-A9A0-F72F9E2021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310" y="2754509"/>
            <a:ext cx="3589326" cy="2025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360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76A16EAC-F6C8-F371-4FE6-AF2B63BFECD9}"/>
              </a:ext>
            </a:extLst>
          </p:cNvPr>
          <p:cNvSpPr/>
          <p:nvPr/>
        </p:nvSpPr>
        <p:spPr>
          <a:xfrm>
            <a:off x="329782" y="404734"/>
            <a:ext cx="10630686" cy="4993099"/>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7959EA44-9B40-3AB1-37FB-C71639FBDA66}"/>
              </a:ext>
            </a:extLst>
          </p:cNvPr>
          <p:cNvPicPr>
            <a:picLocks noChangeAspect="1"/>
          </p:cNvPicPr>
          <p:nvPr/>
        </p:nvPicPr>
        <p:blipFill>
          <a:blip r:embed="rId2"/>
          <a:stretch>
            <a:fillRect/>
          </a:stretch>
        </p:blipFill>
        <p:spPr>
          <a:xfrm>
            <a:off x="705796" y="1038269"/>
            <a:ext cx="4442265" cy="4069143"/>
          </a:xfrm>
          <a:prstGeom prst="rect">
            <a:avLst/>
          </a:prstGeom>
        </p:spPr>
      </p:pic>
      <p:pic>
        <p:nvPicPr>
          <p:cNvPr id="11" name="图片 10">
            <a:extLst>
              <a:ext uri="{FF2B5EF4-FFF2-40B4-BE49-F238E27FC236}">
                <a16:creationId xmlns:a16="http://schemas.microsoft.com/office/drawing/2014/main" id="{9A97291E-FB7A-0FCE-CE46-16098B764322}"/>
              </a:ext>
            </a:extLst>
          </p:cNvPr>
          <p:cNvPicPr>
            <a:picLocks noChangeAspect="1"/>
          </p:cNvPicPr>
          <p:nvPr/>
        </p:nvPicPr>
        <p:blipFill>
          <a:blip r:embed="rId3"/>
          <a:stretch>
            <a:fillRect/>
          </a:stretch>
        </p:blipFill>
        <p:spPr>
          <a:xfrm>
            <a:off x="6275615" y="1053260"/>
            <a:ext cx="4074842" cy="4069143"/>
          </a:xfrm>
          <a:prstGeom prst="rect">
            <a:avLst/>
          </a:prstGeom>
          <a:ln>
            <a:noFill/>
          </a:ln>
        </p:spPr>
      </p:pic>
      <p:sp>
        <p:nvSpPr>
          <p:cNvPr id="12" name="矩形 11">
            <a:extLst>
              <a:ext uri="{FF2B5EF4-FFF2-40B4-BE49-F238E27FC236}">
                <a16:creationId xmlns:a16="http://schemas.microsoft.com/office/drawing/2014/main" id="{E743FD98-A3E1-48BE-6708-959C8AD894E0}"/>
              </a:ext>
            </a:extLst>
          </p:cNvPr>
          <p:cNvSpPr/>
          <p:nvPr/>
        </p:nvSpPr>
        <p:spPr>
          <a:xfrm>
            <a:off x="1179441" y="4381907"/>
            <a:ext cx="3498575" cy="5300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4CB5C455-2B77-232B-D8DA-E2BFE66E543C}"/>
              </a:ext>
            </a:extLst>
          </p:cNvPr>
          <p:cNvCxnSpPr/>
          <p:nvPr/>
        </p:nvCxnSpPr>
        <p:spPr>
          <a:xfrm flipV="1">
            <a:off x="4678016" y="1053259"/>
            <a:ext cx="1597599" cy="33286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DC459DEE-FB7C-F9C8-F89B-5B5704622BD8}"/>
              </a:ext>
            </a:extLst>
          </p:cNvPr>
          <p:cNvCxnSpPr>
            <a:cxnSpLocks/>
          </p:cNvCxnSpPr>
          <p:nvPr/>
        </p:nvCxnSpPr>
        <p:spPr>
          <a:xfrm>
            <a:off x="4678016" y="4911993"/>
            <a:ext cx="1597599" cy="21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AE4A61B-7A4F-A49B-D542-B4A4D9F85E3B}"/>
              </a:ext>
            </a:extLst>
          </p:cNvPr>
          <p:cNvSpPr/>
          <p:nvPr/>
        </p:nvSpPr>
        <p:spPr>
          <a:xfrm>
            <a:off x="6275614"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4AD1FAF-0048-803A-5E04-366DE5BF3FA7}"/>
              </a:ext>
            </a:extLst>
          </p:cNvPr>
          <p:cNvSpPr txBox="1"/>
          <p:nvPr/>
        </p:nvSpPr>
        <p:spPr>
          <a:xfrm>
            <a:off x="941273" y="588560"/>
            <a:ext cx="3971310" cy="369332"/>
          </a:xfrm>
          <a:prstGeom prst="rect">
            <a:avLst/>
          </a:prstGeom>
          <a:noFill/>
        </p:spPr>
        <p:txBody>
          <a:bodyPr wrap="square" rtlCol="0">
            <a:spAutoFit/>
          </a:bodyPr>
          <a:lstStyle/>
          <a:p>
            <a:r>
              <a:rPr kumimoji="1" lang="en-US" altLang="zh-CN" b="1" dirty="0"/>
              <a:t>Issue: </a:t>
            </a:r>
            <a:r>
              <a:rPr kumimoji="1" lang="en-US" altLang="zh-CN" dirty="0" err="1"/>
              <a:t>tailwindlabs</a:t>
            </a:r>
            <a:r>
              <a:rPr kumimoji="1" lang="en-US" altLang="zh-CN" dirty="0"/>
              <a:t>/tailwindcss-12318</a:t>
            </a:r>
            <a:endParaRPr kumimoji="1" lang="zh-CN" altLang="en-US" dirty="0"/>
          </a:p>
        </p:txBody>
      </p:sp>
      <p:sp>
        <p:nvSpPr>
          <p:cNvPr id="21" name="文本框 20">
            <a:extLst>
              <a:ext uri="{FF2B5EF4-FFF2-40B4-BE49-F238E27FC236}">
                <a16:creationId xmlns:a16="http://schemas.microsoft.com/office/drawing/2014/main" id="{EA86E3BD-446E-3188-CECD-56AC2D7C2A57}"/>
              </a:ext>
            </a:extLst>
          </p:cNvPr>
          <p:cNvSpPr txBox="1"/>
          <p:nvPr/>
        </p:nvSpPr>
        <p:spPr>
          <a:xfrm>
            <a:off x="5533067" y="559320"/>
            <a:ext cx="6100996" cy="369332"/>
          </a:xfrm>
          <a:prstGeom prst="rect">
            <a:avLst/>
          </a:prstGeom>
          <a:noFill/>
        </p:spPr>
        <p:txBody>
          <a:bodyPr wrap="square">
            <a:spAutoFit/>
          </a:bodyPr>
          <a:lstStyle/>
          <a:p>
            <a:r>
              <a:rPr lang="en-US" altLang="zh-CN" b="1" dirty="0"/>
              <a:t>Web </a:t>
            </a:r>
            <a:r>
              <a:rPr lang="en-US" altLang="zh-CN" b="1" dirty="0" err="1"/>
              <a:t>Url</a:t>
            </a:r>
            <a:r>
              <a:rPr lang="en-US" altLang="zh-CN" b="1" dirty="0"/>
              <a:t>: </a:t>
            </a:r>
            <a:r>
              <a:rPr lang="zh-CN" altLang="en-US" dirty="0"/>
              <a:t>https://play.tailwindcss.com/BuKHeMD2uv</a:t>
            </a:r>
          </a:p>
        </p:txBody>
      </p:sp>
    </p:spTree>
    <p:extLst>
      <p:ext uri="{BB962C8B-B14F-4D97-AF65-F5344CB8AC3E}">
        <p14:creationId xmlns:p14="http://schemas.microsoft.com/office/powerpoint/2010/main" val="176053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圆角矩形 3">
            <a:extLst>
              <a:ext uri="{FF2B5EF4-FFF2-40B4-BE49-F238E27FC236}">
                <a16:creationId xmlns:a16="http://schemas.microsoft.com/office/drawing/2014/main" id="{76A16EAC-F6C8-F371-4FE6-AF2B63BFECD9}"/>
              </a:ext>
            </a:extLst>
          </p:cNvPr>
          <p:cNvSpPr/>
          <p:nvPr/>
        </p:nvSpPr>
        <p:spPr>
          <a:xfrm>
            <a:off x="329782" y="404734"/>
            <a:ext cx="10630686" cy="4993099"/>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10" name="图片 9">
            <a:extLst>
              <a:ext uri="{FF2B5EF4-FFF2-40B4-BE49-F238E27FC236}">
                <a16:creationId xmlns:a16="http://schemas.microsoft.com/office/drawing/2014/main" id="{7959EA44-9B40-3AB1-37FB-C71639FBDA66}"/>
              </a:ext>
            </a:extLst>
          </p:cNvPr>
          <p:cNvPicPr>
            <a:picLocks noChangeAspect="1"/>
          </p:cNvPicPr>
          <p:nvPr/>
        </p:nvPicPr>
        <p:blipFill>
          <a:blip r:embed="rId2"/>
          <a:stretch>
            <a:fillRect/>
          </a:stretch>
        </p:blipFill>
        <p:spPr>
          <a:xfrm>
            <a:off x="705796" y="1038269"/>
            <a:ext cx="4442265" cy="4069143"/>
          </a:xfrm>
          <a:prstGeom prst="rect">
            <a:avLst/>
          </a:prstGeom>
        </p:spPr>
      </p:pic>
      <p:pic>
        <p:nvPicPr>
          <p:cNvPr id="11" name="图片 10">
            <a:extLst>
              <a:ext uri="{FF2B5EF4-FFF2-40B4-BE49-F238E27FC236}">
                <a16:creationId xmlns:a16="http://schemas.microsoft.com/office/drawing/2014/main" id="{9A97291E-FB7A-0FCE-CE46-16098B764322}"/>
              </a:ext>
            </a:extLst>
          </p:cNvPr>
          <p:cNvPicPr>
            <a:picLocks noChangeAspect="1"/>
          </p:cNvPicPr>
          <p:nvPr/>
        </p:nvPicPr>
        <p:blipFill>
          <a:blip r:embed="rId3"/>
          <a:stretch>
            <a:fillRect/>
          </a:stretch>
        </p:blipFill>
        <p:spPr>
          <a:xfrm>
            <a:off x="6275615" y="1053260"/>
            <a:ext cx="4074842" cy="4069143"/>
          </a:xfrm>
          <a:prstGeom prst="rect">
            <a:avLst/>
          </a:prstGeom>
          <a:ln>
            <a:noFill/>
          </a:ln>
        </p:spPr>
      </p:pic>
      <p:sp>
        <p:nvSpPr>
          <p:cNvPr id="12" name="矩形 11">
            <a:extLst>
              <a:ext uri="{FF2B5EF4-FFF2-40B4-BE49-F238E27FC236}">
                <a16:creationId xmlns:a16="http://schemas.microsoft.com/office/drawing/2014/main" id="{E743FD98-A3E1-48BE-6708-959C8AD894E0}"/>
              </a:ext>
            </a:extLst>
          </p:cNvPr>
          <p:cNvSpPr/>
          <p:nvPr/>
        </p:nvSpPr>
        <p:spPr>
          <a:xfrm>
            <a:off x="1179441" y="4381907"/>
            <a:ext cx="3498575" cy="53008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4CB5C455-2B77-232B-D8DA-E2BFE66E543C}"/>
              </a:ext>
            </a:extLst>
          </p:cNvPr>
          <p:cNvCxnSpPr/>
          <p:nvPr/>
        </p:nvCxnSpPr>
        <p:spPr>
          <a:xfrm flipV="1">
            <a:off x="4678016" y="1053259"/>
            <a:ext cx="1597599" cy="33286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DC459DEE-FB7C-F9C8-F89B-5B5704622BD8}"/>
              </a:ext>
            </a:extLst>
          </p:cNvPr>
          <p:cNvCxnSpPr>
            <a:cxnSpLocks/>
          </p:cNvCxnSpPr>
          <p:nvPr/>
        </p:nvCxnSpPr>
        <p:spPr>
          <a:xfrm>
            <a:off x="4678016" y="4911993"/>
            <a:ext cx="1597599" cy="21040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0AE4A61B-7A4F-A49B-D542-B4A4D9F85E3B}"/>
              </a:ext>
            </a:extLst>
          </p:cNvPr>
          <p:cNvSpPr/>
          <p:nvPr/>
        </p:nvSpPr>
        <p:spPr>
          <a:xfrm>
            <a:off x="6275614"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4AD1FAF-0048-803A-5E04-366DE5BF3FA7}"/>
              </a:ext>
            </a:extLst>
          </p:cNvPr>
          <p:cNvSpPr txBox="1"/>
          <p:nvPr/>
        </p:nvSpPr>
        <p:spPr>
          <a:xfrm>
            <a:off x="941273" y="588560"/>
            <a:ext cx="3971310" cy="369332"/>
          </a:xfrm>
          <a:prstGeom prst="rect">
            <a:avLst/>
          </a:prstGeom>
          <a:noFill/>
        </p:spPr>
        <p:txBody>
          <a:bodyPr wrap="square" rtlCol="0">
            <a:spAutoFit/>
          </a:bodyPr>
          <a:lstStyle/>
          <a:p>
            <a:r>
              <a:rPr kumimoji="1" lang="en-US" altLang="zh-CN" b="1" dirty="0"/>
              <a:t>Issue: </a:t>
            </a:r>
            <a:r>
              <a:rPr kumimoji="1" lang="en-US" altLang="zh-CN" dirty="0" err="1"/>
              <a:t>tailwindlabs</a:t>
            </a:r>
            <a:r>
              <a:rPr kumimoji="1" lang="en-US" altLang="zh-CN" dirty="0"/>
              <a:t>/tailwindcss-12318</a:t>
            </a:r>
            <a:endParaRPr kumimoji="1" lang="zh-CN" altLang="en-US" dirty="0"/>
          </a:p>
        </p:txBody>
      </p:sp>
      <p:sp>
        <p:nvSpPr>
          <p:cNvPr id="21" name="文本框 20">
            <a:extLst>
              <a:ext uri="{FF2B5EF4-FFF2-40B4-BE49-F238E27FC236}">
                <a16:creationId xmlns:a16="http://schemas.microsoft.com/office/drawing/2014/main" id="{EA86E3BD-446E-3188-CECD-56AC2D7C2A57}"/>
              </a:ext>
            </a:extLst>
          </p:cNvPr>
          <p:cNvSpPr txBox="1"/>
          <p:nvPr/>
        </p:nvSpPr>
        <p:spPr>
          <a:xfrm>
            <a:off x="5533067" y="559320"/>
            <a:ext cx="6100996" cy="369332"/>
          </a:xfrm>
          <a:prstGeom prst="rect">
            <a:avLst/>
          </a:prstGeom>
          <a:noFill/>
        </p:spPr>
        <p:txBody>
          <a:bodyPr wrap="square">
            <a:spAutoFit/>
          </a:bodyPr>
          <a:lstStyle/>
          <a:p>
            <a:r>
              <a:rPr lang="en-US" altLang="zh-CN" b="1" dirty="0"/>
              <a:t>Web </a:t>
            </a:r>
            <a:r>
              <a:rPr lang="en-US" altLang="zh-CN" b="1" dirty="0" err="1"/>
              <a:t>Url</a:t>
            </a:r>
            <a:r>
              <a:rPr lang="en-US" altLang="zh-CN" b="1" dirty="0"/>
              <a:t>: </a:t>
            </a:r>
            <a:r>
              <a:rPr lang="zh-CN" altLang="en-US" dirty="0"/>
              <a:t>https://play.tailwindcss.com/BuKHeMD2uv</a:t>
            </a:r>
          </a:p>
        </p:txBody>
      </p:sp>
    </p:spTree>
    <p:extLst>
      <p:ext uri="{BB962C8B-B14F-4D97-AF65-F5344CB8AC3E}">
        <p14:creationId xmlns:p14="http://schemas.microsoft.com/office/powerpoint/2010/main" val="1999809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A76FB-60D7-5110-B588-0552C558E87E}"/>
            </a:ext>
          </a:extLst>
        </p:cNvPr>
        <p:cNvGrpSpPr/>
        <p:nvPr/>
      </p:nvGrpSpPr>
      <p:grpSpPr>
        <a:xfrm>
          <a:off x="0" y="0"/>
          <a:ext cx="0" cy="0"/>
          <a:chOff x="0" y="0"/>
          <a:chExt cx="0" cy="0"/>
        </a:xfrm>
      </p:grpSpPr>
      <p:sp>
        <p:nvSpPr>
          <p:cNvPr id="4" name="圆角矩形 3">
            <a:extLst>
              <a:ext uri="{FF2B5EF4-FFF2-40B4-BE49-F238E27FC236}">
                <a16:creationId xmlns:a16="http://schemas.microsoft.com/office/drawing/2014/main" id="{CD564C42-95EC-9F4B-876E-C71A63896DCD}"/>
              </a:ext>
            </a:extLst>
          </p:cNvPr>
          <p:cNvSpPr/>
          <p:nvPr/>
        </p:nvSpPr>
        <p:spPr>
          <a:xfrm>
            <a:off x="329782" y="486137"/>
            <a:ext cx="10630686" cy="4911696"/>
          </a:xfrm>
          <a:prstGeom prst="roundRect">
            <a:avLst>
              <a:gd name="adj" fmla="val 2863"/>
            </a:avLst>
          </a:prstGeom>
          <a:solidFill>
            <a:srgbClr val="F1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8" name="图片 7">
            <a:extLst>
              <a:ext uri="{FF2B5EF4-FFF2-40B4-BE49-F238E27FC236}">
                <a16:creationId xmlns:a16="http://schemas.microsoft.com/office/drawing/2014/main" id="{7DA1E3BA-2A8E-9691-3839-3CE01D578C36}"/>
              </a:ext>
            </a:extLst>
          </p:cNvPr>
          <p:cNvPicPr>
            <a:picLocks noChangeAspect="1"/>
          </p:cNvPicPr>
          <p:nvPr/>
        </p:nvPicPr>
        <p:blipFill>
          <a:blip r:embed="rId2"/>
          <a:srcRect r="36187"/>
          <a:stretch/>
        </p:blipFill>
        <p:spPr>
          <a:xfrm>
            <a:off x="726136" y="1038269"/>
            <a:ext cx="3972221" cy="4172101"/>
          </a:xfrm>
          <a:prstGeom prst="rect">
            <a:avLst/>
          </a:prstGeom>
        </p:spPr>
      </p:pic>
      <p:sp>
        <p:nvSpPr>
          <p:cNvPr id="12" name="矩形 11">
            <a:extLst>
              <a:ext uri="{FF2B5EF4-FFF2-40B4-BE49-F238E27FC236}">
                <a16:creationId xmlns:a16="http://schemas.microsoft.com/office/drawing/2014/main" id="{4386C576-1F14-E2B1-D539-475B019DEE88}"/>
              </a:ext>
            </a:extLst>
          </p:cNvPr>
          <p:cNvSpPr/>
          <p:nvPr/>
        </p:nvSpPr>
        <p:spPr>
          <a:xfrm>
            <a:off x="1162559" y="3645409"/>
            <a:ext cx="1938199" cy="19507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4" name="直线连接符 13">
            <a:extLst>
              <a:ext uri="{FF2B5EF4-FFF2-40B4-BE49-F238E27FC236}">
                <a16:creationId xmlns:a16="http://schemas.microsoft.com/office/drawing/2014/main" id="{F2B0F6CC-CE7B-0F7A-7825-91D73D688534}"/>
              </a:ext>
            </a:extLst>
          </p:cNvPr>
          <p:cNvCxnSpPr>
            <a:cxnSpLocks/>
          </p:cNvCxnSpPr>
          <p:nvPr/>
        </p:nvCxnSpPr>
        <p:spPr>
          <a:xfrm flipV="1">
            <a:off x="3100758" y="1053259"/>
            <a:ext cx="3040745" cy="25921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06C10E29-99B7-0915-64C7-3937B86E08F2}"/>
              </a:ext>
            </a:extLst>
          </p:cNvPr>
          <p:cNvCxnSpPr>
            <a:cxnSpLocks/>
          </p:cNvCxnSpPr>
          <p:nvPr/>
        </p:nvCxnSpPr>
        <p:spPr>
          <a:xfrm>
            <a:off x="3100758" y="3840480"/>
            <a:ext cx="3040745" cy="128192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F218E9BE-2E58-0B2B-3291-348457EA6FAA}"/>
              </a:ext>
            </a:extLst>
          </p:cNvPr>
          <p:cNvSpPr txBox="1"/>
          <p:nvPr/>
        </p:nvSpPr>
        <p:spPr>
          <a:xfrm>
            <a:off x="604216" y="588560"/>
            <a:ext cx="3971310"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Issue</a:t>
            </a: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en-US" altLang="zh-CN" sz="1400" dirty="0" err="1">
                <a:latin typeface="Microsoft YaHei" panose="020B0503020204020204" pitchFamily="34" charset="-122"/>
                <a:ea typeface="Microsoft YaHei" panose="020B0503020204020204" pitchFamily="34" charset="-122"/>
                <a:cs typeface="Times New Roman" panose="02020603050405020304" pitchFamily="18" charset="0"/>
              </a:rPr>
              <a:t>tailwindlabs</a:t>
            </a: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/tailwindcss-12318</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1" name="文本框 20">
            <a:extLst>
              <a:ext uri="{FF2B5EF4-FFF2-40B4-BE49-F238E27FC236}">
                <a16:creationId xmlns:a16="http://schemas.microsoft.com/office/drawing/2014/main" id="{7BEDBF85-79CE-D909-AC19-371376D907A4}"/>
              </a:ext>
            </a:extLst>
          </p:cNvPr>
          <p:cNvSpPr txBox="1"/>
          <p:nvPr/>
        </p:nvSpPr>
        <p:spPr>
          <a:xfrm>
            <a:off x="5357705" y="588560"/>
            <a:ext cx="5539198" cy="338554"/>
          </a:xfrm>
          <a:prstGeom prst="rect">
            <a:avLst/>
          </a:prstGeom>
          <a:noFill/>
        </p:spPr>
        <p:txBody>
          <a:bodyPr wrap="square">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Website Links</a:t>
            </a:r>
            <a:r>
              <a:rPr kumimoji="1" lang="en-US" altLang="zh-CN" sz="16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rPr>
              <a:t>https://play.tailwindcss.com/BuKHeMD2uv</a:t>
            </a:r>
            <a:endParaRPr kumimoji="1" lang="zh-CN" altLang="en-US" sz="16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17" name="图片 16">
            <a:extLst>
              <a:ext uri="{FF2B5EF4-FFF2-40B4-BE49-F238E27FC236}">
                <a16:creationId xmlns:a16="http://schemas.microsoft.com/office/drawing/2014/main" id="{AD1E6B94-82CD-CBF3-6A0D-C9ED163641A1}"/>
              </a:ext>
            </a:extLst>
          </p:cNvPr>
          <p:cNvPicPr>
            <a:picLocks noChangeAspect="1"/>
          </p:cNvPicPr>
          <p:nvPr/>
        </p:nvPicPr>
        <p:blipFill>
          <a:blip r:embed="rId3"/>
          <a:srcRect b="16772"/>
          <a:stretch/>
        </p:blipFill>
        <p:spPr>
          <a:xfrm>
            <a:off x="6164651" y="1066878"/>
            <a:ext cx="3972221" cy="4055524"/>
          </a:xfrm>
          <a:prstGeom prst="rect">
            <a:avLst/>
          </a:prstGeom>
        </p:spPr>
      </p:pic>
      <p:sp>
        <p:nvSpPr>
          <p:cNvPr id="18" name="矩形 17">
            <a:extLst>
              <a:ext uri="{FF2B5EF4-FFF2-40B4-BE49-F238E27FC236}">
                <a16:creationId xmlns:a16="http://schemas.microsoft.com/office/drawing/2014/main" id="{2E96D237-BF0F-4F91-9BB8-33FD5F5057C8}"/>
              </a:ext>
            </a:extLst>
          </p:cNvPr>
          <p:cNvSpPr/>
          <p:nvPr/>
        </p:nvSpPr>
        <p:spPr>
          <a:xfrm>
            <a:off x="6164652" y="1053259"/>
            <a:ext cx="3972221" cy="4069143"/>
          </a:xfrm>
          <a:prstGeom prst="rect">
            <a:avLst/>
          </a:prstGeom>
          <a:noFill/>
          <a:ln w="28575">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98043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E8F122A0-62BB-970A-DD03-1A8B2A250931}"/>
              </a:ext>
            </a:extLst>
          </p:cNvPr>
          <p:cNvSpPr/>
          <p:nvPr/>
        </p:nvSpPr>
        <p:spPr>
          <a:xfrm>
            <a:off x="829503" y="1274563"/>
            <a:ext cx="10532993"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5C6CC14-FAC5-0079-D445-8BB7C584D86B}"/>
              </a:ext>
            </a:extLst>
          </p:cNvPr>
          <p:cNvSpPr txBox="1"/>
          <p:nvPr/>
        </p:nvSpPr>
        <p:spPr>
          <a:xfrm>
            <a:off x="999782" y="1613119"/>
            <a:ext cx="3668353" cy="4154984"/>
          </a:xfrm>
          <a:prstGeom prst="rect">
            <a:avLst/>
          </a:prstGeom>
          <a:noFill/>
          <a:ln>
            <a:solidFill>
              <a:schemeClr val="tx1"/>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endParaRPr lang="en" altLang="zh-CN" sz="1200" b="1" dirty="0">
              <a:effectLst/>
              <a:latin typeface="Menlo" panose="020B0609030804020204" pitchFamily="49" charset="0"/>
            </a:endParaRPr>
          </a:p>
        </p:txBody>
      </p:sp>
      <p:sp>
        <p:nvSpPr>
          <p:cNvPr id="6" name="文本框 5">
            <a:extLst>
              <a:ext uri="{FF2B5EF4-FFF2-40B4-BE49-F238E27FC236}">
                <a16:creationId xmlns:a16="http://schemas.microsoft.com/office/drawing/2014/main" id="{056A92F6-42F8-5836-EB23-981643A4EF9F}"/>
              </a:ext>
            </a:extLst>
          </p:cNvPr>
          <p:cNvSpPr txBox="1"/>
          <p:nvPr/>
        </p:nvSpPr>
        <p:spPr>
          <a:xfrm>
            <a:off x="2324262" y="1274565"/>
            <a:ext cx="96430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8CE0339D-8019-ED5A-0ECB-400DD2018C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0286" y="1895830"/>
            <a:ext cx="455541" cy="455541"/>
          </a:xfrm>
          <a:prstGeom prst="rect">
            <a:avLst/>
          </a:prstGeom>
        </p:spPr>
      </p:pic>
      <p:pic>
        <p:nvPicPr>
          <p:cNvPr id="8" name="图形 7">
            <a:extLst>
              <a:ext uri="{FF2B5EF4-FFF2-40B4-BE49-F238E27FC236}">
                <a16:creationId xmlns:a16="http://schemas.microsoft.com/office/drawing/2014/main" id="{61B30AE9-F2C4-2D4A-6CB8-F483C6909E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9104" y="3339592"/>
            <a:ext cx="414666" cy="414666"/>
          </a:xfrm>
          <a:prstGeom prst="rect">
            <a:avLst/>
          </a:prstGeom>
        </p:spPr>
      </p:pic>
      <p:pic>
        <p:nvPicPr>
          <p:cNvPr id="9" name="图形 8">
            <a:extLst>
              <a:ext uri="{FF2B5EF4-FFF2-40B4-BE49-F238E27FC236}">
                <a16:creationId xmlns:a16="http://schemas.microsoft.com/office/drawing/2014/main" id="{89046E84-540C-D694-1426-80FFC23913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2721" y="4801631"/>
            <a:ext cx="585909" cy="585909"/>
          </a:xfrm>
          <a:prstGeom prst="rect">
            <a:avLst/>
          </a:prstGeom>
        </p:spPr>
      </p:pic>
      <p:sp>
        <p:nvSpPr>
          <p:cNvPr id="17" name="文本框 16">
            <a:extLst>
              <a:ext uri="{FF2B5EF4-FFF2-40B4-BE49-F238E27FC236}">
                <a16:creationId xmlns:a16="http://schemas.microsoft.com/office/drawing/2014/main" id="{4BBED58F-68C5-1CDA-1388-86D2460A4CCE}"/>
              </a:ext>
            </a:extLst>
          </p:cNvPr>
          <p:cNvSpPr txBox="1"/>
          <p:nvPr/>
        </p:nvSpPr>
        <p:spPr>
          <a:xfrm>
            <a:off x="6113349" y="2663263"/>
            <a:ext cx="5006287" cy="1631216"/>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0C3E0715-7D56-81BB-E0A8-8DF132A8AC33}"/>
              </a:ext>
            </a:extLst>
          </p:cNvPr>
          <p:cNvSpPr txBox="1"/>
          <p:nvPr/>
        </p:nvSpPr>
        <p:spPr>
          <a:xfrm>
            <a:off x="6142847" y="1692714"/>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5E786679-331E-FCE3-75B4-2AA329002DCD}"/>
              </a:ext>
            </a:extLst>
          </p:cNvPr>
          <p:cNvSpPr txBox="1"/>
          <p:nvPr/>
        </p:nvSpPr>
        <p:spPr>
          <a:xfrm>
            <a:off x="6098601" y="4434786"/>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45475792-5F1A-60B8-49A4-A039BF4CDFE0}"/>
              </a:ext>
            </a:extLst>
          </p:cNvPr>
          <p:cNvSpPr/>
          <p:nvPr/>
        </p:nvSpPr>
        <p:spPr>
          <a:xfrm>
            <a:off x="5001501" y="1589478"/>
            <a:ext cx="6192523" cy="92857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62C4632A-6D00-F387-451F-34022EE60FDD}"/>
              </a:ext>
            </a:extLst>
          </p:cNvPr>
          <p:cNvSpPr txBox="1"/>
          <p:nvPr/>
        </p:nvSpPr>
        <p:spPr>
          <a:xfrm>
            <a:off x="7517180" y="1235459"/>
            <a:ext cx="1168077"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4926FCF9-DC44-9D62-85E0-9C8D101D23FE}"/>
              </a:ext>
            </a:extLst>
          </p:cNvPr>
          <p:cNvSpPr/>
          <p:nvPr/>
        </p:nvSpPr>
        <p:spPr>
          <a:xfrm>
            <a:off x="5001501" y="2655950"/>
            <a:ext cx="6192523" cy="163121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38CC9EC3-436B-B165-7744-C8BDE6282B49}"/>
              </a:ext>
            </a:extLst>
          </p:cNvPr>
          <p:cNvSpPr/>
          <p:nvPr/>
        </p:nvSpPr>
        <p:spPr>
          <a:xfrm>
            <a:off x="5006001" y="4398944"/>
            <a:ext cx="6192523" cy="13521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AE2AE9B-B869-7614-14FB-5DE3CCD46A9C}"/>
              </a:ext>
            </a:extLst>
          </p:cNvPr>
          <p:cNvSpPr txBox="1"/>
          <p:nvPr/>
        </p:nvSpPr>
        <p:spPr>
          <a:xfrm>
            <a:off x="5135603" y="1658959"/>
            <a:ext cx="760144" cy="307777"/>
          </a:xfrm>
          <a:prstGeom prst="rect">
            <a:avLst/>
          </a:prstGeom>
          <a:noFill/>
        </p:spPr>
        <p:txBody>
          <a:bodyPr wrap="none" rtlCol="0">
            <a:spAutoFit/>
          </a:bodyPr>
          <a:lstStyle/>
          <a:p>
            <a:r>
              <a:rPr kumimoji="1" lang="en-US" altLang="zh-CN" sz="1400" b="1" dirty="0"/>
              <a:t>gpt-4o</a:t>
            </a:r>
            <a:endParaRPr kumimoji="1" lang="zh-CN" altLang="en-US" sz="1400" b="1" dirty="0"/>
          </a:p>
        </p:txBody>
      </p:sp>
      <p:sp>
        <p:nvSpPr>
          <p:cNvPr id="27" name="文本框 26">
            <a:extLst>
              <a:ext uri="{FF2B5EF4-FFF2-40B4-BE49-F238E27FC236}">
                <a16:creationId xmlns:a16="http://schemas.microsoft.com/office/drawing/2014/main" id="{7E1E1CEC-FFA3-B1B6-BF7D-D3D5A3D8225D}"/>
              </a:ext>
            </a:extLst>
          </p:cNvPr>
          <p:cNvSpPr txBox="1"/>
          <p:nvPr/>
        </p:nvSpPr>
        <p:spPr>
          <a:xfrm>
            <a:off x="5053265" y="2947549"/>
            <a:ext cx="1075936" cy="307777"/>
          </a:xfrm>
          <a:prstGeom prst="rect">
            <a:avLst/>
          </a:prstGeom>
          <a:noFill/>
        </p:spPr>
        <p:txBody>
          <a:bodyPr wrap="none" rtlCol="0">
            <a:spAutoFit/>
          </a:bodyPr>
          <a:lstStyle/>
          <a:p>
            <a:r>
              <a:rPr kumimoji="1" lang="en-US" altLang="zh-CN" sz="1400" b="1" dirty="0"/>
              <a:t>Claude-3.5</a:t>
            </a:r>
            <a:endParaRPr kumimoji="1" lang="zh-CN" altLang="en-US" sz="1400" b="1" dirty="0"/>
          </a:p>
        </p:txBody>
      </p:sp>
      <p:sp>
        <p:nvSpPr>
          <p:cNvPr id="28" name="文本框 27">
            <a:extLst>
              <a:ext uri="{FF2B5EF4-FFF2-40B4-BE49-F238E27FC236}">
                <a16:creationId xmlns:a16="http://schemas.microsoft.com/office/drawing/2014/main" id="{7479DA4D-D0AE-2B31-AFDB-7B728B258A38}"/>
              </a:ext>
            </a:extLst>
          </p:cNvPr>
          <p:cNvSpPr txBox="1"/>
          <p:nvPr/>
        </p:nvSpPr>
        <p:spPr>
          <a:xfrm>
            <a:off x="4934731" y="4562999"/>
            <a:ext cx="1223412" cy="276999"/>
          </a:xfrm>
          <a:prstGeom prst="rect">
            <a:avLst/>
          </a:prstGeom>
          <a:noFill/>
        </p:spPr>
        <p:txBody>
          <a:bodyPr wrap="none" rtlCol="0">
            <a:spAutoFit/>
          </a:bodyPr>
          <a:lstStyle/>
          <a:p>
            <a:r>
              <a:rPr kumimoji="1" lang="en-US" altLang="zh-CN" sz="1200" b="1" dirty="0"/>
              <a:t>Deepseek-v2.5</a:t>
            </a:r>
            <a:endParaRPr kumimoji="1" lang="zh-CN" altLang="en-US" sz="1200" b="1" dirty="0"/>
          </a:p>
        </p:txBody>
      </p:sp>
      <p:pic>
        <p:nvPicPr>
          <p:cNvPr id="29" name="图片 28">
            <a:extLst>
              <a:ext uri="{FF2B5EF4-FFF2-40B4-BE49-F238E27FC236}">
                <a16:creationId xmlns:a16="http://schemas.microsoft.com/office/drawing/2014/main" id="{7E64009C-2CA7-1985-672F-F42C86FACBEF}"/>
              </a:ext>
            </a:extLst>
          </p:cNvPr>
          <p:cNvPicPr>
            <a:picLocks noChangeAspect="1"/>
          </p:cNvPicPr>
          <p:nvPr/>
        </p:nvPicPr>
        <p:blipFill>
          <a:blip r:embed="rId8"/>
          <a:stretch>
            <a:fillRect/>
          </a:stretch>
        </p:blipFill>
        <p:spPr>
          <a:xfrm>
            <a:off x="9025059" y="1896197"/>
            <a:ext cx="369332" cy="369332"/>
          </a:xfrm>
          <a:prstGeom prst="rect">
            <a:avLst/>
          </a:prstGeom>
        </p:spPr>
      </p:pic>
      <p:sp>
        <p:nvSpPr>
          <p:cNvPr id="30" name="文本框 29">
            <a:extLst>
              <a:ext uri="{FF2B5EF4-FFF2-40B4-BE49-F238E27FC236}">
                <a16:creationId xmlns:a16="http://schemas.microsoft.com/office/drawing/2014/main" id="{60A6DCD7-4008-8893-967F-88C43FC7ADEA}"/>
              </a:ext>
            </a:extLst>
          </p:cNvPr>
          <p:cNvSpPr txBox="1"/>
          <p:nvPr/>
        </p:nvSpPr>
        <p:spPr>
          <a:xfrm>
            <a:off x="9349909" y="1925862"/>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BD850A75-A9AC-0D19-DC54-B7E2BBABC80B}"/>
              </a:ext>
            </a:extLst>
          </p:cNvPr>
          <p:cNvSpPr txBox="1"/>
          <p:nvPr/>
        </p:nvSpPr>
        <p:spPr>
          <a:xfrm>
            <a:off x="9347659" y="3461355"/>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FB8600ED-DE3D-F331-0493-703780E4687D}"/>
              </a:ext>
            </a:extLst>
          </p:cNvPr>
          <p:cNvPicPr>
            <a:picLocks noChangeAspect="1"/>
          </p:cNvPicPr>
          <p:nvPr/>
        </p:nvPicPr>
        <p:blipFill>
          <a:blip r:embed="rId8"/>
          <a:stretch>
            <a:fillRect/>
          </a:stretch>
        </p:blipFill>
        <p:spPr>
          <a:xfrm>
            <a:off x="9025059" y="4848575"/>
            <a:ext cx="369332" cy="369332"/>
          </a:xfrm>
          <a:prstGeom prst="rect">
            <a:avLst/>
          </a:prstGeom>
        </p:spPr>
      </p:pic>
      <p:sp>
        <p:nvSpPr>
          <p:cNvPr id="34" name="文本框 33">
            <a:extLst>
              <a:ext uri="{FF2B5EF4-FFF2-40B4-BE49-F238E27FC236}">
                <a16:creationId xmlns:a16="http://schemas.microsoft.com/office/drawing/2014/main" id="{40D4E633-4590-8ABF-ED5A-AB10EF5B2590}"/>
              </a:ext>
            </a:extLst>
          </p:cNvPr>
          <p:cNvSpPr txBox="1"/>
          <p:nvPr/>
        </p:nvSpPr>
        <p:spPr>
          <a:xfrm>
            <a:off x="9349909" y="4878240"/>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D557812D-E4FC-BE50-EAC6-01812C79EBA9}"/>
              </a:ext>
            </a:extLst>
          </p:cNvPr>
          <p:cNvPicPr>
            <a:picLocks noChangeAspect="1"/>
          </p:cNvPicPr>
          <p:nvPr/>
        </p:nvPicPr>
        <p:blipFill>
          <a:blip r:embed="rId9"/>
          <a:stretch>
            <a:fillRect/>
          </a:stretch>
        </p:blipFill>
        <p:spPr>
          <a:xfrm>
            <a:off x="9025059" y="3450205"/>
            <a:ext cx="368355" cy="368355"/>
          </a:xfrm>
          <a:prstGeom prst="rect">
            <a:avLst/>
          </a:prstGeom>
        </p:spPr>
      </p:pic>
      <p:sp>
        <p:nvSpPr>
          <p:cNvPr id="37" name="矩形 36">
            <a:extLst>
              <a:ext uri="{FF2B5EF4-FFF2-40B4-BE49-F238E27FC236}">
                <a16:creationId xmlns:a16="http://schemas.microsoft.com/office/drawing/2014/main" id="{3967608B-53F3-9FEF-DF75-97791697A244}"/>
              </a:ext>
            </a:extLst>
          </p:cNvPr>
          <p:cNvSpPr/>
          <p:nvPr/>
        </p:nvSpPr>
        <p:spPr>
          <a:xfrm>
            <a:off x="6158143" y="1692714"/>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F8A479E9-B755-793A-08A7-DE2A831BFD69}"/>
              </a:ext>
            </a:extLst>
          </p:cNvPr>
          <p:cNvSpPr/>
          <p:nvPr/>
        </p:nvSpPr>
        <p:spPr>
          <a:xfrm>
            <a:off x="6158143" y="233170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B25CD67-159F-09CB-F002-5FE368C5ED70}"/>
              </a:ext>
            </a:extLst>
          </p:cNvPr>
          <p:cNvSpPr/>
          <p:nvPr/>
        </p:nvSpPr>
        <p:spPr>
          <a:xfrm>
            <a:off x="6158143" y="4445999"/>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783D819A-C575-8CF4-99A1-3F6E1256EB41}"/>
              </a:ext>
            </a:extLst>
          </p:cNvPr>
          <p:cNvSpPr/>
          <p:nvPr/>
        </p:nvSpPr>
        <p:spPr>
          <a:xfrm>
            <a:off x="6158143" y="55494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C5A1AF9E-A5A7-767E-02A6-F4355A36EEDF}"/>
              </a:ext>
            </a:extLst>
          </p:cNvPr>
          <p:cNvPicPr>
            <a:picLocks noChangeAspect="1"/>
          </p:cNvPicPr>
          <p:nvPr/>
        </p:nvPicPr>
        <p:blipFill>
          <a:blip r:embed="rId10"/>
          <a:stretch>
            <a:fillRect/>
          </a:stretch>
        </p:blipFill>
        <p:spPr>
          <a:xfrm>
            <a:off x="7424474" y="1669324"/>
            <a:ext cx="192558" cy="192558"/>
          </a:xfrm>
          <a:prstGeom prst="rect">
            <a:avLst/>
          </a:prstGeom>
        </p:spPr>
      </p:pic>
      <p:sp>
        <p:nvSpPr>
          <p:cNvPr id="45" name="文本框 44">
            <a:extLst>
              <a:ext uri="{FF2B5EF4-FFF2-40B4-BE49-F238E27FC236}">
                <a16:creationId xmlns:a16="http://schemas.microsoft.com/office/drawing/2014/main" id="{9FAB970B-6843-BB9C-B7F5-3658AB445D99}"/>
              </a:ext>
            </a:extLst>
          </p:cNvPr>
          <p:cNvSpPr txBox="1"/>
          <p:nvPr/>
        </p:nvSpPr>
        <p:spPr>
          <a:xfrm>
            <a:off x="7572390" y="1618085"/>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sp>
        <p:nvSpPr>
          <p:cNvPr id="46" name="文本框 45">
            <a:extLst>
              <a:ext uri="{FF2B5EF4-FFF2-40B4-BE49-F238E27FC236}">
                <a16:creationId xmlns:a16="http://schemas.microsoft.com/office/drawing/2014/main" id="{26E51D3B-9B84-D326-5C09-8CC034E805F7}"/>
              </a:ext>
            </a:extLst>
          </p:cNvPr>
          <p:cNvSpPr txBox="1"/>
          <p:nvPr/>
        </p:nvSpPr>
        <p:spPr>
          <a:xfrm>
            <a:off x="7579845" y="3242236"/>
            <a:ext cx="922047" cy="307777"/>
          </a:xfrm>
          <a:prstGeom prst="rect">
            <a:avLst/>
          </a:prstGeom>
          <a:noFill/>
        </p:spPr>
        <p:txBody>
          <a:bodyPr wrap="none" rtlCol="0">
            <a:spAutoFit/>
          </a:bodyPr>
          <a:lstStyle/>
          <a:p>
            <a:r>
              <a:rPr kumimoji="1" lang="en-US" altLang="zh-CN" sz="1400" b="1" dirty="0"/>
              <a:t>No Block</a:t>
            </a:r>
            <a:endParaRPr kumimoji="1" lang="zh-CN" altLang="en-US" sz="1400" b="1" dirty="0"/>
          </a:p>
        </p:txBody>
      </p:sp>
      <p:pic>
        <p:nvPicPr>
          <p:cNvPr id="47" name="图片 46">
            <a:extLst>
              <a:ext uri="{FF2B5EF4-FFF2-40B4-BE49-F238E27FC236}">
                <a16:creationId xmlns:a16="http://schemas.microsoft.com/office/drawing/2014/main" id="{D128DD49-2123-6E23-CFA3-5E4A5C02346D}"/>
              </a:ext>
            </a:extLst>
          </p:cNvPr>
          <p:cNvPicPr>
            <a:picLocks noChangeAspect="1"/>
          </p:cNvPicPr>
          <p:nvPr/>
        </p:nvPicPr>
        <p:blipFill>
          <a:blip r:embed="rId10"/>
          <a:stretch>
            <a:fillRect/>
          </a:stretch>
        </p:blipFill>
        <p:spPr>
          <a:xfrm>
            <a:off x="7420901" y="4476339"/>
            <a:ext cx="192558" cy="192558"/>
          </a:xfrm>
          <a:prstGeom prst="rect">
            <a:avLst/>
          </a:prstGeom>
        </p:spPr>
      </p:pic>
      <p:sp>
        <p:nvSpPr>
          <p:cNvPr id="48" name="文本框 47">
            <a:extLst>
              <a:ext uri="{FF2B5EF4-FFF2-40B4-BE49-F238E27FC236}">
                <a16:creationId xmlns:a16="http://schemas.microsoft.com/office/drawing/2014/main" id="{DA1B6E4C-2448-711A-FBD2-A4CE08E3457E}"/>
              </a:ext>
            </a:extLst>
          </p:cNvPr>
          <p:cNvSpPr txBox="1"/>
          <p:nvPr/>
        </p:nvSpPr>
        <p:spPr>
          <a:xfrm>
            <a:off x="7572390" y="4414257"/>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pic>
        <p:nvPicPr>
          <p:cNvPr id="50" name="图片 49">
            <a:extLst>
              <a:ext uri="{FF2B5EF4-FFF2-40B4-BE49-F238E27FC236}">
                <a16:creationId xmlns:a16="http://schemas.microsoft.com/office/drawing/2014/main" id="{E0729125-1662-B217-1899-E579BBB09AF2}"/>
              </a:ext>
            </a:extLst>
          </p:cNvPr>
          <p:cNvPicPr>
            <a:picLocks noChangeAspect="1"/>
          </p:cNvPicPr>
          <p:nvPr/>
        </p:nvPicPr>
        <p:blipFill>
          <a:blip r:embed="rId11"/>
          <a:stretch>
            <a:fillRect/>
          </a:stretch>
        </p:blipFill>
        <p:spPr>
          <a:xfrm>
            <a:off x="7402419" y="3270478"/>
            <a:ext cx="211039" cy="211039"/>
          </a:xfrm>
          <a:prstGeom prst="rect">
            <a:avLst/>
          </a:prstGeom>
        </p:spPr>
      </p:pic>
    </p:spTree>
    <p:extLst>
      <p:ext uri="{BB962C8B-B14F-4D97-AF65-F5344CB8AC3E}">
        <p14:creationId xmlns:p14="http://schemas.microsoft.com/office/powerpoint/2010/main" val="67024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圆角 129">
            <a:extLst>
              <a:ext uri="{FF2B5EF4-FFF2-40B4-BE49-F238E27FC236}">
                <a16:creationId xmlns:a16="http://schemas.microsoft.com/office/drawing/2014/main" id="{E8F122A0-62BB-970A-DD03-1A8B2A250931}"/>
              </a:ext>
            </a:extLst>
          </p:cNvPr>
          <p:cNvSpPr/>
          <p:nvPr/>
        </p:nvSpPr>
        <p:spPr>
          <a:xfrm>
            <a:off x="829503" y="1274563"/>
            <a:ext cx="10532993"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5C6CC14-FAC5-0079-D445-8BB7C584D86B}"/>
              </a:ext>
            </a:extLst>
          </p:cNvPr>
          <p:cNvSpPr txBox="1"/>
          <p:nvPr/>
        </p:nvSpPr>
        <p:spPr>
          <a:xfrm>
            <a:off x="999782" y="1613119"/>
            <a:ext cx="3668353" cy="4154984"/>
          </a:xfrm>
          <a:prstGeom prst="rect">
            <a:avLst/>
          </a:prstGeom>
          <a:noFill/>
          <a:ln>
            <a:solidFill>
              <a:schemeClr val="tx1"/>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endParaRPr lang="en" altLang="zh-CN" sz="1200" b="1" dirty="0">
              <a:effectLst/>
              <a:latin typeface="Menlo" panose="020B0609030804020204" pitchFamily="49" charset="0"/>
            </a:endParaRPr>
          </a:p>
        </p:txBody>
      </p:sp>
      <p:sp>
        <p:nvSpPr>
          <p:cNvPr id="6" name="文本框 5">
            <a:extLst>
              <a:ext uri="{FF2B5EF4-FFF2-40B4-BE49-F238E27FC236}">
                <a16:creationId xmlns:a16="http://schemas.microsoft.com/office/drawing/2014/main" id="{056A92F6-42F8-5836-EB23-981643A4EF9F}"/>
              </a:ext>
            </a:extLst>
          </p:cNvPr>
          <p:cNvSpPr txBox="1"/>
          <p:nvPr/>
        </p:nvSpPr>
        <p:spPr>
          <a:xfrm>
            <a:off x="2324262" y="1274565"/>
            <a:ext cx="964303"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8CE0339D-8019-ED5A-0ECB-400DD2018C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0286" y="1895830"/>
            <a:ext cx="455541" cy="455541"/>
          </a:xfrm>
          <a:prstGeom prst="rect">
            <a:avLst/>
          </a:prstGeom>
        </p:spPr>
      </p:pic>
      <p:pic>
        <p:nvPicPr>
          <p:cNvPr id="8" name="图形 7">
            <a:extLst>
              <a:ext uri="{FF2B5EF4-FFF2-40B4-BE49-F238E27FC236}">
                <a16:creationId xmlns:a16="http://schemas.microsoft.com/office/drawing/2014/main" id="{61B30AE9-F2C4-2D4A-6CB8-F483C6909E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39104" y="3339592"/>
            <a:ext cx="414666" cy="414666"/>
          </a:xfrm>
          <a:prstGeom prst="rect">
            <a:avLst/>
          </a:prstGeom>
        </p:spPr>
      </p:pic>
      <p:pic>
        <p:nvPicPr>
          <p:cNvPr id="9" name="图形 8">
            <a:extLst>
              <a:ext uri="{FF2B5EF4-FFF2-40B4-BE49-F238E27FC236}">
                <a16:creationId xmlns:a16="http://schemas.microsoft.com/office/drawing/2014/main" id="{89046E84-540C-D694-1426-80FFC23913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22721" y="4801631"/>
            <a:ext cx="585909" cy="585909"/>
          </a:xfrm>
          <a:prstGeom prst="rect">
            <a:avLst/>
          </a:prstGeom>
        </p:spPr>
      </p:pic>
      <p:sp>
        <p:nvSpPr>
          <p:cNvPr id="17" name="文本框 16">
            <a:extLst>
              <a:ext uri="{FF2B5EF4-FFF2-40B4-BE49-F238E27FC236}">
                <a16:creationId xmlns:a16="http://schemas.microsoft.com/office/drawing/2014/main" id="{4BBED58F-68C5-1CDA-1388-86D2460A4CCE}"/>
              </a:ext>
            </a:extLst>
          </p:cNvPr>
          <p:cNvSpPr txBox="1"/>
          <p:nvPr/>
        </p:nvSpPr>
        <p:spPr>
          <a:xfrm>
            <a:off x="6113349" y="2663263"/>
            <a:ext cx="5006287" cy="1631216"/>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0C3E0715-7D56-81BB-E0A8-8DF132A8AC33}"/>
              </a:ext>
            </a:extLst>
          </p:cNvPr>
          <p:cNvSpPr txBox="1"/>
          <p:nvPr/>
        </p:nvSpPr>
        <p:spPr>
          <a:xfrm>
            <a:off x="6142847" y="1692714"/>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5E786679-331E-FCE3-75B4-2AA329002DCD}"/>
              </a:ext>
            </a:extLst>
          </p:cNvPr>
          <p:cNvSpPr txBox="1"/>
          <p:nvPr/>
        </p:nvSpPr>
        <p:spPr>
          <a:xfrm>
            <a:off x="6098601" y="4434786"/>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45475792-5F1A-60B8-49A4-A039BF4CDFE0}"/>
              </a:ext>
            </a:extLst>
          </p:cNvPr>
          <p:cNvSpPr/>
          <p:nvPr/>
        </p:nvSpPr>
        <p:spPr>
          <a:xfrm>
            <a:off x="5001501" y="1589478"/>
            <a:ext cx="6192523" cy="928571"/>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62C4632A-6D00-F387-451F-34022EE60FDD}"/>
              </a:ext>
            </a:extLst>
          </p:cNvPr>
          <p:cNvSpPr txBox="1"/>
          <p:nvPr/>
        </p:nvSpPr>
        <p:spPr>
          <a:xfrm>
            <a:off x="7517180" y="1235459"/>
            <a:ext cx="1168077" cy="338554"/>
          </a:xfrm>
          <a:prstGeom prst="rect">
            <a:avLst/>
          </a:prstGeom>
          <a:noFill/>
        </p:spPr>
        <p:txBody>
          <a:bodyPr wrap="none" rtlCol="0">
            <a:spAutoFit/>
          </a:bodyPr>
          <a:lstStyle/>
          <a:p>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4926FCF9-DC44-9D62-85E0-9C8D101D23FE}"/>
              </a:ext>
            </a:extLst>
          </p:cNvPr>
          <p:cNvSpPr/>
          <p:nvPr/>
        </p:nvSpPr>
        <p:spPr>
          <a:xfrm>
            <a:off x="5001501" y="2655950"/>
            <a:ext cx="6192523" cy="163121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38CC9EC3-436B-B165-7744-C8BDE6282B49}"/>
              </a:ext>
            </a:extLst>
          </p:cNvPr>
          <p:cNvSpPr/>
          <p:nvPr/>
        </p:nvSpPr>
        <p:spPr>
          <a:xfrm>
            <a:off x="5006001" y="4398944"/>
            <a:ext cx="6192523" cy="1352108"/>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6AE2AE9B-B869-7614-14FB-5DE3CCD46A9C}"/>
              </a:ext>
            </a:extLst>
          </p:cNvPr>
          <p:cNvSpPr txBox="1"/>
          <p:nvPr/>
        </p:nvSpPr>
        <p:spPr>
          <a:xfrm>
            <a:off x="5135603" y="1658959"/>
            <a:ext cx="760144" cy="307777"/>
          </a:xfrm>
          <a:prstGeom prst="rect">
            <a:avLst/>
          </a:prstGeom>
          <a:noFill/>
        </p:spPr>
        <p:txBody>
          <a:bodyPr wrap="none" rtlCol="0">
            <a:spAutoFit/>
          </a:bodyPr>
          <a:lstStyle/>
          <a:p>
            <a:r>
              <a:rPr kumimoji="1" lang="en-US" altLang="zh-CN" sz="1400" b="1" dirty="0"/>
              <a:t>gpt-4o</a:t>
            </a:r>
            <a:endParaRPr kumimoji="1" lang="zh-CN" altLang="en-US" sz="1400" b="1" dirty="0"/>
          </a:p>
        </p:txBody>
      </p:sp>
      <p:sp>
        <p:nvSpPr>
          <p:cNvPr id="27" name="文本框 26">
            <a:extLst>
              <a:ext uri="{FF2B5EF4-FFF2-40B4-BE49-F238E27FC236}">
                <a16:creationId xmlns:a16="http://schemas.microsoft.com/office/drawing/2014/main" id="{7E1E1CEC-FFA3-B1B6-BF7D-D3D5A3D8225D}"/>
              </a:ext>
            </a:extLst>
          </p:cNvPr>
          <p:cNvSpPr txBox="1"/>
          <p:nvPr/>
        </p:nvSpPr>
        <p:spPr>
          <a:xfrm>
            <a:off x="5053265" y="2947549"/>
            <a:ext cx="1075936" cy="307777"/>
          </a:xfrm>
          <a:prstGeom prst="rect">
            <a:avLst/>
          </a:prstGeom>
          <a:noFill/>
        </p:spPr>
        <p:txBody>
          <a:bodyPr wrap="none" rtlCol="0">
            <a:spAutoFit/>
          </a:bodyPr>
          <a:lstStyle/>
          <a:p>
            <a:r>
              <a:rPr kumimoji="1" lang="en-US" altLang="zh-CN" sz="1400" b="1" dirty="0"/>
              <a:t>Claude-3.5</a:t>
            </a:r>
            <a:endParaRPr kumimoji="1" lang="zh-CN" altLang="en-US" sz="1400" b="1" dirty="0"/>
          </a:p>
        </p:txBody>
      </p:sp>
      <p:sp>
        <p:nvSpPr>
          <p:cNvPr id="28" name="文本框 27">
            <a:extLst>
              <a:ext uri="{FF2B5EF4-FFF2-40B4-BE49-F238E27FC236}">
                <a16:creationId xmlns:a16="http://schemas.microsoft.com/office/drawing/2014/main" id="{7479DA4D-D0AE-2B31-AFDB-7B728B258A38}"/>
              </a:ext>
            </a:extLst>
          </p:cNvPr>
          <p:cNvSpPr txBox="1"/>
          <p:nvPr/>
        </p:nvSpPr>
        <p:spPr>
          <a:xfrm>
            <a:off x="4934731" y="4562999"/>
            <a:ext cx="1223412" cy="276999"/>
          </a:xfrm>
          <a:prstGeom prst="rect">
            <a:avLst/>
          </a:prstGeom>
          <a:noFill/>
        </p:spPr>
        <p:txBody>
          <a:bodyPr wrap="none" rtlCol="0">
            <a:spAutoFit/>
          </a:bodyPr>
          <a:lstStyle/>
          <a:p>
            <a:r>
              <a:rPr kumimoji="1" lang="en-US" altLang="zh-CN" sz="1200" b="1" dirty="0"/>
              <a:t>Deepseek-v2.5</a:t>
            </a:r>
            <a:endParaRPr kumimoji="1" lang="zh-CN" altLang="en-US" sz="1200" b="1" dirty="0"/>
          </a:p>
        </p:txBody>
      </p:sp>
      <p:pic>
        <p:nvPicPr>
          <p:cNvPr id="29" name="图片 28">
            <a:extLst>
              <a:ext uri="{FF2B5EF4-FFF2-40B4-BE49-F238E27FC236}">
                <a16:creationId xmlns:a16="http://schemas.microsoft.com/office/drawing/2014/main" id="{7E64009C-2CA7-1985-672F-F42C86FACBEF}"/>
              </a:ext>
            </a:extLst>
          </p:cNvPr>
          <p:cNvPicPr>
            <a:picLocks noChangeAspect="1"/>
          </p:cNvPicPr>
          <p:nvPr/>
        </p:nvPicPr>
        <p:blipFill>
          <a:blip r:embed="rId8"/>
          <a:stretch>
            <a:fillRect/>
          </a:stretch>
        </p:blipFill>
        <p:spPr>
          <a:xfrm>
            <a:off x="9025059" y="1896197"/>
            <a:ext cx="369332" cy="369332"/>
          </a:xfrm>
          <a:prstGeom prst="rect">
            <a:avLst/>
          </a:prstGeom>
        </p:spPr>
      </p:pic>
      <p:sp>
        <p:nvSpPr>
          <p:cNvPr id="30" name="文本框 29">
            <a:extLst>
              <a:ext uri="{FF2B5EF4-FFF2-40B4-BE49-F238E27FC236}">
                <a16:creationId xmlns:a16="http://schemas.microsoft.com/office/drawing/2014/main" id="{60A6DCD7-4008-8893-967F-88C43FC7ADEA}"/>
              </a:ext>
            </a:extLst>
          </p:cNvPr>
          <p:cNvSpPr txBox="1"/>
          <p:nvPr/>
        </p:nvSpPr>
        <p:spPr>
          <a:xfrm>
            <a:off x="9349909" y="1925862"/>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BD850A75-A9AC-0D19-DC54-B7E2BBABC80B}"/>
              </a:ext>
            </a:extLst>
          </p:cNvPr>
          <p:cNvSpPr txBox="1"/>
          <p:nvPr/>
        </p:nvSpPr>
        <p:spPr>
          <a:xfrm>
            <a:off x="9347659" y="3461355"/>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FB8600ED-DE3D-F331-0493-703780E4687D}"/>
              </a:ext>
            </a:extLst>
          </p:cNvPr>
          <p:cNvPicPr>
            <a:picLocks noChangeAspect="1"/>
          </p:cNvPicPr>
          <p:nvPr/>
        </p:nvPicPr>
        <p:blipFill>
          <a:blip r:embed="rId8"/>
          <a:stretch>
            <a:fillRect/>
          </a:stretch>
        </p:blipFill>
        <p:spPr>
          <a:xfrm>
            <a:off x="9025059" y="4848575"/>
            <a:ext cx="369332" cy="369332"/>
          </a:xfrm>
          <a:prstGeom prst="rect">
            <a:avLst/>
          </a:prstGeom>
        </p:spPr>
      </p:pic>
      <p:sp>
        <p:nvSpPr>
          <p:cNvPr id="34" name="文本框 33">
            <a:extLst>
              <a:ext uri="{FF2B5EF4-FFF2-40B4-BE49-F238E27FC236}">
                <a16:creationId xmlns:a16="http://schemas.microsoft.com/office/drawing/2014/main" id="{40D4E633-4590-8ABF-ED5A-AB10EF5B2590}"/>
              </a:ext>
            </a:extLst>
          </p:cNvPr>
          <p:cNvSpPr txBox="1"/>
          <p:nvPr/>
        </p:nvSpPr>
        <p:spPr>
          <a:xfrm>
            <a:off x="9349909" y="4878240"/>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D557812D-E4FC-BE50-EAC6-01812C79EBA9}"/>
              </a:ext>
            </a:extLst>
          </p:cNvPr>
          <p:cNvPicPr>
            <a:picLocks noChangeAspect="1"/>
          </p:cNvPicPr>
          <p:nvPr/>
        </p:nvPicPr>
        <p:blipFill>
          <a:blip r:embed="rId9"/>
          <a:stretch>
            <a:fillRect/>
          </a:stretch>
        </p:blipFill>
        <p:spPr>
          <a:xfrm>
            <a:off x="9025059" y="3450205"/>
            <a:ext cx="368355" cy="368355"/>
          </a:xfrm>
          <a:prstGeom prst="rect">
            <a:avLst/>
          </a:prstGeom>
        </p:spPr>
      </p:pic>
      <p:sp>
        <p:nvSpPr>
          <p:cNvPr id="37" name="矩形 36">
            <a:extLst>
              <a:ext uri="{FF2B5EF4-FFF2-40B4-BE49-F238E27FC236}">
                <a16:creationId xmlns:a16="http://schemas.microsoft.com/office/drawing/2014/main" id="{3967608B-53F3-9FEF-DF75-97791697A244}"/>
              </a:ext>
            </a:extLst>
          </p:cNvPr>
          <p:cNvSpPr/>
          <p:nvPr/>
        </p:nvSpPr>
        <p:spPr>
          <a:xfrm>
            <a:off x="6158143" y="1692714"/>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F8A479E9-B755-793A-08A7-DE2A831BFD69}"/>
              </a:ext>
            </a:extLst>
          </p:cNvPr>
          <p:cNvSpPr/>
          <p:nvPr/>
        </p:nvSpPr>
        <p:spPr>
          <a:xfrm>
            <a:off x="6158143" y="233170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7B25CD67-159F-09CB-F002-5FE368C5ED70}"/>
              </a:ext>
            </a:extLst>
          </p:cNvPr>
          <p:cNvSpPr/>
          <p:nvPr/>
        </p:nvSpPr>
        <p:spPr>
          <a:xfrm>
            <a:off x="6158143" y="4445999"/>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783D819A-C575-8CF4-99A1-3F6E1256EB41}"/>
              </a:ext>
            </a:extLst>
          </p:cNvPr>
          <p:cNvSpPr/>
          <p:nvPr/>
        </p:nvSpPr>
        <p:spPr>
          <a:xfrm>
            <a:off x="6158143" y="55494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C5A1AF9E-A5A7-767E-02A6-F4355A36EEDF}"/>
              </a:ext>
            </a:extLst>
          </p:cNvPr>
          <p:cNvPicPr>
            <a:picLocks noChangeAspect="1"/>
          </p:cNvPicPr>
          <p:nvPr/>
        </p:nvPicPr>
        <p:blipFill>
          <a:blip r:embed="rId10"/>
          <a:stretch>
            <a:fillRect/>
          </a:stretch>
        </p:blipFill>
        <p:spPr>
          <a:xfrm>
            <a:off x="7424474" y="1669324"/>
            <a:ext cx="192558" cy="192558"/>
          </a:xfrm>
          <a:prstGeom prst="rect">
            <a:avLst/>
          </a:prstGeom>
        </p:spPr>
      </p:pic>
      <p:sp>
        <p:nvSpPr>
          <p:cNvPr id="45" name="文本框 44">
            <a:extLst>
              <a:ext uri="{FF2B5EF4-FFF2-40B4-BE49-F238E27FC236}">
                <a16:creationId xmlns:a16="http://schemas.microsoft.com/office/drawing/2014/main" id="{9FAB970B-6843-BB9C-B7F5-3658AB445D99}"/>
              </a:ext>
            </a:extLst>
          </p:cNvPr>
          <p:cNvSpPr txBox="1"/>
          <p:nvPr/>
        </p:nvSpPr>
        <p:spPr>
          <a:xfrm>
            <a:off x="7572390" y="1618085"/>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sp>
        <p:nvSpPr>
          <p:cNvPr id="46" name="文本框 45">
            <a:extLst>
              <a:ext uri="{FF2B5EF4-FFF2-40B4-BE49-F238E27FC236}">
                <a16:creationId xmlns:a16="http://schemas.microsoft.com/office/drawing/2014/main" id="{26E51D3B-9B84-D326-5C09-8CC034E805F7}"/>
              </a:ext>
            </a:extLst>
          </p:cNvPr>
          <p:cNvSpPr txBox="1"/>
          <p:nvPr/>
        </p:nvSpPr>
        <p:spPr>
          <a:xfrm>
            <a:off x="7579845" y="3242236"/>
            <a:ext cx="922047" cy="307777"/>
          </a:xfrm>
          <a:prstGeom prst="rect">
            <a:avLst/>
          </a:prstGeom>
          <a:noFill/>
        </p:spPr>
        <p:txBody>
          <a:bodyPr wrap="none" rtlCol="0">
            <a:spAutoFit/>
          </a:bodyPr>
          <a:lstStyle/>
          <a:p>
            <a:r>
              <a:rPr kumimoji="1" lang="en-US" altLang="zh-CN" sz="1400" b="1" dirty="0"/>
              <a:t>No Block</a:t>
            </a:r>
            <a:endParaRPr kumimoji="1" lang="zh-CN" altLang="en-US" sz="1400" b="1" dirty="0"/>
          </a:p>
        </p:txBody>
      </p:sp>
      <p:pic>
        <p:nvPicPr>
          <p:cNvPr id="47" name="图片 46">
            <a:extLst>
              <a:ext uri="{FF2B5EF4-FFF2-40B4-BE49-F238E27FC236}">
                <a16:creationId xmlns:a16="http://schemas.microsoft.com/office/drawing/2014/main" id="{D128DD49-2123-6E23-CFA3-5E4A5C02346D}"/>
              </a:ext>
            </a:extLst>
          </p:cNvPr>
          <p:cNvPicPr>
            <a:picLocks noChangeAspect="1"/>
          </p:cNvPicPr>
          <p:nvPr/>
        </p:nvPicPr>
        <p:blipFill>
          <a:blip r:embed="rId10"/>
          <a:stretch>
            <a:fillRect/>
          </a:stretch>
        </p:blipFill>
        <p:spPr>
          <a:xfrm>
            <a:off x="7420901" y="4476339"/>
            <a:ext cx="192558" cy="192558"/>
          </a:xfrm>
          <a:prstGeom prst="rect">
            <a:avLst/>
          </a:prstGeom>
        </p:spPr>
      </p:pic>
      <p:sp>
        <p:nvSpPr>
          <p:cNvPr id="48" name="文本框 47">
            <a:extLst>
              <a:ext uri="{FF2B5EF4-FFF2-40B4-BE49-F238E27FC236}">
                <a16:creationId xmlns:a16="http://schemas.microsoft.com/office/drawing/2014/main" id="{DA1B6E4C-2448-711A-FBD2-A4CE08E3457E}"/>
              </a:ext>
            </a:extLst>
          </p:cNvPr>
          <p:cNvSpPr txBox="1"/>
          <p:nvPr/>
        </p:nvSpPr>
        <p:spPr>
          <a:xfrm>
            <a:off x="7572390" y="4414257"/>
            <a:ext cx="1217000" cy="307777"/>
          </a:xfrm>
          <a:prstGeom prst="rect">
            <a:avLst/>
          </a:prstGeom>
          <a:noFill/>
        </p:spPr>
        <p:txBody>
          <a:bodyPr wrap="none" rtlCol="0">
            <a:spAutoFit/>
          </a:bodyPr>
          <a:lstStyle/>
          <a:p>
            <a:r>
              <a:rPr kumimoji="1" lang="en-US" altLang="zh-CN" sz="1400" b="1" dirty="0"/>
              <a:t>Block found!</a:t>
            </a:r>
            <a:endParaRPr kumimoji="1" lang="zh-CN" altLang="en-US" sz="1400" b="1" dirty="0"/>
          </a:p>
        </p:txBody>
      </p:sp>
      <p:pic>
        <p:nvPicPr>
          <p:cNvPr id="50" name="图片 49">
            <a:extLst>
              <a:ext uri="{FF2B5EF4-FFF2-40B4-BE49-F238E27FC236}">
                <a16:creationId xmlns:a16="http://schemas.microsoft.com/office/drawing/2014/main" id="{E0729125-1662-B217-1899-E579BBB09AF2}"/>
              </a:ext>
            </a:extLst>
          </p:cNvPr>
          <p:cNvPicPr>
            <a:picLocks noChangeAspect="1"/>
          </p:cNvPicPr>
          <p:nvPr/>
        </p:nvPicPr>
        <p:blipFill>
          <a:blip r:embed="rId11"/>
          <a:stretch>
            <a:fillRect/>
          </a:stretch>
        </p:blipFill>
        <p:spPr>
          <a:xfrm>
            <a:off x="7402419" y="3270478"/>
            <a:ext cx="211039" cy="211039"/>
          </a:xfrm>
          <a:prstGeom prst="rect">
            <a:avLst/>
          </a:prstGeom>
        </p:spPr>
      </p:pic>
    </p:spTree>
    <p:extLst>
      <p:ext uri="{BB962C8B-B14F-4D97-AF65-F5344CB8AC3E}">
        <p14:creationId xmlns:p14="http://schemas.microsoft.com/office/powerpoint/2010/main" val="1488540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37CAE-49BB-4E4A-E3C0-C4A752FB5999}"/>
            </a:ext>
          </a:extLst>
        </p:cNvPr>
        <p:cNvGrpSpPr/>
        <p:nvPr/>
      </p:nvGrpSpPr>
      <p:grpSpPr>
        <a:xfrm>
          <a:off x="0" y="0"/>
          <a:ext cx="0" cy="0"/>
          <a:chOff x="0" y="0"/>
          <a:chExt cx="0" cy="0"/>
        </a:xfrm>
      </p:grpSpPr>
      <p:sp>
        <p:nvSpPr>
          <p:cNvPr id="4" name="矩形: 圆角 129">
            <a:extLst>
              <a:ext uri="{FF2B5EF4-FFF2-40B4-BE49-F238E27FC236}">
                <a16:creationId xmlns:a16="http://schemas.microsoft.com/office/drawing/2014/main" id="{55E38AD3-C559-E1A4-4612-4C37272471BA}"/>
              </a:ext>
            </a:extLst>
          </p:cNvPr>
          <p:cNvSpPr/>
          <p:nvPr/>
        </p:nvSpPr>
        <p:spPr>
          <a:xfrm>
            <a:off x="792928" y="1274563"/>
            <a:ext cx="10544144" cy="4669037"/>
          </a:xfrm>
          <a:prstGeom prst="roundRect">
            <a:avLst>
              <a:gd name="adj" fmla="val 5285"/>
            </a:avLst>
          </a:prstGeom>
          <a:solidFill>
            <a:schemeClr val="bg1">
              <a:lumMod val="95000"/>
            </a:schemeClr>
          </a:solidFill>
          <a:ln w="28575">
            <a:solidFill>
              <a:schemeClr val="bg1">
                <a:lumMod val="8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A62F7A33-430A-7F6E-3032-2CB64A2CF98D}"/>
              </a:ext>
            </a:extLst>
          </p:cNvPr>
          <p:cNvSpPr txBox="1"/>
          <p:nvPr/>
        </p:nvSpPr>
        <p:spPr>
          <a:xfrm>
            <a:off x="976407" y="1692714"/>
            <a:ext cx="3668353" cy="4154984"/>
          </a:xfrm>
          <a:prstGeom prst="rect">
            <a:avLst/>
          </a:prstGeom>
          <a:noFill/>
          <a:ln w="6350">
            <a:solidFill>
              <a:schemeClr val="tx1">
                <a:lumMod val="50000"/>
                <a:lumOff val="50000"/>
              </a:schemeClr>
            </a:solidFill>
          </a:ln>
        </p:spPr>
        <p:txBody>
          <a:bodyPr wrap="square" rtlCol="0">
            <a:spAutoFit/>
          </a:bodyPr>
          <a:lstStyle/>
          <a:p>
            <a:r>
              <a:rPr lang="en" altLang="zh-CN" sz="1200" b="0" dirty="0">
                <a:effectLst/>
                <a:latin typeface="Menlo" panose="020B0609030804020204" pitchFamily="49" charset="0"/>
              </a:rPr>
              <a:t>Please provide the class name, function or method name, or the exact line numbers that need to be edited.</a:t>
            </a:r>
          </a:p>
          <a:p>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 Examples:</a:t>
            </a:r>
          </a:p>
          <a:p>
            <a:endParaRPr lang="en" altLang="zh-CN" sz="1200" b="0" dirty="0">
              <a:effectLst/>
              <a:latin typeface="Menlo" panose="020B0609030804020204" pitchFamily="49" charset="0"/>
            </a:endParaRPr>
          </a:p>
          <a:p>
            <a:r>
              <a:rPr lang="en" altLang="zh-CN" sz="1200" b="1" dirty="0">
                <a:effectLst/>
                <a:latin typeface="Menlo" panose="020B0609030804020204" pitchFamily="49" charset="0"/>
              </a:rPr>
              <a:t>```</a:t>
            </a:r>
          </a:p>
          <a:p>
            <a:r>
              <a:rPr lang="en" altLang="zh-CN" sz="1200" b="0" dirty="0">
                <a:effectLst/>
                <a:latin typeface="Menlo" panose="020B0609030804020204" pitchFamily="49" charset="0"/>
              </a:rPr>
              <a:t>full_path1/file1.py</a:t>
            </a:r>
          </a:p>
          <a:p>
            <a:r>
              <a:rPr lang="en" altLang="zh-CN" sz="1200" b="0" dirty="0">
                <a:effectLst/>
                <a:latin typeface="Menlo" panose="020B0609030804020204" pitchFamily="49" charset="0"/>
              </a:rPr>
              <a:t>line: 10</a:t>
            </a:r>
          </a:p>
          <a:p>
            <a:r>
              <a:rPr lang="en" altLang="zh-CN" sz="1200" b="0" dirty="0">
                <a:effectLst/>
                <a:latin typeface="Menlo" panose="020B0609030804020204" pitchFamily="49" charset="0"/>
              </a:rPr>
              <a:t>class: MyClass1</a:t>
            </a:r>
          </a:p>
          <a:p>
            <a:r>
              <a:rPr lang="en" altLang="zh-CN" sz="1200" b="0" dirty="0">
                <a:effectLst/>
                <a:latin typeface="Menlo" panose="020B0609030804020204" pitchFamily="49" charset="0"/>
              </a:rPr>
              <a:t>line: 51</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full_path2/file2.py</a:t>
            </a:r>
          </a:p>
          <a:p>
            <a:r>
              <a:rPr lang="en" altLang="zh-CN" sz="1200" b="0" dirty="0">
                <a:effectLst/>
                <a:latin typeface="Menlo" panose="020B0609030804020204" pitchFamily="49" charset="0"/>
              </a:rPr>
              <a:t>function: MyClass2.my_method</a:t>
            </a:r>
          </a:p>
          <a:p>
            <a:r>
              <a:rPr lang="en" altLang="zh-CN" sz="1200" b="0" dirty="0">
                <a:effectLst/>
                <a:latin typeface="Menlo" panose="020B0609030804020204" pitchFamily="49" charset="0"/>
              </a:rPr>
              <a:t>line: 12</a:t>
            </a:r>
          </a:p>
          <a:p>
            <a:br>
              <a:rPr lang="en" altLang="zh-CN" sz="1200" b="0" dirty="0">
                <a:effectLst/>
                <a:latin typeface="Menlo" panose="020B0609030804020204" pitchFamily="49" charset="0"/>
              </a:rPr>
            </a:br>
            <a:r>
              <a:rPr lang="en" altLang="zh-CN" sz="1200" b="0" dirty="0">
                <a:effectLst/>
                <a:latin typeface="Menlo" panose="020B0609030804020204" pitchFamily="49" charset="0"/>
              </a:rPr>
              <a:t>full_path3/file3.py</a:t>
            </a:r>
          </a:p>
          <a:p>
            <a:r>
              <a:rPr lang="en" altLang="zh-CN" sz="1200" b="0" dirty="0">
                <a:effectLst/>
                <a:latin typeface="Menlo" panose="020B0609030804020204" pitchFamily="49" charset="0"/>
              </a:rPr>
              <a:t>function: </a:t>
            </a:r>
            <a:r>
              <a:rPr lang="en" altLang="zh-CN" sz="1200" b="0" dirty="0" err="1">
                <a:effectLst/>
                <a:latin typeface="Menlo" panose="020B0609030804020204" pitchFamily="49" charset="0"/>
              </a:rPr>
              <a:t>my_function</a:t>
            </a:r>
            <a:endParaRPr lang="en" altLang="zh-CN" sz="1200" b="0" dirty="0">
              <a:effectLst/>
              <a:latin typeface="Menlo" panose="020B0609030804020204" pitchFamily="49" charset="0"/>
            </a:endParaRPr>
          </a:p>
          <a:p>
            <a:r>
              <a:rPr lang="en" altLang="zh-CN" sz="1200" b="0" dirty="0">
                <a:effectLst/>
                <a:latin typeface="Menlo" panose="020B0609030804020204" pitchFamily="49" charset="0"/>
              </a:rPr>
              <a:t>line: 24</a:t>
            </a:r>
          </a:p>
          <a:p>
            <a:r>
              <a:rPr lang="en" altLang="zh-CN" sz="1200" dirty="0">
                <a:effectLst/>
                <a:latin typeface="Menlo" panose="020B0609030804020204" pitchFamily="49" charset="0"/>
              </a:rPr>
              <a:t>line: 156</a:t>
            </a:r>
          </a:p>
          <a:p>
            <a:r>
              <a:rPr lang="en" altLang="zh-CN" sz="1200" b="1" dirty="0">
                <a:effectLst/>
                <a:latin typeface="Menlo" panose="020B0609030804020204" pitchFamily="49" charset="0"/>
              </a:rPr>
              <a:t>```</a:t>
            </a:r>
          </a:p>
          <a:p>
            <a:r>
              <a:rPr lang="en" altLang="zh-CN" sz="1200" dirty="0">
                <a:latin typeface="Menlo" panose="020B0609030804020204" pitchFamily="49" charset="0"/>
              </a:rPr>
              <a:t>Return just the location(s)</a:t>
            </a:r>
          </a:p>
        </p:txBody>
      </p:sp>
      <p:sp>
        <p:nvSpPr>
          <p:cNvPr id="6" name="文本框 5">
            <a:extLst>
              <a:ext uri="{FF2B5EF4-FFF2-40B4-BE49-F238E27FC236}">
                <a16:creationId xmlns:a16="http://schemas.microsoft.com/office/drawing/2014/main" id="{F21AFF82-A820-C80B-AA8A-DCBD339DF146}"/>
              </a:ext>
            </a:extLst>
          </p:cNvPr>
          <p:cNvSpPr txBox="1"/>
          <p:nvPr/>
        </p:nvSpPr>
        <p:spPr>
          <a:xfrm>
            <a:off x="976407" y="1346035"/>
            <a:ext cx="366835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Prompt</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7" name="图形 6">
            <a:extLst>
              <a:ext uri="{FF2B5EF4-FFF2-40B4-BE49-F238E27FC236}">
                <a16:creationId xmlns:a16="http://schemas.microsoft.com/office/drawing/2014/main" id="{DFDC4D16-F474-89A9-1DF5-3812EA09B2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65829" y="2075301"/>
            <a:ext cx="455541" cy="455541"/>
          </a:xfrm>
          <a:prstGeom prst="rect">
            <a:avLst/>
          </a:prstGeom>
        </p:spPr>
      </p:pic>
      <p:pic>
        <p:nvPicPr>
          <p:cNvPr id="8" name="图形 7">
            <a:extLst>
              <a:ext uri="{FF2B5EF4-FFF2-40B4-BE49-F238E27FC236}">
                <a16:creationId xmlns:a16="http://schemas.microsoft.com/office/drawing/2014/main" id="{83B06D9C-DF91-740B-B5A3-5542CA8FAC2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7510" y="3652646"/>
            <a:ext cx="414666" cy="414666"/>
          </a:xfrm>
          <a:prstGeom prst="rect">
            <a:avLst/>
          </a:prstGeom>
        </p:spPr>
      </p:pic>
      <p:pic>
        <p:nvPicPr>
          <p:cNvPr id="9" name="图形 8">
            <a:extLst>
              <a:ext uri="{FF2B5EF4-FFF2-40B4-BE49-F238E27FC236}">
                <a16:creationId xmlns:a16="http://schemas.microsoft.com/office/drawing/2014/main" id="{F03B316B-880B-33FB-AA0D-5B6A6FD2D19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11889" y="5107612"/>
            <a:ext cx="585909" cy="585909"/>
          </a:xfrm>
          <a:prstGeom prst="rect">
            <a:avLst/>
          </a:prstGeom>
        </p:spPr>
      </p:pic>
      <p:sp>
        <p:nvSpPr>
          <p:cNvPr id="17" name="文本框 16">
            <a:extLst>
              <a:ext uri="{FF2B5EF4-FFF2-40B4-BE49-F238E27FC236}">
                <a16:creationId xmlns:a16="http://schemas.microsoft.com/office/drawing/2014/main" id="{E297AD5D-F32B-174C-BBFE-03D4001631F0}"/>
              </a:ext>
            </a:extLst>
          </p:cNvPr>
          <p:cNvSpPr txBox="1"/>
          <p:nvPr/>
        </p:nvSpPr>
        <p:spPr>
          <a:xfrm>
            <a:off x="6279827" y="2693047"/>
            <a:ext cx="4846082" cy="1785104"/>
          </a:xfrm>
          <a:prstGeom prst="rect">
            <a:avLst/>
          </a:prstGeom>
          <a:noFill/>
        </p:spPr>
        <p:txBody>
          <a:bodyPr wrap="square">
            <a:spAutoFit/>
          </a:bodyPr>
          <a:lstStyle/>
          <a:p>
            <a:r>
              <a:rPr lang="en" altLang="zh-CN" sz="1000" b="0" dirty="0">
                <a:effectLst/>
                <a:latin typeface="Menlo" panose="020B0609030804020204" pitchFamily="49" charset="0"/>
              </a:rPr>
              <a:t>Based on the problem description and the provided code skeleton, here are the locations that likely need inspection or editing to fix the ANSI color code issue in the progress bar:</a:t>
            </a:r>
          </a:p>
          <a:p>
            <a:br>
              <a:rPr lang="en" altLang="zh-CN" sz="1000" b="0" dirty="0">
                <a:effectLst/>
                <a:latin typeface="Menlo" panose="020B0609030804020204" pitchFamily="49" charset="0"/>
              </a:rPr>
            </a:b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class: </a:t>
            </a:r>
            <a:r>
              <a:rPr lang="en" altLang="zh-CN" sz="1000" b="0" dirty="0" err="1">
                <a:effectLst/>
                <a:latin typeface="Menlo" panose="020B0609030804020204" pitchFamily="49" charset="0"/>
              </a:rPr>
              <a:t>tqdm</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__</a:t>
            </a:r>
            <a:r>
              <a:rPr lang="en" altLang="zh-CN" sz="1000" b="0" dirty="0" err="1">
                <a:effectLst/>
                <a:latin typeface="Menlo" panose="020B0609030804020204" pitchFamily="49" charset="0"/>
              </a:rPr>
              <a:t>repr</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refresh</a:t>
            </a:r>
          </a:p>
        </p:txBody>
      </p:sp>
      <p:sp>
        <p:nvSpPr>
          <p:cNvPr id="19" name="文本框 18">
            <a:extLst>
              <a:ext uri="{FF2B5EF4-FFF2-40B4-BE49-F238E27FC236}">
                <a16:creationId xmlns:a16="http://schemas.microsoft.com/office/drawing/2014/main" id="{E1F12EB6-1137-821B-C985-BBC4B4515F2E}"/>
              </a:ext>
            </a:extLst>
          </p:cNvPr>
          <p:cNvSpPr txBox="1"/>
          <p:nvPr/>
        </p:nvSpPr>
        <p:spPr>
          <a:xfrm>
            <a:off x="6433415" y="1797195"/>
            <a:ext cx="5006287" cy="861774"/>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1" dirty="0">
                <a:effectLst/>
                <a:latin typeface="Menlo" panose="020B0609030804020204" pitchFamily="49" charset="0"/>
              </a:rPr>
              <a:t>```</a:t>
            </a:r>
          </a:p>
        </p:txBody>
      </p:sp>
      <p:sp>
        <p:nvSpPr>
          <p:cNvPr id="21" name="文本框 20">
            <a:extLst>
              <a:ext uri="{FF2B5EF4-FFF2-40B4-BE49-F238E27FC236}">
                <a16:creationId xmlns:a16="http://schemas.microsoft.com/office/drawing/2014/main" id="{4425DBB5-F41C-04D8-2CA9-418365D79105}"/>
              </a:ext>
            </a:extLst>
          </p:cNvPr>
          <p:cNvSpPr txBox="1"/>
          <p:nvPr/>
        </p:nvSpPr>
        <p:spPr>
          <a:xfrm>
            <a:off x="6379553" y="4530144"/>
            <a:ext cx="5006287" cy="1323439"/>
          </a:xfrm>
          <a:prstGeom prst="rect">
            <a:avLst/>
          </a:prstGeom>
          <a:noFill/>
        </p:spPr>
        <p:txBody>
          <a:bodyPr wrap="square">
            <a:spAutoFit/>
          </a:bodyPr>
          <a:lstStyle/>
          <a:p>
            <a:r>
              <a:rPr lang="en" altLang="zh-CN" sz="1000" b="1" dirty="0">
                <a:effectLst/>
                <a:latin typeface="Menlo" panose="020B0609030804020204" pitchFamily="49" charset="0"/>
              </a:rPr>
              <a:t>```</a:t>
            </a:r>
          </a:p>
          <a:p>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a:t>
            </a:r>
            <a:r>
              <a:rPr lang="en" altLang="zh-CN" sz="1000" b="0" dirty="0" err="1">
                <a:effectLst/>
                <a:latin typeface="Menlo" panose="020B0609030804020204" pitchFamily="49" charset="0"/>
              </a:rPr>
              <a:t>tqdm.py</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tqdm.format_meter</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a:t>
            </a:r>
            <a:r>
              <a:rPr lang="en" altLang="zh-CN" sz="1000" b="0" dirty="0">
                <a:effectLst/>
                <a:latin typeface="Menlo" panose="020B0609030804020204" pitchFamily="49" charset="0"/>
              </a:rPr>
              <a:t>.__</a:t>
            </a:r>
            <a:r>
              <a:rPr lang="en" altLang="zh-CN" sz="1000" b="0" dirty="0" err="1">
                <a:effectLst/>
                <a:latin typeface="Menlo" panose="020B0609030804020204" pitchFamily="49" charset="0"/>
              </a:rPr>
              <a:t>init</a:t>
            </a:r>
            <a:r>
              <a:rPr lang="en" altLang="zh-CN" sz="1000" b="0" dirty="0">
                <a:effectLst/>
                <a:latin typeface="Menlo" panose="020B0609030804020204" pitchFamily="49" charset="0"/>
              </a:rPr>
              <a:t>__</a:t>
            </a: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a:t>
            </a:r>
            <a:endParaRPr lang="en" altLang="zh-CN" sz="1000" b="0" dirty="0">
              <a:effectLst/>
              <a:latin typeface="Menlo" panose="020B0609030804020204" pitchFamily="49" charset="0"/>
            </a:endParaRPr>
          </a:p>
          <a:p>
            <a:r>
              <a:rPr lang="en" altLang="zh-CN" sz="1000" b="0" dirty="0">
                <a:effectLst/>
                <a:latin typeface="Menlo" panose="020B0609030804020204" pitchFamily="49" charset="0"/>
              </a:rPr>
              <a:t>function: </a:t>
            </a:r>
            <a:r>
              <a:rPr lang="en" altLang="zh-CN" sz="1000" b="0" dirty="0" err="1">
                <a:effectLst/>
                <a:latin typeface="Menlo" panose="020B0609030804020204" pitchFamily="49" charset="0"/>
              </a:rPr>
              <a:t>tqdm.set_description_str</a:t>
            </a:r>
            <a:endParaRPr lang="en" altLang="zh-CN" sz="1000" b="0" dirty="0">
              <a:effectLst/>
              <a:latin typeface="Menlo" panose="020B0609030804020204" pitchFamily="49" charset="0"/>
            </a:endParaRPr>
          </a:p>
          <a:p>
            <a:r>
              <a:rPr lang="en" altLang="zh-CN" sz="1000" dirty="0">
                <a:latin typeface="Menlo" panose="020B0609030804020204" pitchFamily="49" charset="0"/>
              </a:rPr>
              <a:t>....</a:t>
            </a:r>
            <a:endParaRPr lang="en" altLang="zh-CN" sz="1000" b="0" dirty="0">
              <a:effectLst/>
              <a:latin typeface="Menlo" panose="020B0609030804020204" pitchFamily="49" charset="0"/>
            </a:endParaRPr>
          </a:p>
          <a:p>
            <a:r>
              <a:rPr lang="en" altLang="zh-CN" sz="1000" b="1" dirty="0">
                <a:effectLst/>
                <a:latin typeface="Menlo" panose="020B0609030804020204" pitchFamily="49" charset="0"/>
              </a:rPr>
              <a:t>```</a:t>
            </a:r>
          </a:p>
        </p:txBody>
      </p:sp>
      <p:sp>
        <p:nvSpPr>
          <p:cNvPr id="22" name="矩形 21">
            <a:extLst>
              <a:ext uri="{FF2B5EF4-FFF2-40B4-BE49-F238E27FC236}">
                <a16:creationId xmlns:a16="http://schemas.microsoft.com/office/drawing/2014/main" id="{35DD4C9D-F419-F40A-EC0A-AB458FCC6399}"/>
              </a:ext>
            </a:extLst>
          </p:cNvPr>
          <p:cNvSpPr/>
          <p:nvPr/>
        </p:nvSpPr>
        <p:spPr>
          <a:xfrm>
            <a:off x="4938501" y="1693959"/>
            <a:ext cx="6192523" cy="928571"/>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文本框 22">
            <a:extLst>
              <a:ext uri="{FF2B5EF4-FFF2-40B4-BE49-F238E27FC236}">
                <a16:creationId xmlns:a16="http://schemas.microsoft.com/office/drawing/2014/main" id="{DD6DD399-00E7-E415-CF6B-A50A49E290D4}"/>
              </a:ext>
            </a:extLst>
          </p:cNvPr>
          <p:cNvSpPr txBox="1"/>
          <p:nvPr/>
        </p:nvSpPr>
        <p:spPr>
          <a:xfrm>
            <a:off x="4907367" y="1346035"/>
            <a:ext cx="6192522" cy="338554"/>
          </a:xfrm>
          <a:prstGeom prst="rect">
            <a:avLst/>
          </a:prstGeom>
          <a:noFill/>
        </p:spPr>
        <p:txBody>
          <a:bodyPr wrap="square" rtlCol="0">
            <a:spAutoFit/>
          </a:bodyPr>
          <a:lstStyle/>
          <a:p>
            <a:pPr algn="ctr"/>
            <a:r>
              <a:rPr kumimoji="1" lang="en-US" altLang="zh-CN" sz="1600" b="1" dirty="0">
                <a:latin typeface="Microsoft YaHei" panose="020B0503020204020204" pitchFamily="34" charset="-122"/>
                <a:ea typeface="Microsoft YaHei" panose="020B0503020204020204" pitchFamily="34" charset="-122"/>
                <a:cs typeface="Times New Roman" panose="02020603050405020304" pitchFamily="18" charset="0"/>
              </a:rPr>
              <a:t>Response</a:t>
            </a:r>
            <a:endParaRPr kumimoji="1" lang="zh-CN" altLang="en-US" sz="1600"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id="{3407A005-BB09-50E9-7856-4CCC92928CCC}"/>
              </a:ext>
            </a:extLst>
          </p:cNvPr>
          <p:cNvSpPr/>
          <p:nvPr/>
        </p:nvSpPr>
        <p:spPr>
          <a:xfrm>
            <a:off x="4933385" y="2708271"/>
            <a:ext cx="6192523" cy="1712642"/>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矩形 24">
            <a:extLst>
              <a:ext uri="{FF2B5EF4-FFF2-40B4-BE49-F238E27FC236}">
                <a16:creationId xmlns:a16="http://schemas.microsoft.com/office/drawing/2014/main" id="{2D819333-41A8-63AB-B381-AFCD611A9104}"/>
              </a:ext>
            </a:extLst>
          </p:cNvPr>
          <p:cNvSpPr/>
          <p:nvPr/>
        </p:nvSpPr>
        <p:spPr>
          <a:xfrm>
            <a:off x="4933385" y="4494302"/>
            <a:ext cx="6192523" cy="1352108"/>
          </a:xfrm>
          <a:prstGeom prst="rect">
            <a:avLst/>
          </a:prstGeom>
          <a:no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5F5665F-1887-BEDC-3063-55366FCE4794}"/>
              </a:ext>
            </a:extLst>
          </p:cNvPr>
          <p:cNvSpPr txBox="1"/>
          <p:nvPr/>
        </p:nvSpPr>
        <p:spPr>
          <a:xfrm>
            <a:off x="5276335" y="1764387"/>
            <a:ext cx="827471"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GPT-4o</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6373B1D9-52EA-2C75-1A14-B2B9267F0736}"/>
              </a:ext>
            </a:extLst>
          </p:cNvPr>
          <p:cNvSpPr txBox="1"/>
          <p:nvPr/>
        </p:nvSpPr>
        <p:spPr>
          <a:xfrm>
            <a:off x="5131385" y="2997627"/>
            <a:ext cx="1112805" cy="523220"/>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Claude-3.5</a:t>
            </a:r>
          </a:p>
          <a:p>
            <a:pPr algn="ctr"/>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-Sonnet</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28" name="文本框 27">
            <a:extLst>
              <a:ext uri="{FF2B5EF4-FFF2-40B4-BE49-F238E27FC236}">
                <a16:creationId xmlns:a16="http://schemas.microsoft.com/office/drawing/2014/main" id="{E2E77E0C-4D40-C557-218A-666A9A66998F}"/>
              </a:ext>
            </a:extLst>
          </p:cNvPr>
          <p:cNvSpPr txBox="1"/>
          <p:nvPr/>
        </p:nvSpPr>
        <p:spPr>
          <a:xfrm>
            <a:off x="4944225" y="4729485"/>
            <a:ext cx="1489190"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DeepSeek-V2.5</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29" name="图片 28">
            <a:extLst>
              <a:ext uri="{FF2B5EF4-FFF2-40B4-BE49-F238E27FC236}">
                <a16:creationId xmlns:a16="http://schemas.microsoft.com/office/drawing/2014/main" id="{6AB7B172-17B8-64F1-4741-906D072C4DBF}"/>
              </a:ext>
            </a:extLst>
          </p:cNvPr>
          <p:cNvPicPr>
            <a:picLocks noChangeAspect="1"/>
          </p:cNvPicPr>
          <p:nvPr/>
        </p:nvPicPr>
        <p:blipFill>
          <a:blip r:embed="rId8"/>
          <a:stretch>
            <a:fillRect/>
          </a:stretch>
        </p:blipFill>
        <p:spPr>
          <a:xfrm>
            <a:off x="9070342" y="2220862"/>
            <a:ext cx="369332" cy="369332"/>
          </a:xfrm>
          <a:prstGeom prst="rect">
            <a:avLst/>
          </a:prstGeom>
        </p:spPr>
      </p:pic>
      <p:sp>
        <p:nvSpPr>
          <p:cNvPr id="30" name="文本框 29">
            <a:extLst>
              <a:ext uri="{FF2B5EF4-FFF2-40B4-BE49-F238E27FC236}">
                <a16:creationId xmlns:a16="http://schemas.microsoft.com/office/drawing/2014/main" id="{35578FF1-6676-FC13-0B52-B08B1CFAAFD3}"/>
              </a:ext>
            </a:extLst>
          </p:cNvPr>
          <p:cNvSpPr txBox="1"/>
          <p:nvPr/>
        </p:nvSpPr>
        <p:spPr>
          <a:xfrm>
            <a:off x="9395192" y="2250527"/>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32" name="文本框 31">
            <a:extLst>
              <a:ext uri="{FF2B5EF4-FFF2-40B4-BE49-F238E27FC236}">
                <a16:creationId xmlns:a16="http://schemas.microsoft.com/office/drawing/2014/main" id="{8BE23629-58B2-1701-2892-8C72550CD3F0}"/>
              </a:ext>
            </a:extLst>
          </p:cNvPr>
          <p:cNvSpPr txBox="1"/>
          <p:nvPr/>
        </p:nvSpPr>
        <p:spPr>
          <a:xfrm>
            <a:off x="9392942" y="4001972"/>
            <a:ext cx="1651927"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Failure</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3" name="图片 32">
            <a:extLst>
              <a:ext uri="{FF2B5EF4-FFF2-40B4-BE49-F238E27FC236}">
                <a16:creationId xmlns:a16="http://schemas.microsoft.com/office/drawing/2014/main" id="{02837927-3C30-A73B-1477-A6C4A03CF700}"/>
              </a:ext>
            </a:extLst>
          </p:cNvPr>
          <p:cNvPicPr>
            <a:picLocks noChangeAspect="1"/>
          </p:cNvPicPr>
          <p:nvPr/>
        </p:nvPicPr>
        <p:blipFill>
          <a:blip r:embed="rId8"/>
          <a:stretch>
            <a:fillRect/>
          </a:stretch>
        </p:blipFill>
        <p:spPr>
          <a:xfrm>
            <a:off x="9077683" y="5447230"/>
            <a:ext cx="369332" cy="369332"/>
          </a:xfrm>
          <a:prstGeom prst="rect">
            <a:avLst/>
          </a:prstGeom>
        </p:spPr>
      </p:pic>
      <p:sp>
        <p:nvSpPr>
          <p:cNvPr id="34" name="文本框 33">
            <a:extLst>
              <a:ext uri="{FF2B5EF4-FFF2-40B4-BE49-F238E27FC236}">
                <a16:creationId xmlns:a16="http://schemas.microsoft.com/office/drawing/2014/main" id="{747824D2-208C-72E1-5BDF-0CE930F8B49C}"/>
              </a:ext>
            </a:extLst>
          </p:cNvPr>
          <p:cNvSpPr txBox="1"/>
          <p:nvPr/>
        </p:nvSpPr>
        <p:spPr>
          <a:xfrm>
            <a:off x="9402533" y="5476895"/>
            <a:ext cx="1768176" cy="369332"/>
          </a:xfrm>
          <a:prstGeom prst="rect">
            <a:avLst/>
          </a:prstGeom>
          <a:noFill/>
        </p:spPr>
        <p:txBody>
          <a:bodyPr wrap="none" rtlCol="0">
            <a:spAutoFit/>
          </a:bodyPr>
          <a:lstStyle/>
          <a:p>
            <a:r>
              <a:rPr kumimoji="1" lang="en-US" altLang="zh-CN" b="1" dirty="0">
                <a:latin typeface="Microsoft YaHei" panose="020B0503020204020204" pitchFamily="34" charset="-122"/>
                <a:ea typeface="Microsoft YaHei" panose="020B0503020204020204" pitchFamily="34" charset="-122"/>
                <a:cs typeface="Times New Roman" panose="02020603050405020304" pitchFamily="18" charset="0"/>
              </a:rPr>
              <a:t>Parse Success</a:t>
            </a:r>
            <a:endParaRPr kumimoji="1" lang="zh-CN" altLang="en-US" b="1"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36" name="图片 35">
            <a:extLst>
              <a:ext uri="{FF2B5EF4-FFF2-40B4-BE49-F238E27FC236}">
                <a16:creationId xmlns:a16="http://schemas.microsoft.com/office/drawing/2014/main" id="{933CF14A-5C63-CDAF-E318-09093237E10C}"/>
              </a:ext>
            </a:extLst>
          </p:cNvPr>
          <p:cNvPicPr>
            <a:picLocks noChangeAspect="1"/>
          </p:cNvPicPr>
          <p:nvPr/>
        </p:nvPicPr>
        <p:blipFill>
          <a:blip r:embed="rId9"/>
          <a:stretch>
            <a:fillRect/>
          </a:stretch>
        </p:blipFill>
        <p:spPr>
          <a:xfrm>
            <a:off x="9070342" y="3990822"/>
            <a:ext cx="368355" cy="368355"/>
          </a:xfrm>
          <a:prstGeom prst="rect">
            <a:avLst/>
          </a:prstGeom>
        </p:spPr>
      </p:pic>
      <p:sp>
        <p:nvSpPr>
          <p:cNvPr id="37" name="矩形 36">
            <a:extLst>
              <a:ext uri="{FF2B5EF4-FFF2-40B4-BE49-F238E27FC236}">
                <a16:creationId xmlns:a16="http://schemas.microsoft.com/office/drawing/2014/main" id="{C6D4901F-9CE3-1900-5C8C-8BA76F09A442}"/>
              </a:ext>
            </a:extLst>
          </p:cNvPr>
          <p:cNvSpPr/>
          <p:nvPr/>
        </p:nvSpPr>
        <p:spPr>
          <a:xfrm>
            <a:off x="6448711" y="179719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a:extLst>
              <a:ext uri="{FF2B5EF4-FFF2-40B4-BE49-F238E27FC236}">
                <a16:creationId xmlns:a16="http://schemas.microsoft.com/office/drawing/2014/main" id="{3B04EEB1-AC89-DBDC-305A-836C9C6565C0}"/>
              </a:ext>
            </a:extLst>
          </p:cNvPr>
          <p:cNvSpPr/>
          <p:nvPr/>
        </p:nvSpPr>
        <p:spPr>
          <a:xfrm>
            <a:off x="6448711" y="2436188"/>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a:extLst>
              <a:ext uri="{FF2B5EF4-FFF2-40B4-BE49-F238E27FC236}">
                <a16:creationId xmlns:a16="http://schemas.microsoft.com/office/drawing/2014/main" id="{5C245508-82FB-0E60-7958-CA1EB7CE58EF}"/>
              </a:ext>
            </a:extLst>
          </p:cNvPr>
          <p:cNvSpPr/>
          <p:nvPr/>
        </p:nvSpPr>
        <p:spPr>
          <a:xfrm>
            <a:off x="6439095" y="4541357"/>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a:extLst>
              <a:ext uri="{FF2B5EF4-FFF2-40B4-BE49-F238E27FC236}">
                <a16:creationId xmlns:a16="http://schemas.microsoft.com/office/drawing/2014/main" id="{A3631166-6D55-D870-9A8F-9263F47261B9}"/>
              </a:ext>
            </a:extLst>
          </p:cNvPr>
          <p:cNvSpPr/>
          <p:nvPr/>
        </p:nvSpPr>
        <p:spPr>
          <a:xfrm>
            <a:off x="6439095" y="5644815"/>
            <a:ext cx="376146" cy="129412"/>
          </a:xfrm>
          <a:prstGeom prst="rect">
            <a:avLst/>
          </a:prstGeom>
          <a:noFill/>
          <a:ln w="12700">
            <a:solidFill>
              <a:srgbClr val="F748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2" name="图片 41">
            <a:extLst>
              <a:ext uri="{FF2B5EF4-FFF2-40B4-BE49-F238E27FC236}">
                <a16:creationId xmlns:a16="http://schemas.microsoft.com/office/drawing/2014/main" id="{6267E544-881D-B848-3513-7C2029A88AAA}"/>
              </a:ext>
            </a:extLst>
          </p:cNvPr>
          <p:cNvPicPr>
            <a:picLocks noChangeAspect="1"/>
          </p:cNvPicPr>
          <p:nvPr/>
        </p:nvPicPr>
        <p:blipFill>
          <a:blip r:embed="rId10"/>
          <a:stretch>
            <a:fillRect/>
          </a:stretch>
        </p:blipFill>
        <p:spPr>
          <a:xfrm>
            <a:off x="7715042" y="1773805"/>
            <a:ext cx="192558" cy="192558"/>
          </a:xfrm>
          <a:prstGeom prst="rect">
            <a:avLst/>
          </a:prstGeom>
        </p:spPr>
      </p:pic>
      <p:sp>
        <p:nvSpPr>
          <p:cNvPr id="45" name="文本框 44">
            <a:extLst>
              <a:ext uri="{FF2B5EF4-FFF2-40B4-BE49-F238E27FC236}">
                <a16:creationId xmlns:a16="http://schemas.microsoft.com/office/drawing/2014/main" id="{7A497D1B-FA4A-1CD8-D6B3-62FCD96E1D54}"/>
              </a:ext>
            </a:extLst>
          </p:cNvPr>
          <p:cNvSpPr txBox="1"/>
          <p:nvPr/>
        </p:nvSpPr>
        <p:spPr>
          <a:xfrm>
            <a:off x="7862958" y="1722566"/>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sp>
        <p:nvSpPr>
          <p:cNvPr id="46" name="文本框 45">
            <a:extLst>
              <a:ext uri="{FF2B5EF4-FFF2-40B4-BE49-F238E27FC236}">
                <a16:creationId xmlns:a16="http://schemas.microsoft.com/office/drawing/2014/main" id="{9719CC70-8E82-B701-52A1-06F0400D6193}"/>
              </a:ext>
            </a:extLst>
          </p:cNvPr>
          <p:cNvSpPr txBox="1"/>
          <p:nvPr/>
        </p:nvSpPr>
        <p:spPr>
          <a:xfrm>
            <a:off x="7865297" y="3332980"/>
            <a:ext cx="958917"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No Block</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7" name="图片 46">
            <a:extLst>
              <a:ext uri="{FF2B5EF4-FFF2-40B4-BE49-F238E27FC236}">
                <a16:creationId xmlns:a16="http://schemas.microsoft.com/office/drawing/2014/main" id="{E17161CF-C6BE-5A33-62C8-DECDFE47993F}"/>
              </a:ext>
            </a:extLst>
          </p:cNvPr>
          <p:cNvPicPr>
            <a:picLocks noChangeAspect="1"/>
          </p:cNvPicPr>
          <p:nvPr/>
        </p:nvPicPr>
        <p:blipFill>
          <a:blip r:embed="rId10"/>
          <a:stretch>
            <a:fillRect/>
          </a:stretch>
        </p:blipFill>
        <p:spPr>
          <a:xfrm>
            <a:off x="7701853" y="4571697"/>
            <a:ext cx="192558" cy="192558"/>
          </a:xfrm>
          <a:prstGeom prst="rect">
            <a:avLst/>
          </a:prstGeom>
        </p:spPr>
      </p:pic>
      <p:sp>
        <p:nvSpPr>
          <p:cNvPr id="48" name="文本框 47">
            <a:extLst>
              <a:ext uri="{FF2B5EF4-FFF2-40B4-BE49-F238E27FC236}">
                <a16:creationId xmlns:a16="http://schemas.microsoft.com/office/drawing/2014/main" id="{842250F9-1FED-7B5C-43F8-AB1768213CDA}"/>
              </a:ext>
            </a:extLst>
          </p:cNvPr>
          <p:cNvSpPr txBox="1"/>
          <p:nvPr/>
        </p:nvSpPr>
        <p:spPr>
          <a:xfrm>
            <a:off x="7853342" y="4509615"/>
            <a:ext cx="1301959" cy="307777"/>
          </a:xfrm>
          <a:prstGeom prst="rect">
            <a:avLst/>
          </a:prstGeom>
          <a:noFill/>
        </p:spPr>
        <p:txBody>
          <a:bodyPr wrap="none" rtlCol="0">
            <a:spAutoFit/>
          </a:bodyPr>
          <a:lstStyle/>
          <a:p>
            <a:r>
              <a:rPr kumimoji="1" lang="en-US" altLang="zh-CN" sz="1400" dirty="0">
                <a:latin typeface="Microsoft YaHei" panose="020B0503020204020204" pitchFamily="34" charset="-122"/>
                <a:ea typeface="Microsoft YaHei" panose="020B0503020204020204" pitchFamily="34" charset="-122"/>
                <a:cs typeface="Times New Roman" panose="02020603050405020304" pitchFamily="18" charset="0"/>
              </a:rPr>
              <a:t>Block Found!</a:t>
            </a:r>
            <a:endParaRPr kumimoji="1" lang="zh-CN" altLang="en-US" sz="1400" dirty="0">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50" name="图片 49">
            <a:extLst>
              <a:ext uri="{FF2B5EF4-FFF2-40B4-BE49-F238E27FC236}">
                <a16:creationId xmlns:a16="http://schemas.microsoft.com/office/drawing/2014/main" id="{54D16F4C-91D7-564E-458F-D4C2E1788B5B}"/>
              </a:ext>
            </a:extLst>
          </p:cNvPr>
          <p:cNvPicPr>
            <a:picLocks noChangeAspect="1"/>
          </p:cNvPicPr>
          <p:nvPr/>
        </p:nvPicPr>
        <p:blipFill>
          <a:blip r:embed="rId11"/>
          <a:stretch>
            <a:fillRect/>
          </a:stretch>
        </p:blipFill>
        <p:spPr>
          <a:xfrm>
            <a:off x="7687871" y="3361222"/>
            <a:ext cx="211039" cy="211039"/>
          </a:xfrm>
          <a:prstGeom prst="rect">
            <a:avLst/>
          </a:prstGeom>
        </p:spPr>
      </p:pic>
    </p:spTree>
    <p:extLst>
      <p:ext uri="{BB962C8B-B14F-4D97-AF65-F5344CB8AC3E}">
        <p14:creationId xmlns:p14="http://schemas.microsoft.com/office/powerpoint/2010/main" val="2506487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3" name="矩形: 圆角 5">
            <a:extLst>
              <a:ext uri="{FF2B5EF4-FFF2-40B4-BE49-F238E27FC236}">
                <a16:creationId xmlns:a16="http://schemas.microsoft.com/office/drawing/2014/main" id="{AD2C0428-D061-333F-0807-86C7AD37876E}"/>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867BDC1-90AE-09B9-3050-57BED8BCB33A}"/>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4EBF78F9-1D4A-EA0E-8E17-73F9D2731B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79" y="2173649"/>
            <a:ext cx="822364" cy="806240"/>
          </a:xfrm>
          <a:prstGeom prst="rect">
            <a:avLst/>
          </a:prstGeom>
        </p:spPr>
      </p:pic>
      <p:sp>
        <p:nvSpPr>
          <p:cNvPr id="47" name="文本框 46">
            <a:extLst>
              <a:ext uri="{FF2B5EF4-FFF2-40B4-BE49-F238E27FC236}">
                <a16:creationId xmlns:a16="http://schemas.microsoft.com/office/drawing/2014/main" id="{A9F3042D-4F5C-2385-CB92-254D1B08DA25}"/>
              </a:ext>
            </a:extLst>
          </p:cNvPr>
          <p:cNvSpPr txBox="1"/>
          <p:nvPr/>
        </p:nvSpPr>
        <p:spPr>
          <a:xfrm>
            <a:off x="3041192" y="1436777"/>
            <a:ext cx="103328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a:t>
            </a:r>
          </a:p>
          <a:p>
            <a:pPr algn="ct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8D92C809-1314-0AD1-8869-77B758541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3192" y="2214949"/>
            <a:ext cx="812800" cy="796864"/>
          </a:xfrm>
          <a:prstGeom prst="rect">
            <a:avLst/>
          </a:prstGeom>
        </p:spPr>
      </p:pic>
      <p:sp>
        <p:nvSpPr>
          <p:cNvPr id="60" name="文本框 59">
            <a:extLst>
              <a:ext uri="{FF2B5EF4-FFF2-40B4-BE49-F238E27FC236}">
                <a16:creationId xmlns:a16="http://schemas.microsoft.com/office/drawing/2014/main" id="{EB914555-135A-EFBE-E4AC-9646F5121855}"/>
              </a:ext>
            </a:extLst>
          </p:cNvPr>
          <p:cNvSpPr txBox="1"/>
          <p:nvPr/>
        </p:nvSpPr>
        <p:spPr>
          <a:xfrm>
            <a:off x="5100080" y="142412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7B374CFB-20EE-EAE4-BD10-18E493C4A9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00D33D2C-93F5-31DA-04DA-1FAE96D7991C}"/>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46D46145-91B9-7D51-037B-0126EF678554}"/>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5EED824B-E99B-C32D-5DCB-C84AB01A8F9D}"/>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83C7956F-6369-7F3B-92BB-1FFC5A9F1090}"/>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05542D48-749C-88CA-7453-D1BD85171A34}"/>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5" name="圆角矩形 84">
            <a:extLst>
              <a:ext uri="{FF2B5EF4-FFF2-40B4-BE49-F238E27FC236}">
                <a16:creationId xmlns:a16="http://schemas.microsoft.com/office/drawing/2014/main" id="{1C7FE5FB-98D3-8437-2A76-9779B7928C3E}"/>
              </a:ext>
            </a:extLst>
          </p:cNvPr>
          <p:cNvSpPr/>
          <p:nvPr/>
        </p:nvSpPr>
        <p:spPr>
          <a:xfrm>
            <a:off x="879501"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78277629-13B8-E163-C020-1637DB68EBDE}"/>
              </a:ext>
            </a:extLst>
          </p:cNvPr>
          <p:cNvSpPr txBox="1"/>
          <p:nvPr/>
        </p:nvSpPr>
        <p:spPr>
          <a:xfrm>
            <a:off x="702641" y="184512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EBB6E5EE-AB6B-2DD0-ADA7-20627DDDB519}"/>
              </a:ext>
            </a:extLst>
          </p:cNvPr>
          <p:cNvSpPr txBox="1"/>
          <p:nvPr/>
        </p:nvSpPr>
        <p:spPr>
          <a:xfrm>
            <a:off x="846773" y="1427320"/>
            <a:ext cx="11023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Languages</a:t>
            </a:r>
          </a:p>
          <a:p>
            <a:pPr algn="ctr"/>
            <a:r>
              <a:rPr lang="en-US" altLang="zh-CN" sz="1200" dirty="0">
                <a:latin typeface="微软雅黑" panose="020B0503020204020204" pitchFamily="34" charset="-122"/>
                <a:ea typeface="微软雅黑" panose="020B0503020204020204" pitchFamily="34" charset="-122"/>
              </a:rPr>
              <a:t> Selection</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C23760D9-A157-F80D-099A-30AC535030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8566" y="2639170"/>
            <a:ext cx="510164" cy="510164"/>
          </a:xfrm>
          <a:prstGeom prst="rect">
            <a:avLst/>
          </a:prstGeom>
        </p:spPr>
      </p:pic>
      <p:sp>
        <p:nvSpPr>
          <p:cNvPr id="94" name="文本框 93">
            <a:extLst>
              <a:ext uri="{FF2B5EF4-FFF2-40B4-BE49-F238E27FC236}">
                <a16:creationId xmlns:a16="http://schemas.microsoft.com/office/drawing/2014/main" id="{6BAC52C0-2DFD-E620-3765-79CA6C6CD78B}"/>
              </a:ext>
            </a:extLst>
          </p:cNvPr>
          <p:cNvSpPr txBox="1"/>
          <p:nvPr/>
        </p:nvSpPr>
        <p:spPr>
          <a:xfrm>
            <a:off x="2528289" y="1958222"/>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69509CE8-C118-803A-C8E2-F0BB396ECE6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82406" y="2540563"/>
            <a:ext cx="277000" cy="277000"/>
          </a:xfrm>
          <a:prstGeom prst="rect">
            <a:avLst/>
          </a:prstGeom>
        </p:spPr>
      </p:pic>
      <p:pic>
        <p:nvPicPr>
          <p:cNvPr id="98" name="图形 97">
            <a:extLst>
              <a:ext uri="{FF2B5EF4-FFF2-40B4-BE49-F238E27FC236}">
                <a16:creationId xmlns:a16="http://schemas.microsoft.com/office/drawing/2014/main" id="{7C02AF2B-52EE-37C0-18BC-FFA84147EE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36291" y="2559087"/>
            <a:ext cx="259922" cy="259922"/>
          </a:xfrm>
          <a:prstGeom prst="rect">
            <a:avLst/>
          </a:prstGeom>
        </p:spPr>
      </p:pic>
      <p:sp>
        <p:nvSpPr>
          <p:cNvPr id="103" name="圆角矩形 102">
            <a:extLst>
              <a:ext uri="{FF2B5EF4-FFF2-40B4-BE49-F238E27FC236}">
                <a16:creationId xmlns:a16="http://schemas.microsoft.com/office/drawing/2014/main" id="{DE34B738-8E65-3D16-4845-4D45CB7BF1A5}"/>
              </a:ext>
            </a:extLst>
          </p:cNvPr>
          <p:cNvSpPr/>
          <p:nvPr/>
        </p:nvSpPr>
        <p:spPr>
          <a:xfrm>
            <a:off x="1995021" y="2568455"/>
            <a:ext cx="839861" cy="437081"/>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F0FEFF08-6F04-4E8F-33E9-B34AE48C9B73}"/>
              </a:ext>
            </a:extLst>
          </p:cNvPr>
          <p:cNvSpPr/>
          <p:nvPr/>
        </p:nvSpPr>
        <p:spPr>
          <a:xfrm>
            <a:off x="3078486"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DF5AFF08-7260-E2A8-7388-351FA525510B}"/>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98CA22C1-0A93-0309-2ECB-807220BFCF60}"/>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3CD1A55-6A2A-CD2D-077E-B5F861BB8E33}"/>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2DEDE6DB-B1C5-C028-72EE-7589E77689CB}"/>
              </a:ext>
            </a:extLst>
          </p:cNvPr>
          <p:cNvSpPr txBox="1"/>
          <p:nvPr/>
        </p:nvSpPr>
        <p:spPr>
          <a:xfrm>
            <a:off x="3587519" y="251968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Different </a:t>
            </a:r>
          </a:p>
          <a:p>
            <a:pPr algn="ctr"/>
            <a:r>
              <a:rPr lang="en-US" altLang="zh-CN" sz="1200" dirty="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4" name="圆角矩形 113">
            <a:extLst>
              <a:ext uri="{FF2B5EF4-FFF2-40B4-BE49-F238E27FC236}">
                <a16:creationId xmlns:a16="http://schemas.microsoft.com/office/drawing/2014/main" id="{18345E0F-F5B5-455F-A25A-393F14236798}"/>
              </a:ext>
            </a:extLst>
          </p:cNvPr>
          <p:cNvSpPr/>
          <p:nvPr/>
        </p:nvSpPr>
        <p:spPr>
          <a:xfrm>
            <a:off x="5186290" y="1870370"/>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27AEC41F-9307-B81E-7F81-4758263AF20C}"/>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BA7DAACF-4003-B619-79B9-40A47E4DFCD3}"/>
              </a:ext>
            </a:extLst>
          </p:cNvPr>
          <p:cNvSpPr txBox="1"/>
          <p:nvPr/>
        </p:nvSpPr>
        <p:spPr>
          <a:xfrm>
            <a:off x="4630101" y="196836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2206E33D-A385-667D-71A6-A26B088B46AF}"/>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B9733631-5D3B-C900-3E9A-EA253A5BFDA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6F76BA3C-612D-B4F0-5EE8-DD0A37BE14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13460" y="2287423"/>
            <a:ext cx="680560" cy="680560"/>
          </a:xfrm>
          <a:prstGeom prst="rect">
            <a:avLst/>
          </a:prstGeom>
        </p:spPr>
      </p:pic>
      <p:sp>
        <p:nvSpPr>
          <p:cNvPr id="124" name="圆角矩形 123">
            <a:extLst>
              <a:ext uri="{FF2B5EF4-FFF2-40B4-BE49-F238E27FC236}">
                <a16:creationId xmlns:a16="http://schemas.microsoft.com/office/drawing/2014/main" id="{C5370A09-FCBB-0908-B54C-DB2B01E12703}"/>
              </a:ext>
            </a:extLst>
          </p:cNvPr>
          <p:cNvSpPr/>
          <p:nvPr/>
        </p:nvSpPr>
        <p:spPr>
          <a:xfrm>
            <a:off x="7349799" y="18711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文本框 124">
            <a:extLst>
              <a:ext uri="{FF2B5EF4-FFF2-40B4-BE49-F238E27FC236}">
                <a16:creationId xmlns:a16="http://schemas.microsoft.com/office/drawing/2014/main" id="{88636EFE-C005-4C07-C4AB-A75DF5493CF9}"/>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501E4E5-D051-6025-C4CC-2582C55E6F63}"/>
              </a:ext>
            </a:extLst>
          </p:cNvPr>
          <p:cNvSpPr txBox="1"/>
          <p:nvPr/>
        </p:nvSpPr>
        <p:spPr>
          <a:xfrm>
            <a:off x="5686712" y="252905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636F3AA-5677-6DA5-633E-FE75D7EC02F7}"/>
              </a:ext>
            </a:extLst>
          </p:cNvPr>
          <p:cNvSpPr txBox="1"/>
          <p:nvPr/>
        </p:nvSpPr>
        <p:spPr>
          <a:xfrm>
            <a:off x="7238873" y="143441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a:p>
            <a:pPr algn="ct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69DADCFF-5D44-3DC7-8772-6C6F016E2976}"/>
              </a:ext>
            </a:extLst>
          </p:cNvPr>
          <p:cNvSpPr txBox="1"/>
          <p:nvPr/>
        </p:nvSpPr>
        <p:spPr>
          <a:xfrm>
            <a:off x="6793919" y="189279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6B635A38-AAB3-0CDA-0895-A71755FB4C19}"/>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2CD1FC91-E821-2539-C606-9D9A33A055E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C97474F8-A383-5A02-1BAF-15B41E4FB6EA}"/>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BC9D3E85-7D02-A713-16FA-451BF2EA23A6}"/>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0F9E494D-9BE1-2374-D72A-2BF6BABC7709}"/>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226F934-94AC-4ED5-B8C8-A631EC31A02D}"/>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202A6F23-BC28-121C-079B-14F19F1962CC}"/>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7" name="圆角矩形 146">
            <a:extLst>
              <a:ext uri="{FF2B5EF4-FFF2-40B4-BE49-F238E27FC236}">
                <a16:creationId xmlns:a16="http://schemas.microsoft.com/office/drawing/2014/main" id="{2BE41463-66A7-0992-9FBD-0A32C7763644}"/>
              </a:ext>
            </a:extLst>
          </p:cNvPr>
          <p:cNvSpPr/>
          <p:nvPr/>
        </p:nvSpPr>
        <p:spPr>
          <a:xfrm>
            <a:off x="10137271" y="1885788"/>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文本框 147">
            <a:extLst>
              <a:ext uri="{FF2B5EF4-FFF2-40B4-BE49-F238E27FC236}">
                <a16:creationId xmlns:a16="http://schemas.microsoft.com/office/drawing/2014/main" id="{663C8C93-00AC-7579-5B76-0D1F709C6998}"/>
              </a:ext>
            </a:extLst>
          </p:cNvPr>
          <p:cNvSpPr txBox="1"/>
          <p:nvPr/>
        </p:nvSpPr>
        <p:spPr>
          <a:xfrm>
            <a:off x="10012409" y="141804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PRs data</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E20E6248-50E4-F064-4C20-2D69A8511A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69434" y="2304239"/>
            <a:ext cx="688717" cy="688717"/>
          </a:xfrm>
          <a:prstGeom prst="rect">
            <a:avLst/>
          </a:prstGeom>
        </p:spPr>
      </p:pic>
      <p:sp>
        <p:nvSpPr>
          <p:cNvPr id="150" name="文本框 149">
            <a:extLst>
              <a:ext uri="{FF2B5EF4-FFF2-40B4-BE49-F238E27FC236}">
                <a16:creationId xmlns:a16="http://schemas.microsoft.com/office/drawing/2014/main" id="{157DAFD2-885F-98FB-0A1A-576DBFC4ECF6}"/>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4" name="圆角矩形 163">
            <a:extLst>
              <a:ext uri="{FF2B5EF4-FFF2-40B4-BE49-F238E27FC236}">
                <a16:creationId xmlns:a16="http://schemas.microsoft.com/office/drawing/2014/main" id="{3DED5107-942C-2917-6593-CD3D86BF6178}"/>
              </a:ext>
            </a:extLst>
          </p:cNvPr>
          <p:cNvSpPr/>
          <p:nvPr/>
        </p:nvSpPr>
        <p:spPr>
          <a:xfrm>
            <a:off x="1260700" y="3906873"/>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文本框 164">
            <a:extLst>
              <a:ext uri="{FF2B5EF4-FFF2-40B4-BE49-F238E27FC236}">
                <a16:creationId xmlns:a16="http://schemas.microsoft.com/office/drawing/2014/main" id="{5F7C59DD-FBB6-99D9-06E2-62EEDDAAD1AC}"/>
              </a:ext>
            </a:extLst>
          </p:cNvPr>
          <p:cNvSpPr txBox="1"/>
          <p:nvPr/>
        </p:nvSpPr>
        <p:spPr>
          <a:xfrm>
            <a:off x="1146473" y="346960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 data</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80DBD7E8-9B0A-4D3D-4C58-CA3D384FC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92863" y="4325324"/>
            <a:ext cx="688717" cy="688717"/>
          </a:xfrm>
          <a:prstGeom prst="rect">
            <a:avLst/>
          </a:prstGeom>
        </p:spPr>
      </p:pic>
      <p:sp>
        <p:nvSpPr>
          <p:cNvPr id="167" name="文本框 166">
            <a:extLst>
              <a:ext uri="{FF2B5EF4-FFF2-40B4-BE49-F238E27FC236}">
                <a16:creationId xmlns:a16="http://schemas.microsoft.com/office/drawing/2014/main" id="{ABE5F263-A159-5064-47D3-B9EE7F6B6498}"/>
              </a:ext>
            </a:extLst>
          </p:cNvPr>
          <p:cNvSpPr txBox="1"/>
          <p:nvPr/>
        </p:nvSpPr>
        <p:spPr>
          <a:xfrm>
            <a:off x="1281968" y="3939108"/>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3E5FE501-B6A3-4974-16A7-5160A562D83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圆角矩形 170">
            <a:extLst>
              <a:ext uri="{FF2B5EF4-FFF2-40B4-BE49-F238E27FC236}">
                <a16:creationId xmlns:a16="http://schemas.microsoft.com/office/drawing/2014/main" id="{CE1990AE-6AAE-3225-5792-8591C5B18C56}"/>
              </a:ext>
            </a:extLst>
          </p:cNvPr>
          <p:cNvSpPr/>
          <p:nvPr/>
        </p:nvSpPr>
        <p:spPr>
          <a:xfrm>
            <a:off x="3522891" y="3931884"/>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4EB9951D-AE7F-FC95-EECD-56A2B8F5AA88}"/>
              </a:ext>
            </a:extLst>
          </p:cNvPr>
          <p:cNvSpPr txBox="1"/>
          <p:nvPr/>
        </p:nvSpPr>
        <p:spPr>
          <a:xfrm>
            <a:off x="3449189" y="349483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Building</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5BCD7C0-16B4-00B5-3BB5-7E3E599BD5E3}"/>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C2B76D92-3E80-9910-CD54-C36D77257C84}"/>
              </a:ext>
            </a:extLst>
          </p:cNvPr>
          <p:cNvSpPr txBox="1"/>
          <p:nvPr/>
        </p:nvSpPr>
        <p:spPr>
          <a:xfrm>
            <a:off x="2394496" y="416994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AFE9A7B1-9A9D-7D55-3F89-622A98FB3F9F}"/>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5B5C2569-4D67-A218-3FC4-DB3E0401BA77}"/>
              </a:ext>
            </a:extLst>
          </p:cNvPr>
          <p:cNvPicPr>
            <a:picLocks noChangeAspect="1"/>
          </p:cNvPicPr>
          <p:nvPr/>
        </p:nvPicPr>
        <p:blipFill>
          <a:blip r:embed="rId29"/>
          <a:stretch>
            <a:fillRect/>
          </a:stretch>
        </p:blipFill>
        <p:spPr>
          <a:xfrm>
            <a:off x="10050882" y="4440865"/>
            <a:ext cx="568629" cy="568629"/>
          </a:xfrm>
          <a:prstGeom prst="rect">
            <a:avLst/>
          </a:prstGeom>
        </p:spPr>
      </p:pic>
      <p:pic>
        <p:nvPicPr>
          <p:cNvPr id="181" name="图片 180">
            <a:extLst>
              <a:ext uri="{FF2B5EF4-FFF2-40B4-BE49-F238E27FC236}">
                <a16:creationId xmlns:a16="http://schemas.microsoft.com/office/drawing/2014/main" id="{8FEC44B3-A736-4B30-E2B8-DA97AC014DEC}"/>
              </a:ext>
            </a:extLst>
          </p:cNvPr>
          <p:cNvPicPr>
            <a:picLocks noChangeAspect="1"/>
          </p:cNvPicPr>
          <p:nvPr/>
        </p:nvPicPr>
        <p:blipFill>
          <a:blip r:embed="rId30"/>
          <a:stretch>
            <a:fillRect/>
          </a:stretch>
        </p:blipFill>
        <p:spPr>
          <a:xfrm>
            <a:off x="3686366" y="4400718"/>
            <a:ext cx="613324" cy="613324"/>
          </a:xfrm>
          <a:prstGeom prst="rect">
            <a:avLst/>
          </a:prstGeom>
        </p:spPr>
      </p:pic>
      <p:sp>
        <p:nvSpPr>
          <p:cNvPr id="182" name="文本框 181">
            <a:extLst>
              <a:ext uri="{FF2B5EF4-FFF2-40B4-BE49-F238E27FC236}">
                <a16:creationId xmlns:a16="http://schemas.microsoft.com/office/drawing/2014/main" id="{20A68ECF-814C-DE79-BC8E-67B55651A7BE}"/>
              </a:ext>
            </a:extLst>
          </p:cNvPr>
          <p:cNvSpPr txBox="1"/>
          <p:nvPr/>
        </p:nvSpPr>
        <p:spPr>
          <a:xfrm>
            <a:off x="2257690" y="4545122"/>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ABB27B0A-C541-5654-7579-FFAA6856BBCF}"/>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 name="圆角矩形 183">
            <a:extLst>
              <a:ext uri="{FF2B5EF4-FFF2-40B4-BE49-F238E27FC236}">
                <a16:creationId xmlns:a16="http://schemas.microsoft.com/office/drawing/2014/main" id="{657B20DB-F9C2-3D58-C98E-165E00DC04FC}"/>
              </a:ext>
            </a:extLst>
          </p:cNvPr>
          <p:cNvSpPr/>
          <p:nvPr/>
        </p:nvSpPr>
        <p:spPr>
          <a:xfrm>
            <a:off x="9859445" y="39564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5" name="文本框 184">
            <a:extLst>
              <a:ext uri="{FF2B5EF4-FFF2-40B4-BE49-F238E27FC236}">
                <a16:creationId xmlns:a16="http://schemas.microsoft.com/office/drawing/2014/main" id="{9C85CEAC-70C1-B099-A72D-AAD25DA3C4BE}"/>
              </a:ext>
            </a:extLst>
          </p:cNvPr>
          <p:cNvSpPr txBox="1"/>
          <p:nvPr/>
        </p:nvSpPr>
        <p:spPr>
          <a:xfrm>
            <a:off x="9636760"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Final Task</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908C8D4D-0A65-1C84-650C-136805ECAB1C}"/>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9" name="圆角矩形 188">
            <a:extLst>
              <a:ext uri="{FF2B5EF4-FFF2-40B4-BE49-F238E27FC236}">
                <a16:creationId xmlns:a16="http://schemas.microsoft.com/office/drawing/2014/main" id="{CFC89FF1-2D61-D34C-8F6E-FF2338852D87}"/>
              </a:ext>
            </a:extLst>
          </p:cNvPr>
          <p:cNvSpPr/>
          <p:nvPr/>
        </p:nvSpPr>
        <p:spPr>
          <a:xfrm>
            <a:off x="6183297" y="3956495"/>
            <a:ext cx="991330"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0" name="文本框 189">
            <a:extLst>
              <a:ext uri="{FF2B5EF4-FFF2-40B4-BE49-F238E27FC236}">
                <a16:creationId xmlns:a16="http://schemas.microsoft.com/office/drawing/2014/main" id="{BA2F1FD8-2D44-894A-D1CC-335C5A27AE84}"/>
              </a:ext>
            </a:extLst>
          </p:cNvPr>
          <p:cNvSpPr txBox="1"/>
          <p:nvPr/>
        </p:nvSpPr>
        <p:spPr>
          <a:xfrm>
            <a:off x="5981379"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Environment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Construction</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2874F011-6508-84EC-8055-109462FD9D0C}"/>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Executable</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27BFDBAA-4409-7ACF-8DB8-76C76EAABCA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745F7BF4-A970-DF45-0675-0F3BCFE090BE}"/>
              </a:ext>
            </a:extLst>
          </p:cNvPr>
          <p:cNvSpPr txBox="1"/>
          <p:nvPr/>
        </p:nvSpPr>
        <p:spPr>
          <a:xfrm>
            <a:off x="7464968" y="419542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EDF76FB2-1A2E-59E2-4742-A8A8432CA99D}"/>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026001FD-500E-AE0B-64B4-98CE548B4EB4}"/>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45069217-30CE-ADD9-DABF-6F1594EF34E6}"/>
              </a:ext>
            </a:extLst>
          </p:cNvPr>
          <p:cNvSpPr txBox="1"/>
          <p:nvPr/>
        </p:nvSpPr>
        <p:spPr>
          <a:xfrm>
            <a:off x="7421634" y="4634778"/>
            <a:ext cx="2372102"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6DFF656B-978C-C82A-AED4-2A800B3E0A4E}"/>
              </a:ext>
            </a:extLst>
          </p:cNvPr>
          <p:cNvPicPr>
            <a:picLocks noChangeAspect="1"/>
          </p:cNvPicPr>
          <p:nvPr/>
        </p:nvPicPr>
        <p:blipFill>
          <a:blip r:embed="rId32"/>
          <a:stretch>
            <a:fillRect/>
          </a:stretch>
        </p:blipFill>
        <p:spPr>
          <a:xfrm>
            <a:off x="6291212" y="4371166"/>
            <a:ext cx="667886" cy="667886"/>
          </a:xfrm>
          <a:prstGeom prst="rect">
            <a:avLst/>
          </a:prstGeom>
        </p:spPr>
      </p:pic>
      <p:pic>
        <p:nvPicPr>
          <p:cNvPr id="208" name="图片 207">
            <a:extLst>
              <a:ext uri="{FF2B5EF4-FFF2-40B4-BE49-F238E27FC236}">
                <a16:creationId xmlns:a16="http://schemas.microsoft.com/office/drawing/2014/main" id="{8BD2966C-8863-9E46-E5F4-CB51B4503DE1}"/>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796E8B3C-C511-C8D2-0B9E-5962A0523237}"/>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1551E0A2-E8FF-39A4-DAD7-9245F517718F}"/>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A7B57F45-AB7E-1F6D-6221-97DCD1628638}"/>
              </a:ext>
            </a:extLst>
          </p:cNvPr>
          <p:cNvSpPr txBox="1"/>
          <p:nvPr/>
        </p:nvSpPr>
        <p:spPr>
          <a:xfrm>
            <a:off x="4727774" y="4566609"/>
            <a:ext cx="143012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 Repository Documents</a:t>
            </a:r>
          </a:p>
        </p:txBody>
      </p:sp>
      <p:sp>
        <p:nvSpPr>
          <p:cNvPr id="216" name="文本框 215">
            <a:extLst>
              <a:ext uri="{FF2B5EF4-FFF2-40B4-BE49-F238E27FC236}">
                <a16:creationId xmlns:a16="http://schemas.microsoft.com/office/drawing/2014/main" id="{CAAFFDEA-6244-F9C8-873E-735A562CB136}"/>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Languages and Repositories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D0B7E291-DA63-BD26-FD7A-352869B6F6EC}"/>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Requests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27282D56-D4CB-E466-86A5-CB77BAFCD865}"/>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Instances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066F9E4B-8C57-7E5E-5F18-E973EDB8F81B}"/>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65022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3" name="矩形: 圆角 5">
            <a:extLst>
              <a:ext uri="{FF2B5EF4-FFF2-40B4-BE49-F238E27FC236}">
                <a16:creationId xmlns:a16="http://schemas.microsoft.com/office/drawing/2014/main" id="{AD2C0428-D061-333F-0807-86C7AD37876E}"/>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6867BDC1-90AE-09B9-3050-57BED8BCB33A}"/>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4EBF78F9-1D4A-EA0E-8E17-73F9D2731B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55779" y="2173649"/>
            <a:ext cx="822364" cy="806240"/>
          </a:xfrm>
          <a:prstGeom prst="rect">
            <a:avLst/>
          </a:prstGeom>
        </p:spPr>
      </p:pic>
      <p:sp>
        <p:nvSpPr>
          <p:cNvPr id="47" name="文本框 46">
            <a:extLst>
              <a:ext uri="{FF2B5EF4-FFF2-40B4-BE49-F238E27FC236}">
                <a16:creationId xmlns:a16="http://schemas.microsoft.com/office/drawing/2014/main" id="{A9F3042D-4F5C-2385-CB92-254D1B08DA25}"/>
              </a:ext>
            </a:extLst>
          </p:cNvPr>
          <p:cNvSpPr txBox="1"/>
          <p:nvPr/>
        </p:nvSpPr>
        <p:spPr>
          <a:xfrm>
            <a:off x="3041192" y="1436777"/>
            <a:ext cx="103328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a:t>
            </a:r>
          </a:p>
          <a:p>
            <a:pPr algn="ct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8D92C809-1314-0AD1-8869-77B758541C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63192" y="2214949"/>
            <a:ext cx="812800" cy="796864"/>
          </a:xfrm>
          <a:prstGeom prst="rect">
            <a:avLst/>
          </a:prstGeom>
        </p:spPr>
      </p:pic>
      <p:sp>
        <p:nvSpPr>
          <p:cNvPr id="60" name="文本框 59">
            <a:extLst>
              <a:ext uri="{FF2B5EF4-FFF2-40B4-BE49-F238E27FC236}">
                <a16:creationId xmlns:a16="http://schemas.microsoft.com/office/drawing/2014/main" id="{EB914555-135A-EFBE-E4AC-9646F5121855}"/>
              </a:ext>
            </a:extLst>
          </p:cNvPr>
          <p:cNvSpPr txBox="1"/>
          <p:nvPr/>
        </p:nvSpPr>
        <p:spPr>
          <a:xfrm>
            <a:off x="5100080" y="142412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Repos List</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7B374CFB-20EE-EAE4-BD10-18E493C4A90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00D33D2C-93F5-31DA-04DA-1FAE96D7991C}"/>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46D46145-91B9-7D51-037B-0126EF678554}"/>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5EED824B-E99B-C32D-5DCB-C84AB01A8F9D}"/>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83C7956F-6369-7F3B-92BB-1FFC5A9F1090}"/>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05542D48-749C-88CA-7453-D1BD85171A34}"/>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5" name="圆角矩形 84">
            <a:extLst>
              <a:ext uri="{FF2B5EF4-FFF2-40B4-BE49-F238E27FC236}">
                <a16:creationId xmlns:a16="http://schemas.microsoft.com/office/drawing/2014/main" id="{1C7FE5FB-98D3-8437-2A76-9779B7928C3E}"/>
              </a:ext>
            </a:extLst>
          </p:cNvPr>
          <p:cNvSpPr/>
          <p:nvPr/>
        </p:nvSpPr>
        <p:spPr>
          <a:xfrm>
            <a:off x="879501"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6" name="文本框 85">
            <a:extLst>
              <a:ext uri="{FF2B5EF4-FFF2-40B4-BE49-F238E27FC236}">
                <a16:creationId xmlns:a16="http://schemas.microsoft.com/office/drawing/2014/main" id="{78277629-13B8-E163-C020-1637DB68EBDE}"/>
              </a:ext>
            </a:extLst>
          </p:cNvPr>
          <p:cNvSpPr txBox="1"/>
          <p:nvPr/>
        </p:nvSpPr>
        <p:spPr>
          <a:xfrm>
            <a:off x="702641" y="184512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EBB6E5EE-AB6B-2DD0-ADA7-20627DDDB519}"/>
              </a:ext>
            </a:extLst>
          </p:cNvPr>
          <p:cNvSpPr txBox="1"/>
          <p:nvPr/>
        </p:nvSpPr>
        <p:spPr>
          <a:xfrm>
            <a:off x="787398" y="1427320"/>
            <a:ext cx="11023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Language</a:t>
            </a:r>
          </a:p>
          <a:p>
            <a:pPr algn="ctr"/>
            <a:r>
              <a:rPr lang="en-US" altLang="zh-CN" sz="1200" dirty="0">
                <a:latin typeface="微软雅黑" panose="020B0503020204020204" pitchFamily="34" charset="-122"/>
                <a:ea typeface="微软雅黑" panose="020B0503020204020204" pitchFamily="34" charset="-122"/>
              </a:rPr>
              <a:t> Selection</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C23760D9-A157-F80D-099A-30AC535030C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098566" y="2639170"/>
            <a:ext cx="510164" cy="510164"/>
          </a:xfrm>
          <a:prstGeom prst="rect">
            <a:avLst/>
          </a:prstGeom>
        </p:spPr>
      </p:pic>
      <p:sp>
        <p:nvSpPr>
          <p:cNvPr id="94" name="文本框 93">
            <a:extLst>
              <a:ext uri="{FF2B5EF4-FFF2-40B4-BE49-F238E27FC236}">
                <a16:creationId xmlns:a16="http://schemas.microsoft.com/office/drawing/2014/main" id="{6BAC52C0-2DFD-E620-3765-79CA6C6CD78B}"/>
              </a:ext>
            </a:extLst>
          </p:cNvPr>
          <p:cNvSpPr txBox="1"/>
          <p:nvPr/>
        </p:nvSpPr>
        <p:spPr>
          <a:xfrm>
            <a:off x="2528289" y="1958222"/>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69509CE8-C118-803A-C8E2-F0BB396ECE6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382406" y="2540563"/>
            <a:ext cx="277000" cy="277000"/>
          </a:xfrm>
          <a:prstGeom prst="rect">
            <a:avLst/>
          </a:prstGeom>
        </p:spPr>
      </p:pic>
      <p:pic>
        <p:nvPicPr>
          <p:cNvPr id="98" name="图形 97">
            <a:extLst>
              <a:ext uri="{FF2B5EF4-FFF2-40B4-BE49-F238E27FC236}">
                <a16:creationId xmlns:a16="http://schemas.microsoft.com/office/drawing/2014/main" id="{7C02AF2B-52EE-37C0-18BC-FFA84147EED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36291" y="2559087"/>
            <a:ext cx="259922" cy="259922"/>
          </a:xfrm>
          <a:prstGeom prst="rect">
            <a:avLst/>
          </a:prstGeom>
        </p:spPr>
      </p:pic>
      <p:sp>
        <p:nvSpPr>
          <p:cNvPr id="103" name="圆角矩形 102">
            <a:extLst>
              <a:ext uri="{FF2B5EF4-FFF2-40B4-BE49-F238E27FC236}">
                <a16:creationId xmlns:a16="http://schemas.microsoft.com/office/drawing/2014/main" id="{DE34B738-8E65-3D16-4845-4D45CB7BF1A5}"/>
              </a:ext>
            </a:extLst>
          </p:cNvPr>
          <p:cNvSpPr/>
          <p:nvPr/>
        </p:nvSpPr>
        <p:spPr>
          <a:xfrm>
            <a:off x="1995021" y="2568455"/>
            <a:ext cx="839861" cy="437081"/>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F0FEFF08-6F04-4E8F-33E9-B34AE48C9B73}"/>
              </a:ext>
            </a:extLst>
          </p:cNvPr>
          <p:cNvSpPr/>
          <p:nvPr/>
        </p:nvSpPr>
        <p:spPr>
          <a:xfrm>
            <a:off x="3078486" y="1873357"/>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DF5AFF08-7260-E2A8-7388-351FA525510B}"/>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98CA22C1-0A93-0309-2ECB-807220BFCF60}"/>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A3CD1A55-6A2A-CD2D-077E-B5F861BB8E33}"/>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2DEDE6DB-B1C5-C028-72EE-7589E77689CB}"/>
              </a:ext>
            </a:extLst>
          </p:cNvPr>
          <p:cNvSpPr txBox="1"/>
          <p:nvPr/>
        </p:nvSpPr>
        <p:spPr>
          <a:xfrm>
            <a:off x="3587519" y="251968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Different </a:t>
            </a:r>
          </a:p>
          <a:p>
            <a:pPr algn="ctr"/>
            <a:r>
              <a:rPr lang="en-US" altLang="zh-CN" sz="1200" dirty="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4" name="圆角矩形 113">
            <a:extLst>
              <a:ext uri="{FF2B5EF4-FFF2-40B4-BE49-F238E27FC236}">
                <a16:creationId xmlns:a16="http://schemas.microsoft.com/office/drawing/2014/main" id="{18345E0F-F5B5-455F-A25A-393F14236798}"/>
              </a:ext>
            </a:extLst>
          </p:cNvPr>
          <p:cNvSpPr/>
          <p:nvPr/>
        </p:nvSpPr>
        <p:spPr>
          <a:xfrm>
            <a:off x="5186290" y="1870370"/>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6" name="文本框 115">
            <a:extLst>
              <a:ext uri="{FF2B5EF4-FFF2-40B4-BE49-F238E27FC236}">
                <a16:creationId xmlns:a16="http://schemas.microsoft.com/office/drawing/2014/main" id="{27AEC41F-9307-B81E-7F81-4758263AF20C}"/>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BA7DAACF-4003-B619-79B9-40A47E4DFCD3}"/>
              </a:ext>
            </a:extLst>
          </p:cNvPr>
          <p:cNvSpPr txBox="1"/>
          <p:nvPr/>
        </p:nvSpPr>
        <p:spPr>
          <a:xfrm>
            <a:off x="4630101" y="196836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2206E33D-A385-667D-71A6-A26B088B46AF}"/>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B9733631-5D3B-C900-3E9A-EA253A5BFDA3}"/>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6F76BA3C-612D-B4F0-5EE8-DD0A37BE149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13460" y="2287423"/>
            <a:ext cx="680560" cy="680560"/>
          </a:xfrm>
          <a:prstGeom prst="rect">
            <a:avLst/>
          </a:prstGeom>
        </p:spPr>
      </p:pic>
      <p:sp>
        <p:nvSpPr>
          <p:cNvPr id="124" name="圆角矩形 123">
            <a:extLst>
              <a:ext uri="{FF2B5EF4-FFF2-40B4-BE49-F238E27FC236}">
                <a16:creationId xmlns:a16="http://schemas.microsoft.com/office/drawing/2014/main" id="{C5370A09-FCBB-0908-B54C-DB2B01E12703}"/>
              </a:ext>
            </a:extLst>
          </p:cNvPr>
          <p:cNvSpPr/>
          <p:nvPr/>
        </p:nvSpPr>
        <p:spPr>
          <a:xfrm>
            <a:off x="7349799" y="18711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5" name="文本框 124">
            <a:extLst>
              <a:ext uri="{FF2B5EF4-FFF2-40B4-BE49-F238E27FC236}">
                <a16:creationId xmlns:a16="http://schemas.microsoft.com/office/drawing/2014/main" id="{88636EFE-C005-4C07-C4AB-A75DF5493CF9}"/>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501E4E5-D051-6025-C4CC-2582C55E6F63}"/>
              </a:ext>
            </a:extLst>
          </p:cNvPr>
          <p:cNvSpPr txBox="1"/>
          <p:nvPr/>
        </p:nvSpPr>
        <p:spPr>
          <a:xfrm>
            <a:off x="5686712" y="2529055"/>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636F3AA-5677-6DA5-633E-FE75D7EC02F7}"/>
              </a:ext>
            </a:extLst>
          </p:cNvPr>
          <p:cNvSpPr txBox="1"/>
          <p:nvPr/>
        </p:nvSpPr>
        <p:spPr>
          <a:xfrm>
            <a:off x="7238873" y="1434413"/>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a:p>
            <a:pPr algn="ct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sp>
        <p:nvSpPr>
          <p:cNvPr id="129" name="文本框 128">
            <a:extLst>
              <a:ext uri="{FF2B5EF4-FFF2-40B4-BE49-F238E27FC236}">
                <a16:creationId xmlns:a16="http://schemas.microsoft.com/office/drawing/2014/main" id="{69DADCFF-5D44-3DC7-8772-6C6F016E2976}"/>
              </a:ext>
            </a:extLst>
          </p:cNvPr>
          <p:cNvSpPr txBox="1"/>
          <p:nvPr/>
        </p:nvSpPr>
        <p:spPr>
          <a:xfrm>
            <a:off x="6793919" y="1892798"/>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6B635A38-AAB3-0CDA-0895-A71755FB4C19}"/>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2CD1FC91-E821-2539-C606-9D9A33A055EB}"/>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C97474F8-A383-5A02-1BAF-15B41E4FB6EA}"/>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BC9D3E85-7D02-A713-16FA-451BF2EA23A6}"/>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0F9E494D-9BE1-2374-D72A-2BF6BABC7709}"/>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226F934-94AC-4ED5-B8C8-A631EC31A02D}"/>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202A6F23-BC28-121C-079B-14F19F1962CC}"/>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7" name="圆角矩形 146">
            <a:extLst>
              <a:ext uri="{FF2B5EF4-FFF2-40B4-BE49-F238E27FC236}">
                <a16:creationId xmlns:a16="http://schemas.microsoft.com/office/drawing/2014/main" id="{2BE41463-66A7-0992-9FBD-0A32C7763644}"/>
              </a:ext>
            </a:extLst>
          </p:cNvPr>
          <p:cNvSpPr/>
          <p:nvPr/>
        </p:nvSpPr>
        <p:spPr>
          <a:xfrm>
            <a:off x="10137271" y="1885788"/>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8" name="文本框 147">
            <a:extLst>
              <a:ext uri="{FF2B5EF4-FFF2-40B4-BE49-F238E27FC236}">
                <a16:creationId xmlns:a16="http://schemas.microsoft.com/office/drawing/2014/main" id="{663C8C93-00AC-7579-5B76-0D1F709C6998}"/>
              </a:ext>
            </a:extLst>
          </p:cNvPr>
          <p:cNvSpPr txBox="1"/>
          <p:nvPr/>
        </p:nvSpPr>
        <p:spPr>
          <a:xfrm>
            <a:off x="10012409" y="141804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dirty="0">
                <a:latin typeface="微软雅黑" panose="020B0503020204020204" pitchFamily="34" charset="-122"/>
                <a:ea typeface="微软雅黑" panose="020B0503020204020204" pitchFamily="34" charset="-122"/>
              </a:rPr>
              <a:t>PRs data</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E20E6248-50E4-F064-4C20-2D69A8511AFC}"/>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269434" y="2304239"/>
            <a:ext cx="688717" cy="688717"/>
          </a:xfrm>
          <a:prstGeom prst="rect">
            <a:avLst/>
          </a:prstGeom>
        </p:spPr>
      </p:pic>
      <p:sp>
        <p:nvSpPr>
          <p:cNvPr id="150" name="文本框 149">
            <a:extLst>
              <a:ext uri="{FF2B5EF4-FFF2-40B4-BE49-F238E27FC236}">
                <a16:creationId xmlns:a16="http://schemas.microsoft.com/office/drawing/2014/main" id="{157DAFD2-885F-98FB-0A1A-576DBFC4ECF6}"/>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4" name="圆角矩形 163">
            <a:extLst>
              <a:ext uri="{FF2B5EF4-FFF2-40B4-BE49-F238E27FC236}">
                <a16:creationId xmlns:a16="http://schemas.microsoft.com/office/drawing/2014/main" id="{3DED5107-942C-2917-6593-CD3D86BF6178}"/>
              </a:ext>
            </a:extLst>
          </p:cNvPr>
          <p:cNvSpPr/>
          <p:nvPr/>
        </p:nvSpPr>
        <p:spPr>
          <a:xfrm>
            <a:off x="1260700" y="3906873"/>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5" name="文本框 164">
            <a:extLst>
              <a:ext uri="{FF2B5EF4-FFF2-40B4-BE49-F238E27FC236}">
                <a16:creationId xmlns:a16="http://schemas.microsoft.com/office/drawing/2014/main" id="{5F7C59DD-FBB6-99D9-06E2-62EEDDAAD1AC}"/>
              </a:ext>
            </a:extLst>
          </p:cNvPr>
          <p:cNvSpPr txBox="1"/>
          <p:nvPr/>
        </p:nvSpPr>
        <p:spPr>
          <a:xfrm>
            <a:off x="1146473" y="346960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a:t>
            </a:r>
          </a:p>
          <a:p>
            <a:pPr algn="ctr"/>
            <a:r>
              <a:rPr lang="en-US" altLang="zh-CN" sz="1200">
                <a:latin typeface="微软雅黑" panose="020B0503020204020204" pitchFamily="34" charset="-122"/>
                <a:ea typeface="微软雅黑" panose="020B0503020204020204" pitchFamily="34" charset="-122"/>
              </a:rPr>
              <a:t>PRs </a:t>
            </a:r>
            <a:r>
              <a:rPr lang="en-US" altLang="zh-CN" sz="1200" dirty="0">
                <a:latin typeface="微软雅黑" panose="020B0503020204020204" pitchFamily="34" charset="-122"/>
                <a:ea typeface="微软雅黑" panose="020B0503020204020204" pitchFamily="34" charset="-122"/>
              </a:rPr>
              <a:t>Data</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80DBD7E8-9B0A-4D3D-4C58-CA3D384FC8C6}"/>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392863" y="4325324"/>
            <a:ext cx="688717" cy="688717"/>
          </a:xfrm>
          <a:prstGeom prst="rect">
            <a:avLst/>
          </a:prstGeom>
        </p:spPr>
      </p:pic>
      <p:sp>
        <p:nvSpPr>
          <p:cNvPr id="167" name="文本框 166">
            <a:extLst>
              <a:ext uri="{FF2B5EF4-FFF2-40B4-BE49-F238E27FC236}">
                <a16:creationId xmlns:a16="http://schemas.microsoft.com/office/drawing/2014/main" id="{ABE5F263-A159-5064-47D3-B9EE7F6B6498}"/>
              </a:ext>
            </a:extLst>
          </p:cNvPr>
          <p:cNvSpPr txBox="1"/>
          <p:nvPr/>
        </p:nvSpPr>
        <p:spPr>
          <a:xfrm>
            <a:off x="1281968" y="3939108"/>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3E5FE501-B6A3-4974-16A7-5160A562D83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圆角矩形 170">
            <a:extLst>
              <a:ext uri="{FF2B5EF4-FFF2-40B4-BE49-F238E27FC236}">
                <a16:creationId xmlns:a16="http://schemas.microsoft.com/office/drawing/2014/main" id="{CE1990AE-6AAE-3225-5792-8591C5B18C56}"/>
              </a:ext>
            </a:extLst>
          </p:cNvPr>
          <p:cNvSpPr/>
          <p:nvPr/>
        </p:nvSpPr>
        <p:spPr>
          <a:xfrm>
            <a:off x="3522891" y="3931884"/>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文本框 171">
            <a:extLst>
              <a:ext uri="{FF2B5EF4-FFF2-40B4-BE49-F238E27FC236}">
                <a16:creationId xmlns:a16="http://schemas.microsoft.com/office/drawing/2014/main" id="{4EB9951D-AE7F-FC95-EECD-56A2B8F5AA88}"/>
              </a:ext>
            </a:extLst>
          </p:cNvPr>
          <p:cNvSpPr txBox="1"/>
          <p:nvPr/>
        </p:nvSpPr>
        <p:spPr>
          <a:xfrm>
            <a:off x="3449189" y="3494830"/>
            <a:ext cx="11497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Building</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5BCD7C0-16B4-00B5-3BB5-7E3E599BD5E3}"/>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C2B76D92-3E80-9910-CD54-C36D77257C84}"/>
              </a:ext>
            </a:extLst>
          </p:cNvPr>
          <p:cNvSpPr txBox="1"/>
          <p:nvPr/>
        </p:nvSpPr>
        <p:spPr>
          <a:xfrm>
            <a:off x="2394496" y="416994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AFE9A7B1-9A9D-7D55-3F89-622A98FB3F9F}"/>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5B5C2569-4D67-A218-3FC4-DB3E0401BA77}"/>
              </a:ext>
            </a:extLst>
          </p:cNvPr>
          <p:cNvPicPr>
            <a:picLocks noChangeAspect="1"/>
          </p:cNvPicPr>
          <p:nvPr/>
        </p:nvPicPr>
        <p:blipFill>
          <a:blip r:embed="rId29"/>
          <a:stretch>
            <a:fillRect/>
          </a:stretch>
        </p:blipFill>
        <p:spPr>
          <a:xfrm>
            <a:off x="10050882" y="4440865"/>
            <a:ext cx="568629" cy="568629"/>
          </a:xfrm>
          <a:prstGeom prst="rect">
            <a:avLst/>
          </a:prstGeom>
        </p:spPr>
      </p:pic>
      <p:pic>
        <p:nvPicPr>
          <p:cNvPr id="181" name="图片 180">
            <a:extLst>
              <a:ext uri="{FF2B5EF4-FFF2-40B4-BE49-F238E27FC236}">
                <a16:creationId xmlns:a16="http://schemas.microsoft.com/office/drawing/2014/main" id="{8FEC44B3-A736-4B30-E2B8-DA97AC014DEC}"/>
              </a:ext>
            </a:extLst>
          </p:cNvPr>
          <p:cNvPicPr>
            <a:picLocks noChangeAspect="1"/>
          </p:cNvPicPr>
          <p:nvPr/>
        </p:nvPicPr>
        <p:blipFill>
          <a:blip r:embed="rId30"/>
          <a:stretch>
            <a:fillRect/>
          </a:stretch>
        </p:blipFill>
        <p:spPr>
          <a:xfrm>
            <a:off x="3686366" y="4400718"/>
            <a:ext cx="613324" cy="613324"/>
          </a:xfrm>
          <a:prstGeom prst="rect">
            <a:avLst/>
          </a:prstGeom>
        </p:spPr>
      </p:pic>
      <p:sp>
        <p:nvSpPr>
          <p:cNvPr id="182" name="文本框 181">
            <a:extLst>
              <a:ext uri="{FF2B5EF4-FFF2-40B4-BE49-F238E27FC236}">
                <a16:creationId xmlns:a16="http://schemas.microsoft.com/office/drawing/2014/main" id="{20A68ECF-814C-DE79-BC8E-67B55651A7BE}"/>
              </a:ext>
            </a:extLst>
          </p:cNvPr>
          <p:cNvSpPr txBox="1"/>
          <p:nvPr/>
        </p:nvSpPr>
        <p:spPr>
          <a:xfrm>
            <a:off x="2222301" y="4545580"/>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ABB27B0A-C541-5654-7579-FFAA6856BBCF}"/>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4" name="圆角矩形 183">
            <a:extLst>
              <a:ext uri="{FF2B5EF4-FFF2-40B4-BE49-F238E27FC236}">
                <a16:creationId xmlns:a16="http://schemas.microsoft.com/office/drawing/2014/main" id="{657B20DB-F9C2-3D58-C98E-165E00DC04FC}"/>
              </a:ext>
            </a:extLst>
          </p:cNvPr>
          <p:cNvSpPr/>
          <p:nvPr/>
        </p:nvSpPr>
        <p:spPr>
          <a:xfrm>
            <a:off x="9859445" y="3956495"/>
            <a:ext cx="917457"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5" name="文本框 184">
            <a:extLst>
              <a:ext uri="{FF2B5EF4-FFF2-40B4-BE49-F238E27FC236}">
                <a16:creationId xmlns:a16="http://schemas.microsoft.com/office/drawing/2014/main" id="{9C85CEAC-70C1-B099-A72D-AAD25DA3C4BE}"/>
              </a:ext>
            </a:extLst>
          </p:cNvPr>
          <p:cNvSpPr txBox="1"/>
          <p:nvPr/>
        </p:nvSpPr>
        <p:spPr>
          <a:xfrm>
            <a:off x="9636760"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Final Task</a:t>
            </a:r>
          </a:p>
          <a:p>
            <a:pPr algn="ct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908C8D4D-0A65-1C84-650C-136805ECAB1C}"/>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89" name="圆角矩形 188">
            <a:extLst>
              <a:ext uri="{FF2B5EF4-FFF2-40B4-BE49-F238E27FC236}">
                <a16:creationId xmlns:a16="http://schemas.microsoft.com/office/drawing/2014/main" id="{CFC89FF1-2D61-D34C-8F6E-FF2338852D87}"/>
              </a:ext>
            </a:extLst>
          </p:cNvPr>
          <p:cNvSpPr/>
          <p:nvPr/>
        </p:nvSpPr>
        <p:spPr>
          <a:xfrm>
            <a:off x="6183297" y="3956495"/>
            <a:ext cx="991330" cy="1132179"/>
          </a:xfrm>
          <a:prstGeom prst="roundRect">
            <a:avLst>
              <a:gd name="adj" fmla="val 1435"/>
            </a:avLst>
          </a:prstGeom>
          <a:noFill/>
          <a:ln w="19050">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0" name="文本框 189">
            <a:extLst>
              <a:ext uri="{FF2B5EF4-FFF2-40B4-BE49-F238E27FC236}">
                <a16:creationId xmlns:a16="http://schemas.microsoft.com/office/drawing/2014/main" id="{BA2F1FD8-2D44-894A-D1CC-335C5A27AE84}"/>
              </a:ext>
            </a:extLst>
          </p:cNvPr>
          <p:cNvSpPr txBox="1"/>
          <p:nvPr/>
        </p:nvSpPr>
        <p:spPr>
          <a:xfrm>
            <a:off x="5981379" y="3519441"/>
            <a:ext cx="138119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Environment</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Construction</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2874F011-6508-84EC-8055-109462FD9D0C}"/>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27BFDBAA-4409-7ACF-8DB8-76C76EAABCA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745F7BF4-A970-DF45-0675-0F3BCFE090BE}"/>
              </a:ext>
            </a:extLst>
          </p:cNvPr>
          <p:cNvSpPr txBox="1"/>
          <p:nvPr/>
        </p:nvSpPr>
        <p:spPr>
          <a:xfrm>
            <a:off x="7464968" y="419542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EDF76FB2-1A2E-59E2-4742-A8A8432CA99D}"/>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026001FD-500E-AE0B-64B4-98CE548B4EB4}"/>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45069217-30CE-ADD9-DABF-6F1594EF34E6}"/>
              </a:ext>
            </a:extLst>
          </p:cNvPr>
          <p:cNvSpPr txBox="1"/>
          <p:nvPr/>
        </p:nvSpPr>
        <p:spPr>
          <a:xfrm>
            <a:off x="7493587" y="4649650"/>
            <a:ext cx="2372102"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6DFF656B-978C-C82A-AED4-2A800B3E0A4E}"/>
              </a:ext>
            </a:extLst>
          </p:cNvPr>
          <p:cNvPicPr>
            <a:picLocks noChangeAspect="1"/>
          </p:cNvPicPr>
          <p:nvPr/>
        </p:nvPicPr>
        <p:blipFill>
          <a:blip r:embed="rId32"/>
          <a:stretch>
            <a:fillRect/>
          </a:stretch>
        </p:blipFill>
        <p:spPr>
          <a:xfrm>
            <a:off x="6291212" y="4371166"/>
            <a:ext cx="667886" cy="667886"/>
          </a:xfrm>
          <a:prstGeom prst="rect">
            <a:avLst/>
          </a:prstGeom>
        </p:spPr>
      </p:pic>
      <p:pic>
        <p:nvPicPr>
          <p:cNvPr id="208" name="图片 207">
            <a:extLst>
              <a:ext uri="{FF2B5EF4-FFF2-40B4-BE49-F238E27FC236}">
                <a16:creationId xmlns:a16="http://schemas.microsoft.com/office/drawing/2014/main" id="{8BD2966C-8863-9E46-E5F4-CB51B4503DE1}"/>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796E8B3C-C511-C8D2-0B9E-5962A0523237}"/>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1551E0A2-E8FF-39A4-DAD7-9245F517718F}"/>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A7B57F45-AB7E-1F6D-6221-97DCD1628638}"/>
              </a:ext>
            </a:extLst>
          </p:cNvPr>
          <p:cNvSpPr txBox="1"/>
          <p:nvPr/>
        </p:nvSpPr>
        <p:spPr>
          <a:xfrm>
            <a:off x="4598948" y="4566609"/>
            <a:ext cx="1558950"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Reading Repo Documents</a:t>
            </a:r>
          </a:p>
        </p:txBody>
      </p:sp>
      <p:sp>
        <p:nvSpPr>
          <p:cNvPr id="216" name="文本框 215">
            <a:extLst>
              <a:ext uri="{FF2B5EF4-FFF2-40B4-BE49-F238E27FC236}">
                <a16:creationId xmlns:a16="http://schemas.microsoft.com/office/drawing/2014/main" id="{CAAFFDEA-6244-F9C8-873E-735A562CB136}"/>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 and Repository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D0B7E291-DA63-BD26-FD7A-352869B6F6EC}"/>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Requests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27282D56-D4CB-E466-86A5-CB77BAFCD865}"/>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Instances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066F9E4B-8C57-7E5E-5F18-E973EDB8F81B}"/>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7679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34F4-E6AB-071E-675A-60EFEEAA4AE1}"/>
            </a:ext>
          </a:extLst>
        </p:cNvPr>
        <p:cNvGrpSpPr/>
        <p:nvPr/>
      </p:nvGrpSpPr>
      <p:grpSpPr>
        <a:xfrm>
          <a:off x="0" y="0"/>
          <a:ext cx="0" cy="0"/>
          <a:chOff x="0" y="0"/>
          <a:chExt cx="0" cy="0"/>
        </a:xfrm>
      </p:grpSpPr>
      <p:sp>
        <p:nvSpPr>
          <p:cNvPr id="213" name="矩形: 圆角 5">
            <a:extLst>
              <a:ext uri="{FF2B5EF4-FFF2-40B4-BE49-F238E27FC236}">
                <a16:creationId xmlns:a16="http://schemas.microsoft.com/office/drawing/2014/main" id="{22F74B05-AF4E-B1EE-B4DF-984A1645C103}"/>
              </a:ext>
            </a:extLst>
          </p:cNvPr>
          <p:cNvSpPr/>
          <p:nvPr/>
        </p:nvSpPr>
        <p:spPr>
          <a:xfrm>
            <a:off x="504041" y="1040525"/>
            <a:ext cx="11074314" cy="4162096"/>
          </a:xfrm>
          <a:prstGeom prst="roundRect">
            <a:avLst>
              <a:gd name="adj" fmla="val 5285"/>
            </a:avLst>
          </a:prstGeom>
          <a:solidFill>
            <a:schemeClr val="accent2">
              <a:lumMod val="20000"/>
              <a:lumOff val="80000"/>
            </a:schemeClr>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4" name="圆角矩形 183">
            <a:extLst>
              <a:ext uri="{FF2B5EF4-FFF2-40B4-BE49-F238E27FC236}">
                <a16:creationId xmlns:a16="http://schemas.microsoft.com/office/drawing/2014/main" id="{C69025A6-6F7A-1D11-C4F2-44587E166806}"/>
              </a:ext>
            </a:extLst>
          </p:cNvPr>
          <p:cNvSpPr/>
          <p:nvPr/>
        </p:nvSpPr>
        <p:spPr>
          <a:xfrm>
            <a:off x="9859445" y="3956495"/>
            <a:ext cx="917457" cy="1132179"/>
          </a:xfrm>
          <a:prstGeom prst="roundRect">
            <a:avLst>
              <a:gd name="adj" fmla="val 7201"/>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9" name="圆角矩形 188">
            <a:extLst>
              <a:ext uri="{FF2B5EF4-FFF2-40B4-BE49-F238E27FC236}">
                <a16:creationId xmlns:a16="http://schemas.microsoft.com/office/drawing/2014/main" id="{33BDE5B7-DD03-9D9F-6DFC-EF1675FA5467}"/>
              </a:ext>
            </a:extLst>
          </p:cNvPr>
          <p:cNvSpPr/>
          <p:nvPr/>
        </p:nvSpPr>
        <p:spPr>
          <a:xfrm>
            <a:off x="6183297" y="3956495"/>
            <a:ext cx="991330" cy="1132179"/>
          </a:xfrm>
          <a:prstGeom prst="roundRect">
            <a:avLst>
              <a:gd name="adj" fmla="val 1435"/>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1" name="圆角矩形 170">
            <a:extLst>
              <a:ext uri="{FF2B5EF4-FFF2-40B4-BE49-F238E27FC236}">
                <a16:creationId xmlns:a16="http://schemas.microsoft.com/office/drawing/2014/main" id="{BFEAEC57-F84A-AFFE-DB37-AD9C9D1B6621}"/>
              </a:ext>
            </a:extLst>
          </p:cNvPr>
          <p:cNvSpPr/>
          <p:nvPr/>
        </p:nvSpPr>
        <p:spPr>
          <a:xfrm>
            <a:off x="3522891" y="3931884"/>
            <a:ext cx="917457" cy="1132179"/>
          </a:xfrm>
          <a:prstGeom prst="roundRect">
            <a:avLst>
              <a:gd name="adj" fmla="val 8192"/>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4" name="圆角矩形 163">
            <a:extLst>
              <a:ext uri="{FF2B5EF4-FFF2-40B4-BE49-F238E27FC236}">
                <a16:creationId xmlns:a16="http://schemas.microsoft.com/office/drawing/2014/main" id="{7D5E5E5A-F0F6-76EF-07CD-E43FD826B60D}"/>
              </a:ext>
            </a:extLst>
          </p:cNvPr>
          <p:cNvSpPr/>
          <p:nvPr/>
        </p:nvSpPr>
        <p:spPr>
          <a:xfrm>
            <a:off x="1260700" y="3906873"/>
            <a:ext cx="917457" cy="1132179"/>
          </a:xfrm>
          <a:prstGeom prst="roundRect">
            <a:avLst>
              <a:gd name="adj" fmla="val 8080"/>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7" name="圆角矩形 146">
            <a:extLst>
              <a:ext uri="{FF2B5EF4-FFF2-40B4-BE49-F238E27FC236}">
                <a16:creationId xmlns:a16="http://schemas.microsoft.com/office/drawing/2014/main" id="{F7DBA315-201E-198A-D0DB-7015CC2C17E7}"/>
              </a:ext>
            </a:extLst>
          </p:cNvPr>
          <p:cNvSpPr/>
          <p:nvPr/>
        </p:nvSpPr>
        <p:spPr>
          <a:xfrm>
            <a:off x="10137271" y="1885788"/>
            <a:ext cx="917457" cy="1132179"/>
          </a:xfrm>
          <a:prstGeom prst="roundRect">
            <a:avLst>
              <a:gd name="adj" fmla="val 9187"/>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4" name="圆角矩形 123">
            <a:extLst>
              <a:ext uri="{FF2B5EF4-FFF2-40B4-BE49-F238E27FC236}">
                <a16:creationId xmlns:a16="http://schemas.microsoft.com/office/drawing/2014/main" id="{DE9EF385-3A80-8FF9-462F-8F65E2F3CEA4}"/>
              </a:ext>
            </a:extLst>
          </p:cNvPr>
          <p:cNvSpPr/>
          <p:nvPr/>
        </p:nvSpPr>
        <p:spPr>
          <a:xfrm>
            <a:off x="7349799" y="1871195"/>
            <a:ext cx="917457" cy="1132179"/>
          </a:xfrm>
          <a:prstGeom prst="roundRect">
            <a:avLst>
              <a:gd name="adj" fmla="val 9018"/>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4" name="圆角矩形 113">
            <a:extLst>
              <a:ext uri="{FF2B5EF4-FFF2-40B4-BE49-F238E27FC236}">
                <a16:creationId xmlns:a16="http://schemas.microsoft.com/office/drawing/2014/main" id="{A0EECE09-21C0-1C7D-9650-4AE59DBBA232}"/>
              </a:ext>
            </a:extLst>
          </p:cNvPr>
          <p:cNvSpPr/>
          <p:nvPr/>
        </p:nvSpPr>
        <p:spPr>
          <a:xfrm>
            <a:off x="5186290" y="1870370"/>
            <a:ext cx="917457" cy="1132179"/>
          </a:xfrm>
          <a:prstGeom prst="roundRect">
            <a:avLst>
              <a:gd name="adj" fmla="val 8143"/>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圆角矩形 103">
            <a:extLst>
              <a:ext uri="{FF2B5EF4-FFF2-40B4-BE49-F238E27FC236}">
                <a16:creationId xmlns:a16="http://schemas.microsoft.com/office/drawing/2014/main" id="{48F42EEC-066D-41B6-E0D9-ADAC05DE8594}"/>
              </a:ext>
            </a:extLst>
          </p:cNvPr>
          <p:cNvSpPr/>
          <p:nvPr/>
        </p:nvSpPr>
        <p:spPr>
          <a:xfrm>
            <a:off x="3078486" y="1873357"/>
            <a:ext cx="917457" cy="1132179"/>
          </a:xfrm>
          <a:prstGeom prst="roundRect">
            <a:avLst>
              <a:gd name="adj" fmla="val 8275"/>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5" name="圆角矩形 84">
            <a:extLst>
              <a:ext uri="{FF2B5EF4-FFF2-40B4-BE49-F238E27FC236}">
                <a16:creationId xmlns:a16="http://schemas.microsoft.com/office/drawing/2014/main" id="{CE97D5C0-FDCB-4BBD-5864-D6382CD393EC}"/>
              </a:ext>
            </a:extLst>
          </p:cNvPr>
          <p:cNvSpPr/>
          <p:nvPr/>
        </p:nvSpPr>
        <p:spPr>
          <a:xfrm>
            <a:off x="879501" y="1873357"/>
            <a:ext cx="917457" cy="1132179"/>
          </a:xfrm>
          <a:prstGeom prst="roundRect">
            <a:avLst>
              <a:gd name="adj" fmla="val 9303"/>
            </a:avLst>
          </a:prstGeom>
          <a:solidFill>
            <a:schemeClr val="accent2">
              <a:lumMod val="40000"/>
              <a:lumOff val="60000"/>
            </a:schemeClr>
          </a:solidFill>
          <a:ln w="19050">
            <a:no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文本框 42">
            <a:extLst>
              <a:ext uri="{FF2B5EF4-FFF2-40B4-BE49-F238E27FC236}">
                <a16:creationId xmlns:a16="http://schemas.microsoft.com/office/drawing/2014/main" id="{7B118B5C-624D-B401-532F-F9DD934124E2}"/>
              </a:ext>
            </a:extLst>
          </p:cNvPr>
          <p:cNvSpPr txBox="1"/>
          <p:nvPr/>
        </p:nvSpPr>
        <p:spPr>
          <a:xfrm>
            <a:off x="1970915" y="2102020"/>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pic>
        <p:nvPicPr>
          <p:cNvPr id="46" name="图形 45">
            <a:extLst>
              <a:ext uri="{FF2B5EF4-FFF2-40B4-BE49-F238E27FC236}">
                <a16:creationId xmlns:a16="http://schemas.microsoft.com/office/drawing/2014/main" id="{FE7E11DF-C47B-E59F-EE12-49BD669157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50689" y="2269732"/>
            <a:ext cx="568508" cy="557362"/>
          </a:xfrm>
          <a:prstGeom prst="rect">
            <a:avLst/>
          </a:prstGeom>
        </p:spPr>
      </p:pic>
      <p:sp>
        <p:nvSpPr>
          <p:cNvPr id="47" name="文本框 46">
            <a:extLst>
              <a:ext uri="{FF2B5EF4-FFF2-40B4-BE49-F238E27FC236}">
                <a16:creationId xmlns:a16="http://schemas.microsoft.com/office/drawing/2014/main" id="{08AF9640-89C9-1C45-FA8E-C81A46BE3CB9}"/>
              </a:ext>
            </a:extLst>
          </p:cNvPr>
          <p:cNvSpPr txBox="1"/>
          <p:nvPr/>
        </p:nvSpPr>
        <p:spPr>
          <a:xfrm>
            <a:off x="2734357" y="1563309"/>
            <a:ext cx="161553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Candidate Repos</a:t>
            </a:r>
            <a:endParaRPr lang="zh-CN" altLang="en-US" sz="1200" dirty="0">
              <a:latin typeface="微软雅黑" panose="020B0503020204020204" pitchFamily="34" charset="-122"/>
              <a:ea typeface="微软雅黑" panose="020B0503020204020204" pitchFamily="34" charset="-122"/>
            </a:endParaRPr>
          </a:p>
        </p:txBody>
      </p:sp>
      <p:pic>
        <p:nvPicPr>
          <p:cNvPr id="59" name="图形 58">
            <a:extLst>
              <a:ext uri="{FF2B5EF4-FFF2-40B4-BE49-F238E27FC236}">
                <a16:creationId xmlns:a16="http://schemas.microsoft.com/office/drawing/2014/main" id="{A2112ED1-295A-C376-B6BE-9B82C5936F2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48339" y="2250554"/>
            <a:ext cx="622327" cy="610125"/>
          </a:xfrm>
          <a:prstGeom prst="rect">
            <a:avLst/>
          </a:prstGeom>
        </p:spPr>
      </p:pic>
      <p:sp>
        <p:nvSpPr>
          <p:cNvPr id="60" name="文本框 59">
            <a:extLst>
              <a:ext uri="{FF2B5EF4-FFF2-40B4-BE49-F238E27FC236}">
                <a16:creationId xmlns:a16="http://schemas.microsoft.com/office/drawing/2014/main" id="{2C0F88C7-D3E1-354A-ED38-91E38BCFCF30}"/>
              </a:ext>
            </a:extLst>
          </p:cNvPr>
          <p:cNvSpPr txBox="1"/>
          <p:nvPr/>
        </p:nvSpPr>
        <p:spPr>
          <a:xfrm>
            <a:off x="4853827" y="1569254"/>
            <a:ext cx="157179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Target Repos</a:t>
            </a:r>
            <a:endParaRPr lang="zh-CN" altLang="en-US" sz="1200" dirty="0">
              <a:latin typeface="微软雅黑" panose="020B0503020204020204" pitchFamily="34" charset="-122"/>
              <a:ea typeface="微软雅黑" panose="020B0503020204020204" pitchFamily="34" charset="-122"/>
            </a:endParaRPr>
          </a:p>
        </p:txBody>
      </p:sp>
      <p:pic>
        <p:nvPicPr>
          <p:cNvPr id="62" name="图形 61">
            <a:extLst>
              <a:ext uri="{FF2B5EF4-FFF2-40B4-BE49-F238E27FC236}">
                <a16:creationId xmlns:a16="http://schemas.microsoft.com/office/drawing/2014/main" id="{85DB025C-B920-5A7F-935F-0B3C9681774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883083" y="2073404"/>
            <a:ext cx="279953" cy="279953"/>
          </a:xfrm>
          <a:prstGeom prst="rect">
            <a:avLst/>
          </a:prstGeom>
        </p:spPr>
      </p:pic>
      <p:cxnSp>
        <p:nvCxnSpPr>
          <p:cNvPr id="74" name="直接箭头连接符 90">
            <a:extLst>
              <a:ext uri="{FF2B5EF4-FFF2-40B4-BE49-F238E27FC236}">
                <a16:creationId xmlns:a16="http://schemas.microsoft.com/office/drawing/2014/main" id="{232F10B3-1639-A36F-A660-BDD4AC277168}"/>
              </a:ext>
            </a:extLst>
          </p:cNvPr>
          <p:cNvCxnSpPr>
            <a:cxnSpLocks/>
            <a:stCxn id="85" idx="3"/>
            <a:endCxn id="104" idx="1"/>
          </p:cNvCxnSpPr>
          <p:nvPr/>
        </p:nvCxnSpPr>
        <p:spPr>
          <a:xfrm>
            <a:off x="1796958" y="2439447"/>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8" name="图片 77">
            <a:extLst>
              <a:ext uri="{FF2B5EF4-FFF2-40B4-BE49-F238E27FC236}">
                <a16:creationId xmlns:a16="http://schemas.microsoft.com/office/drawing/2014/main" id="{DD277D8D-A08D-1D26-2BF0-C4BD0C973663}"/>
              </a:ext>
            </a:extLst>
          </p:cNvPr>
          <p:cNvPicPr>
            <a:picLocks noChangeAspect="1"/>
          </p:cNvPicPr>
          <p:nvPr/>
        </p:nvPicPr>
        <p:blipFill>
          <a:blip r:embed="rId8"/>
          <a:stretch>
            <a:fillRect/>
          </a:stretch>
        </p:blipFill>
        <p:spPr>
          <a:xfrm>
            <a:off x="1386653" y="2213304"/>
            <a:ext cx="330554" cy="330554"/>
          </a:xfrm>
          <a:prstGeom prst="rect">
            <a:avLst/>
          </a:prstGeom>
        </p:spPr>
      </p:pic>
      <p:pic>
        <p:nvPicPr>
          <p:cNvPr id="80" name="图片 79">
            <a:extLst>
              <a:ext uri="{FF2B5EF4-FFF2-40B4-BE49-F238E27FC236}">
                <a16:creationId xmlns:a16="http://schemas.microsoft.com/office/drawing/2014/main" id="{94E337F3-BB60-428E-FB6D-51A4949CE114}"/>
              </a:ext>
            </a:extLst>
          </p:cNvPr>
          <p:cNvPicPr>
            <a:picLocks noChangeAspect="1"/>
          </p:cNvPicPr>
          <p:nvPr/>
        </p:nvPicPr>
        <p:blipFill>
          <a:blip r:embed="rId9"/>
          <a:stretch>
            <a:fillRect/>
          </a:stretch>
        </p:blipFill>
        <p:spPr>
          <a:xfrm>
            <a:off x="1362988" y="2560801"/>
            <a:ext cx="398174" cy="398174"/>
          </a:xfrm>
          <a:prstGeom prst="rect">
            <a:avLst/>
          </a:prstGeom>
        </p:spPr>
      </p:pic>
      <p:pic>
        <p:nvPicPr>
          <p:cNvPr id="82" name="图片 81">
            <a:extLst>
              <a:ext uri="{FF2B5EF4-FFF2-40B4-BE49-F238E27FC236}">
                <a16:creationId xmlns:a16="http://schemas.microsoft.com/office/drawing/2014/main" id="{7C190858-4A93-3021-EF1A-4233659EF7AA}"/>
              </a:ext>
            </a:extLst>
          </p:cNvPr>
          <p:cNvPicPr>
            <a:picLocks noChangeAspect="1"/>
          </p:cNvPicPr>
          <p:nvPr/>
        </p:nvPicPr>
        <p:blipFill>
          <a:blip r:embed="rId10"/>
          <a:stretch>
            <a:fillRect/>
          </a:stretch>
        </p:blipFill>
        <p:spPr>
          <a:xfrm>
            <a:off x="958308" y="2191293"/>
            <a:ext cx="358823" cy="358823"/>
          </a:xfrm>
          <a:prstGeom prst="rect">
            <a:avLst/>
          </a:prstGeom>
        </p:spPr>
      </p:pic>
      <p:pic>
        <p:nvPicPr>
          <p:cNvPr id="84" name="图片 83">
            <a:extLst>
              <a:ext uri="{FF2B5EF4-FFF2-40B4-BE49-F238E27FC236}">
                <a16:creationId xmlns:a16="http://schemas.microsoft.com/office/drawing/2014/main" id="{B276CB9E-5847-1119-E861-B62FA7DFD2CF}"/>
              </a:ext>
            </a:extLst>
          </p:cNvPr>
          <p:cNvPicPr>
            <a:picLocks noChangeAspect="1"/>
          </p:cNvPicPr>
          <p:nvPr/>
        </p:nvPicPr>
        <p:blipFill>
          <a:blip r:embed="rId11"/>
          <a:stretch>
            <a:fillRect/>
          </a:stretch>
        </p:blipFill>
        <p:spPr>
          <a:xfrm>
            <a:off x="960489" y="2590990"/>
            <a:ext cx="358824" cy="358824"/>
          </a:xfrm>
          <a:prstGeom prst="rect">
            <a:avLst/>
          </a:prstGeom>
        </p:spPr>
      </p:pic>
      <p:sp>
        <p:nvSpPr>
          <p:cNvPr id="86" name="文本框 85">
            <a:extLst>
              <a:ext uri="{FF2B5EF4-FFF2-40B4-BE49-F238E27FC236}">
                <a16:creationId xmlns:a16="http://schemas.microsoft.com/office/drawing/2014/main" id="{23D8B8AB-E0D3-012D-3B7B-EEAFAD8537EF}"/>
              </a:ext>
            </a:extLst>
          </p:cNvPr>
          <p:cNvSpPr txBox="1"/>
          <p:nvPr/>
        </p:nvSpPr>
        <p:spPr>
          <a:xfrm>
            <a:off x="717822" y="187119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4 used</a:t>
            </a:r>
          </a:p>
        </p:txBody>
      </p:sp>
      <p:sp>
        <p:nvSpPr>
          <p:cNvPr id="87" name="文本框 86">
            <a:extLst>
              <a:ext uri="{FF2B5EF4-FFF2-40B4-BE49-F238E27FC236}">
                <a16:creationId xmlns:a16="http://schemas.microsoft.com/office/drawing/2014/main" id="{BC6FFC96-BBEC-4581-5863-592C67E3874C}"/>
              </a:ext>
            </a:extLst>
          </p:cNvPr>
          <p:cNvSpPr txBox="1"/>
          <p:nvPr/>
        </p:nvSpPr>
        <p:spPr>
          <a:xfrm>
            <a:off x="613645" y="1551084"/>
            <a:ext cx="1675066"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Selected Languages </a:t>
            </a:r>
            <a:endParaRPr lang="zh-CN" altLang="en-US" sz="1200" dirty="0">
              <a:latin typeface="微软雅黑" panose="020B0503020204020204" pitchFamily="34" charset="-122"/>
              <a:ea typeface="微软雅黑" panose="020B0503020204020204" pitchFamily="34" charset="-122"/>
            </a:endParaRPr>
          </a:p>
        </p:txBody>
      </p:sp>
      <p:pic>
        <p:nvPicPr>
          <p:cNvPr id="93" name="图形 92">
            <a:extLst>
              <a:ext uri="{FF2B5EF4-FFF2-40B4-BE49-F238E27FC236}">
                <a16:creationId xmlns:a16="http://schemas.microsoft.com/office/drawing/2014/main" id="{BB28ED9B-5B30-767D-A66B-70F0A50C322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53158" y="2639169"/>
            <a:ext cx="510164" cy="510164"/>
          </a:xfrm>
          <a:prstGeom prst="rect">
            <a:avLst/>
          </a:prstGeom>
        </p:spPr>
      </p:pic>
      <p:sp>
        <p:nvSpPr>
          <p:cNvPr id="94" name="文本框 93">
            <a:extLst>
              <a:ext uri="{FF2B5EF4-FFF2-40B4-BE49-F238E27FC236}">
                <a16:creationId xmlns:a16="http://schemas.microsoft.com/office/drawing/2014/main" id="{828AD257-EAE1-ACA1-8546-8BA5910D152F}"/>
              </a:ext>
            </a:extLst>
          </p:cNvPr>
          <p:cNvSpPr txBox="1"/>
          <p:nvPr/>
        </p:nvSpPr>
        <p:spPr>
          <a:xfrm>
            <a:off x="2510307" y="1948567"/>
            <a:ext cx="2063639"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Top 200 </a:t>
            </a:r>
          </a:p>
        </p:txBody>
      </p:sp>
      <p:pic>
        <p:nvPicPr>
          <p:cNvPr id="96" name="图形 95">
            <a:extLst>
              <a:ext uri="{FF2B5EF4-FFF2-40B4-BE49-F238E27FC236}">
                <a16:creationId xmlns:a16="http://schemas.microsoft.com/office/drawing/2014/main" id="{8663F395-D042-05FE-29A9-CBB16758793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85763" y="2576769"/>
            <a:ext cx="277000" cy="277000"/>
          </a:xfrm>
          <a:prstGeom prst="rect">
            <a:avLst/>
          </a:prstGeom>
        </p:spPr>
      </p:pic>
      <p:pic>
        <p:nvPicPr>
          <p:cNvPr id="98" name="图形 97">
            <a:extLst>
              <a:ext uri="{FF2B5EF4-FFF2-40B4-BE49-F238E27FC236}">
                <a16:creationId xmlns:a16="http://schemas.microsoft.com/office/drawing/2014/main" id="{E865724A-B268-6672-63A6-46FD49D2E05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064338" y="2588225"/>
            <a:ext cx="259922" cy="259922"/>
          </a:xfrm>
          <a:prstGeom prst="rect">
            <a:avLst/>
          </a:prstGeom>
        </p:spPr>
      </p:pic>
      <p:sp>
        <p:nvSpPr>
          <p:cNvPr id="103" name="圆角矩形 102">
            <a:extLst>
              <a:ext uri="{FF2B5EF4-FFF2-40B4-BE49-F238E27FC236}">
                <a16:creationId xmlns:a16="http://schemas.microsoft.com/office/drawing/2014/main" id="{11AE1AA3-71B9-6AAE-8392-82D9DB0B5F2F}"/>
              </a:ext>
            </a:extLst>
          </p:cNvPr>
          <p:cNvSpPr/>
          <p:nvPr/>
        </p:nvSpPr>
        <p:spPr>
          <a:xfrm>
            <a:off x="1995021" y="2568455"/>
            <a:ext cx="839861" cy="437081"/>
          </a:xfrm>
          <a:prstGeom prst="roundRect">
            <a:avLst>
              <a:gd name="adj" fmla="val 1435"/>
            </a:avLst>
          </a:prstGeom>
          <a:noFill/>
          <a:ln w="6350">
            <a:solidFill>
              <a:schemeClr val="tx1">
                <a:lumMod val="50000"/>
                <a:lumOff val="5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08" name="图片 107">
            <a:extLst>
              <a:ext uri="{FF2B5EF4-FFF2-40B4-BE49-F238E27FC236}">
                <a16:creationId xmlns:a16="http://schemas.microsoft.com/office/drawing/2014/main" id="{20382BBF-ADE9-5F86-9FBF-6220A9C5B541}"/>
              </a:ext>
            </a:extLst>
          </p:cNvPr>
          <p:cNvPicPr>
            <a:picLocks noChangeAspect="1"/>
          </p:cNvPicPr>
          <p:nvPr/>
        </p:nvPicPr>
        <p:blipFill>
          <a:blip r:embed="rId18"/>
          <a:stretch>
            <a:fillRect/>
          </a:stretch>
        </p:blipFill>
        <p:spPr>
          <a:xfrm>
            <a:off x="4146505" y="2080482"/>
            <a:ext cx="272876" cy="272876"/>
          </a:xfrm>
          <a:prstGeom prst="rect">
            <a:avLst/>
          </a:prstGeom>
        </p:spPr>
      </p:pic>
      <p:cxnSp>
        <p:nvCxnSpPr>
          <p:cNvPr id="109" name="直接箭头连接符 90">
            <a:extLst>
              <a:ext uri="{FF2B5EF4-FFF2-40B4-BE49-F238E27FC236}">
                <a16:creationId xmlns:a16="http://schemas.microsoft.com/office/drawing/2014/main" id="{1EC54974-6659-BAAC-364A-9A0A5EAC22CC}"/>
              </a:ext>
            </a:extLst>
          </p:cNvPr>
          <p:cNvCxnSpPr>
            <a:cxnSpLocks/>
          </p:cNvCxnSpPr>
          <p:nvPr/>
        </p:nvCxnSpPr>
        <p:spPr>
          <a:xfrm flipV="1">
            <a:off x="4007964" y="2439446"/>
            <a:ext cx="1186562"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文本框 109">
            <a:extLst>
              <a:ext uri="{FF2B5EF4-FFF2-40B4-BE49-F238E27FC236}">
                <a16:creationId xmlns:a16="http://schemas.microsoft.com/office/drawing/2014/main" id="{32955425-45E5-868F-83F6-4ABE5BF906F0}"/>
              </a:ext>
            </a:extLst>
          </p:cNvPr>
          <p:cNvSpPr txBox="1"/>
          <p:nvPr/>
        </p:nvSpPr>
        <p:spPr>
          <a:xfrm>
            <a:off x="4145274" y="209370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Filtering</a:t>
            </a:r>
          </a:p>
        </p:txBody>
      </p:sp>
      <p:sp>
        <p:nvSpPr>
          <p:cNvPr id="111" name="文本框 110">
            <a:extLst>
              <a:ext uri="{FF2B5EF4-FFF2-40B4-BE49-F238E27FC236}">
                <a16:creationId xmlns:a16="http://schemas.microsoft.com/office/drawing/2014/main" id="{5102941B-604E-22B9-63A7-7ED3BCA90EC8}"/>
              </a:ext>
            </a:extLst>
          </p:cNvPr>
          <p:cNvSpPr txBox="1"/>
          <p:nvPr/>
        </p:nvSpPr>
        <p:spPr>
          <a:xfrm>
            <a:off x="3913457" y="2529054"/>
            <a:ext cx="138302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a:latin typeface="微软雅黑" panose="020B0503020204020204" pitchFamily="34" charset="-122"/>
                <a:ea typeface="微软雅黑" panose="020B0503020204020204" pitchFamily="34" charset="-122"/>
              </a:rPr>
              <a:t>Different </a:t>
            </a:r>
          </a:p>
          <a:p>
            <a:pPr algn="ctr"/>
            <a:r>
              <a:rPr lang="en-US" altLang="zh-CN" sz="1200">
                <a:latin typeface="微软雅黑" panose="020B0503020204020204" pitchFamily="34" charset="-122"/>
                <a:ea typeface="微软雅黑" panose="020B0503020204020204" pitchFamily="34" charset="-122"/>
              </a:rPr>
              <a:t>Domains</a:t>
            </a:r>
            <a:endParaRPr lang="zh-CN" altLang="en-US" sz="1200" dirty="0">
              <a:latin typeface="微软雅黑" panose="020B0503020204020204" pitchFamily="34" charset="-122"/>
              <a:ea typeface="微软雅黑" panose="020B0503020204020204" pitchFamily="34" charset="-122"/>
            </a:endParaRPr>
          </a:p>
        </p:txBody>
      </p:sp>
      <p:sp>
        <p:nvSpPr>
          <p:cNvPr id="116" name="文本框 115">
            <a:extLst>
              <a:ext uri="{FF2B5EF4-FFF2-40B4-BE49-F238E27FC236}">
                <a16:creationId xmlns:a16="http://schemas.microsoft.com/office/drawing/2014/main" id="{C4EE99ED-55E7-020E-C2D2-20D06B9CD0F2}"/>
              </a:ext>
            </a:extLst>
          </p:cNvPr>
          <p:cNvSpPr txBox="1"/>
          <p:nvPr/>
        </p:nvSpPr>
        <p:spPr>
          <a:xfrm>
            <a:off x="4604060" y="1912756"/>
            <a:ext cx="2063639"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sp>
        <p:nvSpPr>
          <p:cNvPr id="117" name="文本框 116">
            <a:extLst>
              <a:ext uri="{FF2B5EF4-FFF2-40B4-BE49-F238E27FC236}">
                <a16:creationId xmlns:a16="http://schemas.microsoft.com/office/drawing/2014/main" id="{AC59B042-E777-7D80-564B-7BC8CA914C4B}"/>
              </a:ext>
            </a:extLst>
          </p:cNvPr>
          <p:cNvSpPr txBox="1"/>
          <p:nvPr/>
        </p:nvSpPr>
        <p:spPr>
          <a:xfrm>
            <a:off x="5194526" y="1959579"/>
            <a:ext cx="90922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15 Repos</a:t>
            </a:r>
            <a:endParaRPr lang="zh-CN" altLang="en-US" sz="1200" dirty="0">
              <a:latin typeface="微软雅黑" panose="020B0503020204020204" pitchFamily="34" charset="-122"/>
              <a:ea typeface="微软雅黑" panose="020B0503020204020204" pitchFamily="34" charset="-122"/>
            </a:endParaRPr>
          </a:p>
          <a:p>
            <a:pPr algn="ctr"/>
            <a:endParaRPr lang="zh-CN" altLang="en-US" sz="1200" dirty="0">
              <a:latin typeface="微软雅黑" panose="020B0503020204020204" pitchFamily="34" charset="-122"/>
              <a:ea typeface="微软雅黑" panose="020B0503020204020204" pitchFamily="34" charset="-122"/>
            </a:endParaRPr>
          </a:p>
        </p:txBody>
      </p:sp>
      <p:cxnSp>
        <p:nvCxnSpPr>
          <p:cNvPr id="118" name="直接箭头连接符 26">
            <a:extLst>
              <a:ext uri="{FF2B5EF4-FFF2-40B4-BE49-F238E27FC236}">
                <a16:creationId xmlns:a16="http://schemas.microsoft.com/office/drawing/2014/main" id="{18EC510E-29EC-FCC2-ED3C-3AA67E7853B8}"/>
              </a:ext>
            </a:extLst>
          </p:cNvPr>
          <p:cNvCxnSpPr>
            <a:cxnSpLocks/>
            <a:stCxn id="114" idx="3"/>
            <a:endCxn id="124" idx="1"/>
          </p:cNvCxnSpPr>
          <p:nvPr/>
        </p:nvCxnSpPr>
        <p:spPr>
          <a:xfrm>
            <a:off x="6103747" y="2436460"/>
            <a:ext cx="1246052" cy="82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9" name="图形 118">
            <a:extLst>
              <a:ext uri="{FF2B5EF4-FFF2-40B4-BE49-F238E27FC236}">
                <a16:creationId xmlns:a16="http://schemas.microsoft.com/office/drawing/2014/main" id="{848AC65E-6A0A-C8F2-E6A3-502B186E89B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77933" y="2079213"/>
            <a:ext cx="270012" cy="270012"/>
          </a:xfrm>
          <a:prstGeom prst="rect">
            <a:avLst/>
          </a:prstGeom>
        </p:spPr>
      </p:pic>
      <p:pic>
        <p:nvPicPr>
          <p:cNvPr id="122" name="图形 121">
            <a:extLst>
              <a:ext uri="{FF2B5EF4-FFF2-40B4-BE49-F238E27FC236}">
                <a16:creationId xmlns:a16="http://schemas.microsoft.com/office/drawing/2014/main" id="{3BE82647-583B-81B5-E24C-DC026BF68E60}"/>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7569874" y="2353516"/>
            <a:ext cx="560724" cy="560724"/>
          </a:xfrm>
          <a:prstGeom prst="rect">
            <a:avLst/>
          </a:prstGeom>
        </p:spPr>
      </p:pic>
      <p:sp>
        <p:nvSpPr>
          <p:cNvPr id="125" name="文本框 124">
            <a:extLst>
              <a:ext uri="{FF2B5EF4-FFF2-40B4-BE49-F238E27FC236}">
                <a16:creationId xmlns:a16="http://schemas.microsoft.com/office/drawing/2014/main" id="{0772545E-2DF5-BC56-801F-6E279D6AC60F}"/>
              </a:ext>
            </a:extLst>
          </p:cNvPr>
          <p:cNvSpPr txBox="1"/>
          <p:nvPr/>
        </p:nvSpPr>
        <p:spPr>
          <a:xfrm>
            <a:off x="6264061" y="2097755"/>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Collecting</a:t>
            </a:r>
          </a:p>
        </p:txBody>
      </p:sp>
      <p:sp>
        <p:nvSpPr>
          <p:cNvPr id="126" name="文本框 125">
            <a:extLst>
              <a:ext uri="{FF2B5EF4-FFF2-40B4-BE49-F238E27FC236}">
                <a16:creationId xmlns:a16="http://schemas.microsoft.com/office/drawing/2014/main" id="{219B30FA-715B-0E3D-A3E6-C7FDB71CFB48}"/>
              </a:ext>
            </a:extLst>
          </p:cNvPr>
          <p:cNvSpPr txBox="1"/>
          <p:nvPr/>
        </p:nvSpPr>
        <p:spPr>
          <a:xfrm>
            <a:off x="6102829" y="2529055"/>
            <a:ext cx="1246052"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GitHub API</a:t>
            </a:r>
          </a:p>
          <a:p>
            <a:pPr algn="ctr"/>
            <a:r>
              <a:rPr lang="en-US" altLang="zh-CN" sz="1200" dirty="0">
                <a:latin typeface="微软雅黑" panose="020B0503020204020204" pitchFamily="34" charset="-122"/>
                <a:ea typeface="微软雅黑" panose="020B0503020204020204" pitchFamily="34" charset="-122"/>
              </a:rPr>
              <a:t>Request</a:t>
            </a:r>
            <a:endParaRPr lang="zh-CN" altLang="en-US" sz="1200" dirty="0">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EE4FE6F8-C668-909C-380F-2EDE1B3CFD36}"/>
              </a:ext>
            </a:extLst>
          </p:cNvPr>
          <p:cNvSpPr txBox="1"/>
          <p:nvPr/>
        </p:nvSpPr>
        <p:spPr>
          <a:xfrm>
            <a:off x="7238544" y="1566505"/>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Raw PRs</a:t>
            </a:r>
          </a:p>
        </p:txBody>
      </p:sp>
      <p:sp>
        <p:nvSpPr>
          <p:cNvPr id="129" name="文本框 128">
            <a:extLst>
              <a:ext uri="{FF2B5EF4-FFF2-40B4-BE49-F238E27FC236}">
                <a16:creationId xmlns:a16="http://schemas.microsoft.com/office/drawing/2014/main" id="{EF05751D-CE7E-8A03-4F77-EC73D75B7289}"/>
              </a:ext>
            </a:extLst>
          </p:cNvPr>
          <p:cNvSpPr txBox="1"/>
          <p:nvPr/>
        </p:nvSpPr>
        <p:spPr>
          <a:xfrm>
            <a:off x="7348882" y="1892798"/>
            <a:ext cx="91745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35" name="直接箭头连接符 26">
            <a:extLst>
              <a:ext uri="{FF2B5EF4-FFF2-40B4-BE49-F238E27FC236}">
                <a16:creationId xmlns:a16="http://schemas.microsoft.com/office/drawing/2014/main" id="{548DD1A7-2578-01F9-74F2-363D1C52354E}"/>
              </a:ext>
            </a:extLst>
          </p:cNvPr>
          <p:cNvCxnSpPr>
            <a:cxnSpLocks/>
          </p:cNvCxnSpPr>
          <p:nvPr/>
        </p:nvCxnSpPr>
        <p:spPr>
          <a:xfrm>
            <a:off x="8318622" y="2430030"/>
            <a:ext cx="1839917" cy="64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图形 136">
            <a:extLst>
              <a:ext uri="{FF2B5EF4-FFF2-40B4-BE49-F238E27FC236}">
                <a16:creationId xmlns:a16="http://schemas.microsoft.com/office/drawing/2014/main" id="{16A4ED03-C5BE-5866-275C-546BC8C9A90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388302" y="2059220"/>
            <a:ext cx="279953" cy="279953"/>
          </a:xfrm>
          <a:prstGeom prst="rect">
            <a:avLst/>
          </a:prstGeom>
        </p:spPr>
      </p:pic>
      <p:sp>
        <p:nvSpPr>
          <p:cNvPr id="138" name="文本框 137">
            <a:extLst>
              <a:ext uri="{FF2B5EF4-FFF2-40B4-BE49-F238E27FC236}">
                <a16:creationId xmlns:a16="http://schemas.microsoft.com/office/drawing/2014/main" id="{E9F2B354-0AF9-22E3-6DC9-D3528C13BAA3}"/>
              </a:ext>
            </a:extLst>
          </p:cNvPr>
          <p:cNvSpPr txBox="1"/>
          <p:nvPr/>
        </p:nvSpPr>
        <p:spPr>
          <a:xfrm>
            <a:off x="8482998" y="2072226"/>
            <a:ext cx="173519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Attribute</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Filtering</a:t>
            </a:r>
          </a:p>
        </p:txBody>
      </p:sp>
      <p:sp>
        <p:nvSpPr>
          <p:cNvPr id="142" name="文本框 141">
            <a:extLst>
              <a:ext uri="{FF2B5EF4-FFF2-40B4-BE49-F238E27FC236}">
                <a16:creationId xmlns:a16="http://schemas.microsoft.com/office/drawing/2014/main" id="{E72E0923-E967-FC91-1C71-9B7CE325F56C}"/>
              </a:ext>
            </a:extLst>
          </p:cNvPr>
          <p:cNvSpPr txBox="1"/>
          <p:nvPr/>
        </p:nvSpPr>
        <p:spPr>
          <a:xfrm>
            <a:off x="8424936" y="2493403"/>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Related</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Issues</a:t>
            </a:r>
            <a:endParaRPr lang="zh-CN" altLang="en-US" sz="1200" dirty="0">
              <a:latin typeface="微软雅黑" panose="020B0503020204020204" pitchFamily="34" charset="-122"/>
              <a:ea typeface="微软雅黑" panose="020B0503020204020204" pitchFamily="34" charset="-122"/>
            </a:endParaRPr>
          </a:p>
        </p:txBody>
      </p:sp>
      <p:sp>
        <p:nvSpPr>
          <p:cNvPr id="143" name="文本框 142">
            <a:extLst>
              <a:ext uri="{FF2B5EF4-FFF2-40B4-BE49-F238E27FC236}">
                <a16:creationId xmlns:a16="http://schemas.microsoft.com/office/drawing/2014/main" id="{334A347E-68EB-67D1-676B-1647ACDDF2B7}"/>
              </a:ext>
            </a:extLst>
          </p:cNvPr>
          <p:cNvSpPr txBox="1"/>
          <p:nvPr/>
        </p:nvSpPr>
        <p:spPr>
          <a:xfrm>
            <a:off x="8442421" y="2755752"/>
            <a:ext cx="180191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With</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Changed Tests </a:t>
            </a:r>
            <a:endParaRPr lang="zh-CN" altLang="en-US" sz="1200" dirty="0">
              <a:latin typeface="微软雅黑" panose="020B0503020204020204" pitchFamily="34" charset="-122"/>
              <a:ea typeface="微软雅黑" panose="020B0503020204020204" pitchFamily="34" charset="-122"/>
            </a:endParaRPr>
          </a:p>
        </p:txBody>
      </p:sp>
      <p:pic>
        <p:nvPicPr>
          <p:cNvPr id="144" name="图片 143">
            <a:extLst>
              <a:ext uri="{FF2B5EF4-FFF2-40B4-BE49-F238E27FC236}">
                <a16:creationId xmlns:a16="http://schemas.microsoft.com/office/drawing/2014/main" id="{7D608BF6-F4F2-7D85-70F9-F8602B354859}"/>
              </a:ext>
            </a:extLst>
          </p:cNvPr>
          <p:cNvPicPr>
            <a:picLocks noChangeAspect="1"/>
          </p:cNvPicPr>
          <p:nvPr/>
        </p:nvPicPr>
        <p:blipFill>
          <a:blip r:embed="rId25"/>
          <a:stretch>
            <a:fillRect/>
          </a:stretch>
        </p:blipFill>
        <p:spPr>
          <a:xfrm>
            <a:off x="8395270" y="2520483"/>
            <a:ext cx="189719" cy="189719"/>
          </a:xfrm>
          <a:prstGeom prst="rect">
            <a:avLst/>
          </a:prstGeom>
        </p:spPr>
      </p:pic>
      <p:pic>
        <p:nvPicPr>
          <p:cNvPr id="145" name="图片 144">
            <a:extLst>
              <a:ext uri="{FF2B5EF4-FFF2-40B4-BE49-F238E27FC236}">
                <a16:creationId xmlns:a16="http://schemas.microsoft.com/office/drawing/2014/main" id="{8CDA2CBC-0985-23A9-4DF5-FFD21250AEF7}"/>
              </a:ext>
            </a:extLst>
          </p:cNvPr>
          <p:cNvPicPr>
            <a:picLocks noChangeAspect="1"/>
          </p:cNvPicPr>
          <p:nvPr/>
        </p:nvPicPr>
        <p:blipFill>
          <a:blip r:embed="rId25"/>
          <a:stretch>
            <a:fillRect/>
          </a:stretch>
        </p:blipFill>
        <p:spPr>
          <a:xfrm>
            <a:off x="8395270" y="2767951"/>
            <a:ext cx="187971" cy="187971"/>
          </a:xfrm>
          <a:prstGeom prst="rect">
            <a:avLst/>
          </a:prstGeom>
        </p:spPr>
      </p:pic>
      <p:sp>
        <p:nvSpPr>
          <p:cNvPr id="148" name="文本框 147">
            <a:extLst>
              <a:ext uri="{FF2B5EF4-FFF2-40B4-BE49-F238E27FC236}">
                <a16:creationId xmlns:a16="http://schemas.microsoft.com/office/drawing/2014/main" id="{89BD9424-0A7C-A238-B789-5261D0EE277D}"/>
              </a:ext>
            </a:extLst>
          </p:cNvPr>
          <p:cNvSpPr txBox="1"/>
          <p:nvPr/>
        </p:nvSpPr>
        <p:spPr>
          <a:xfrm>
            <a:off x="10021120" y="1569089"/>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PRs</a:t>
            </a:r>
            <a:endParaRPr lang="zh-CN" altLang="en-US" sz="1200" dirty="0">
              <a:latin typeface="微软雅黑" panose="020B0503020204020204" pitchFamily="34" charset="-122"/>
              <a:ea typeface="微软雅黑" panose="020B0503020204020204" pitchFamily="34" charset="-122"/>
            </a:endParaRPr>
          </a:p>
        </p:txBody>
      </p:sp>
      <p:pic>
        <p:nvPicPr>
          <p:cNvPr id="149" name="图形 148">
            <a:extLst>
              <a:ext uri="{FF2B5EF4-FFF2-40B4-BE49-F238E27FC236}">
                <a16:creationId xmlns:a16="http://schemas.microsoft.com/office/drawing/2014/main" id="{99519E9E-CFF8-5DBE-79B5-6F023F20CF1F}"/>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331049" y="2360395"/>
            <a:ext cx="576923" cy="576923"/>
          </a:xfrm>
          <a:prstGeom prst="rect">
            <a:avLst/>
          </a:prstGeom>
        </p:spPr>
      </p:pic>
      <p:sp>
        <p:nvSpPr>
          <p:cNvPr id="150" name="文本框 149">
            <a:extLst>
              <a:ext uri="{FF2B5EF4-FFF2-40B4-BE49-F238E27FC236}">
                <a16:creationId xmlns:a16="http://schemas.microsoft.com/office/drawing/2014/main" id="{538F9650-DF13-EF95-AAC3-D2C4E0232D92}"/>
              </a:ext>
            </a:extLst>
          </p:cNvPr>
          <p:cNvSpPr txBox="1"/>
          <p:nvPr/>
        </p:nvSpPr>
        <p:spPr>
          <a:xfrm>
            <a:off x="10158539" y="1918023"/>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sp>
        <p:nvSpPr>
          <p:cNvPr id="165" name="文本框 164">
            <a:extLst>
              <a:ext uri="{FF2B5EF4-FFF2-40B4-BE49-F238E27FC236}">
                <a16:creationId xmlns:a16="http://schemas.microsoft.com/office/drawing/2014/main" id="{C6AAF195-789D-ED1E-B52B-9B29ED01209B}"/>
              </a:ext>
            </a:extLst>
          </p:cNvPr>
          <p:cNvSpPr txBox="1"/>
          <p:nvPr/>
        </p:nvSpPr>
        <p:spPr>
          <a:xfrm>
            <a:off x="1138953" y="3564148"/>
            <a:ext cx="1149758"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Filtered PRs</a:t>
            </a:r>
            <a:endParaRPr lang="zh-CN" altLang="en-US" sz="1200" dirty="0">
              <a:latin typeface="微软雅黑" panose="020B0503020204020204" pitchFamily="34" charset="-122"/>
              <a:ea typeface="微软雅黑" panose="020B0503020204020204" pitchFamily="34" charset="-122"/>
            </a:endParaRPr>
          </a:p>
        </p:txBody>
      </p:sp>
      <p:pic>
        <p:nvPicPr>
          <p:cNvPr id="166" name="图形 165">
            <a:extLst>
              <a:ext uri="{FF2B5EF4-FFF2-40B4-BE49-F238E27FC236}">
                <a16:creationId xmlns:a16="http://schemas.microsoft.com/office/drawing/2014/main" id="{6E281625-7086-0930-A172-5484FA254421}"/>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427013" y="4357105"/>
            <a:ext cx="586453" cy="586453"/>
          </a:xfrm>
          <a:prstGeom prst="rect">
            <a:avLst/>
          </a:prstGeom>
        </p:spPr>
      </p:pic>
      <p:sp>
        <p:nvSpPr>
          <p:cNvPr id="167" name="文本框 166">
            <a:extLst>
              <a:ext uri="{FF2B5EF4-FFF2-40B4-BE49-F238E27FC236}">
                <a16:creationId xmlns:a16="http://schemas.microsoft.com/office/drawing/2014/main" id="{59C31A33-EC36-658D-AE46-93A163B9D826}"/>
              </a:ext>
            </a:extLst>
          </p:cNvPr>
          <p:cNvSpPr txBox="1"/>
          <p:nvPr/>
        </p:nvSpPr>
        <p:spPr>
          <a:xfrm>
            <a:off x="1281969" y="3939108"/>
            <a:ext cx="881068"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Pull</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Requests</a:t>
            </a:r>
            <a:endParaRPr lang="zh-CN" altLang="en-US" sz="1200" dirty="0">
              <a:latin typeface="微软雅黑" panose="020B0503020204020204" pitchFamily="34" charset="-122"/>
              <a:ea typeface="微软雅黑" panose="020B0503020204020204" pitchFamily="34" charset="-122"/>
            </a:endParaRPr>
          </a:p>
        </p:txBody>
      </p:sp>
      <p:cxnSp>
        <p:nvCxnSpPr>
          <p:cNvPr id="170" name="直接箭头连接符 90">
            <a:extLst>
              <a:ext uri="{FF2B5EF4-FFF2-40B4-BE49-F238E27FC236}">
                <a16:creationId xmlns:a16="http://schemas.microsoft.com/office/drawing/2014/main" id="{54F7E591-7685-C0C3-30DA-42A9B2B77BB7}"/>
              </a:ext>
            </a:extLst>
          </p:cNvPr>
          <p:cNvCxnSpPr>
            <a:cxnSpLocks/>
          </p:cNvCxnSpPr>
          <p:nvPr/>
        </p:nvCxnSpPr>
        <p:spPr>
          <a:xfrm>
            <a:off x="2206395" y="4472962"/>
            <a:ext cx="128152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2" name="文本框 171">
            <a:extLst>
              <a:ext uri="{FF2B5EF4-FFF2-40B4-BE49-F238E27FC236}">
                <a16:creationId xmlns:a16="http://schemas.microsoft.com/office/drawing/2014/main" id="{AB917936-D92A-BD8B-67AB-CD176BB70967}"/>
              </a:ext>
            </a:extLst>
          </p:cNvPr>
          <p:cNvSpPr txBox="1"/>
          <p:nvPr/>
        </p:nvSpPr>
        <p:spPr>
          <a:xfrm>
            <a:off x="3267357" y="3563003"/>
            <a:ext cx="152046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Built Instances</a:t>
            </a:r>
            <a:endParaRPr lang="zh-CN" altLang="en-US" sz="1200" dirty="0">
              <a:latin typeface="微软雅黑" panose="020B0503020204020204" pitchFamily="34" charset="-122"/>
              <a:ea typeface="微软雅黑" panose="020B0503020204020204" pitchFamily="34" charset="-122"/>
            </a:endParaRPr>
          </a:p>
        </p:txBody>
      </p:sp>
      <p:sp>
        <p:nvSpPr>
          <p:cNvPr id="174" name="文本框 173">
            <a:extLst>
              <a:ext uri="{FF2B5EF4-FFF2-40B4-BE49-F238E27FC236}">
                <a16:creationId xmlns:a16="http://schemas.microsoft.com/office/drawing/2014/main" id="{347238C6-F435-7B20-2265-495EBBA4FA97}"/>
              </a:ext>
            </a:extLst>
          </p:cNvPr>
          <p:cNvSpPr txBox="1"/>
          <p:nvPr/>
        </p:nvSpPr>
        <p:spPr>
          <a:xfrm>
            <a:off x="3544159" y="3964119"/>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75" name="文本框 174">
            <a:extLst>
              <a:ext uri="{FF2B5EF4-FFF2-40B4-BE49-F238E27FC236}">
                <a16:creationId xmlns:a16="http://schemas.microsoft.com/office/drawing/2014/main" id="{937887DE-8DED-BBC7-489A-DED3F2600BAC}"/>
              </a:ext>
            </a:extLst>
          </p:cNvPr>
          <p:cNvSpPr txBox="1"/>
          <p:nvPr/>
        </p:nvSpPr>
        <p:spPr>
          <a:xfrm>
            <a:off x="2392518" y="411581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Extracting</a:t>
            </a:r>
          </a:p>
        </p:txBody>
      </p:sp>
      <p:pic>
        <p:nvPicPr>
          <p:cNvPr id="177" name="图片 176">
            <a:extLst>
              <a:ext uri="{FF2B5EF4-FFF2-40B4-BE49-F238E27FC236}">
                <a16:creationId xmlns:a16="http://schemas.microsoft.com/office/drawing/2014/main" id="{1BA49605-92C9-840C-96ED-65B7DC7B79C8}"/>
              </a:ext>
            </a:extLst>
          </p:cNvPr>
          <p:cNvPicPr>
            <a:picLocks noChangeAspect="1"/>
          </p:cNvPicPr>
          <p:nvPr/>
        </p:nvPicPr>
        <p:blipFill>
          <a:blip r:embed="rId28"/>
          <a:stretch>
            <a:fillRect/>
          </a:stretch>
        </p:blipFill>
        <p:spPr>
          <a:xfrm>
            <a:off x="2310355" y="4115818"/>
            <a:ext cx="286337" cy="286337"/>
          </a:xfrm>
          <a:prstGeom prst="rect">
            <a:avLst/>
          </a:prstGeom>
        </p:spPr>
      </p:pic>
      <p:pic>
        <p:nvPicPr>
          <p:cNvPr id="179" name="图片 178">
            <a:extLst>
              <a:ext uri="{FF2B5EF4-FFF2-40B4-BE49-F238E27FC236}">
                <a16:creationId xmlns:a16="http://schemas.microsoft.com/office/drawing/2014/main" id="{80EFA874-9328-8DF4-6941-4CD8C323AC79}"/>
              </a:ext>
            </a:extLst>
          </p:cNvPr>
          <p:cNvPicPr>
            <a:picLocks noChangeAspect="1"/>
          </p:cNvPicPr>
          <p:nvPr/>
        </p:nvPicPr>
        <p:blipFill>
          <a:blip r:embed="rId29"/>
          <a:stretch>
            <a:fillRect/>
          </a:stretch>
        </p:blipFill>
        <p:spPr>
          <a:xfrm>
            <a:off x="10072518" y="4450395"/>
            <a:ext cx="491310" cy="491310"/>
          </a:xfrm>
          <a:prstGeom prst="rect">
            <a:avLst/>
          </a:prstGeom>
        </p:spPr>
      </p:pic>
      <p:pic>
        <p:nvPicPr>
          <p:cNvPr id="181" name="图片 180">
            <a:extLst>
              <a:ext uri="{FF2B5EF4-FFF2-40B4-BE49-F238E27FC236}">
                <a16:creationId xmlns:a16="http://schemas.microsoft.com/office/drawing/2014/main" id="{75C7E1FA-B665-8976-CC50-00CF11964024}"/>
              </a:ext>
            </a:extLst>
          </p:cNvPr>
          <p:cNvPicPr>
            <a:picLocks noChangeAspect="1"/>
          </p:cNvPicPr>
          <p:nvPr/>
        </p:nvPicPr>
        <p:blipFill>
          <a:blip r:embed="rId30"/>
          <a:stretch>
            <a:fillRect/>
          </a:stretch>
        </p:blipFill>
        <p:spPr>
          <a:xfrm>
            <a:off x="3717661" y="4400718"/>
            <a:ext cx="542840" cy="542840"/>
          </a:xfrm>
          <a:prstGeom prst="rect">
            <a:avLst/>
          </a:prstGeom>
        </p:spPr>
      </p:pic>
      <p:sp>
        <p:nvSpPr>
          <p:cNvPr id="182" name="文本框 181">
            <a:extLst>
              <a:ext uri="{FF2B5EF4-FFF2-40B4-BE49-F238E27FC236}">
                <a16:creationId xmlns:a16="http://schemas.microsoft.com/office/drawing/2014/main" id="{4AE1F7D0-65DA-E8B6-EAA6-A6E8168E718E}"/>
              </a:ext>
            </a:extLst>
          </p:cNvPr>
          <p:cNvSpPr txBox="1"/>
          <p:nvPr/>
        </p:nvSpPr>
        <p:spPr>
          <a:xfrm>
            <a:off x="2207385" y="4543770"/>
            <a:ext cx="1215505"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Key Issue</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Information</a:t>
            </a:r>
          </a:p>
        </p:txBody>
      </p:sp>
      <p:cxnSp>
        <p:nvCxnSpPr>
          <p:cNvPr id="183" name="直接箭头连接符 90">
            <a:extLst>
              <a:ext uri="{FF2B5EF4-FFF2-40B4-BE49-F238E27FC236}">
                <a16:creationId xmlns:a16="http://schemas.microsoft.com/office/drawing/2014/main" id="{6F5E12EB-D938-EB57-7161-3D520986E237}"/>
              </a:ext>
            </a:extLst>
          </p:cNvPr>
          <p:cNvCxnSpPr>
            <a:cxnSpLocks/>
          </p:cNvCxnSpPr>
          <p:nvPr/>
        </p:nvCxnSpPr>
        <p:spPr>
          <a:xfrm>
            <a:off x="4504870" y="4472962"/>
            <a:ext cx="16306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 name="文本框 184">
            <a:extLst>
              <a:ext uri="{FF2B5EF4-FFF2-40B4-BE49-F238E27FC236}">
                <a16:creationId xmlns:a16="http://schemas.microsoft.com/office/drawing/2014/main" id="{C7DA9ADF-62B0-B7A6-E9A4-D4E3CEC0B600}"/>
              </a:ext>
            </a:extLst>
          </p:cNvPr>
          <p:cNvSpPr txBox="1"/>
          <p:nvPr/>
        </p:nvSpPr>
        <p:spPr>
          <a:xfrm>
            <a:off x="9486996" y="3570430"/>
            <a:ext cx="16623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Result</a:t>
            </a:r>
            <a:endParaRPr lang="zh-CN" altLang="en-US" sz="1200" dirty="0">
              <a:latin typeface="微软雅黑" panose="020B0503020204020204" pitchFamily="34" charset="-122"/>
              <a:ea typeface="微软雅黑" panose="020B0503020204020204" pitchFamily="34" charset="-122"/>
            </a:endParaRPr>
          </a:p>
        </p:txBody>
      </p:sp>
      <p:sp>
        <p:nvSpPr>
          <p:cNvPr id="186" name="文本框 185">
            <a:extLst>
              <a:ext uri="{FF2B5EF4-FFF2-40B4-BE49-F238E27FC236}">
                <a16:creationId xmlns:a16="http://schemas.microsoft.com/office/drawing/2014/main" id="{1F3A3323-6131-FC15-F3DA-B3C85516EEA3}"/>
              </a:ext>
            </a:extLst>
          </p:cNvPr>
          <p:cNvSpPr txBox="1"/>
          <p:nvPr/>
        </p:nvSpPr>
        <p:spPr>
          <a:xfrm>
            <a:off x="9880713" y="3988730"/>
            <a:ext cx="935311"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Task</a:t>
            </a:r>
            <a:br>
              <a:rPr lang="en-US" altLang="zh-CN" sz="1200" dirty="0">
                <a:latin typeface="微软雅黑" panose="020B0503020204020204" pitchFamily="34" charset="-122"/>
                <a:ea typeface="微软雅黑" panose="020B0503020204020204" pitchFamily="34" charset="-122"/>
              </a:rPr>
            </a:br>
            <a:r>
              <a:rPr lang="en-US" altLang="zh-CN" sz="1200" dirty="0">
                <a:latin typeface="微软雅黑" panose="020B0503020204020204" pitchFamily="34" charset="-122"/>
                <a:ea typeface="微软雅黑" panose="020B0503020204020204" pitchFamily="34" charset="-122"/>
              </a:rPr>
              <a:t>Instances</a:t>
            </a:r>
            <a:endParaRPr lang="zh-CN" altLang="en-US" sz="1200" dirty="0">
              <a:latin typeface="微软雅黑" panose="020B0503020204020204" pitchFamily="34" charset="-122"/>
              <a:ea typeface="微软雅黑" panose="020B0503020204020204" pitchFamily="34" charset="-122"/>
            </a:endParaRPr>
          </a:p>
        </p:txBody>
      </p:sp>
      <p:sp>
        <p:nvSpPr>
          <p:cNvPr id="190" name="文本框 189">
            <a:extLst>
              <a:ext uri="{FF2B5EF4-FFF2-40B4-BE49-F238E27FC236}">
                <a16:creationId xmlns:a16="http://schemas.microsoft.com/office/drawing/2014/main" id="{4D0484FD-CE4B-F71B-FBC1-68B6FCE4EF72}"/>
              </a:ext>
            </a:extLst>
          </p:cNvPr>
          <p:cNvSpPr txBox="1"/>
          <p:nvPr/>
        </p:nvSpPr>
        <p:spPr>
          <a:xfrm>
            <a:off x="5645018" y="3569166"/>
            <a:ext cx="2089471"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Constructed Environment</a:t>
            </a:r>
            <a:endParaRPr lang="zh-CN" altLang="en-US" sz="1200" dirty="0">
              <a:latin typeface="微软雅黑" panose="020B0503020204020204" pitchFamily="34" charset="-122"/>
              <a:ea typeface="微软雅黑" panose="020B0503020204020204" pitchFamily="34" charset="-122"/>
            </a:endParaRPr>
          </a:p>
        </p:txBody>
      </p:sp>
      <p:sp>
        <p:nvSpPr>
          <p:cNvPr id="191" name="文本框 190">
            <a:extLst>
              <a:ext uri="{FF2B5EF4-FFF2-40B4-BE49-F238E27FC236}">
                <a16:creationId xmlns:a16="http://schemas.microsoft.com/office/drawing/2014/main" id="{1B9FA77C-6151-1D6F-358F-0DC5EE2FFAB3}"/>
              </a:ext>
            </a:extLst>
          </p:cNvPr>
          <p:cNvSpPr txBox="1"/>
          <p:nvPr/>
        </p:nvSpPr>
        <p:spPr>
          <a:xfrm>
            <a:off x="6114815" y="3988730"/>
            <a:ext cx="1123876"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a:t>
            </a:r>
          </a:p>
          <a:p>
            <a:pPr algn="ctr"/>
            <a:r>
              <a:rPr lang="en-US" altLang="zh-CN" sz="1200" dirty="0">
                <a:latin typeface="微软雅黑" panose="020B0503020204020204" pitchFamily="34" charset="-122"/>
                <a:ea typeface="微软雅黑" panose="020B0503020204020204" pitchFamily="34" charset="-122"/>
              </a:rPr>
              <a:t>Environment</a:t>
            </a:r>
            <a:endParaRPr lang="zh-CN" altLang="en-US" sz="1200" dirty="0">
              <a:latin typeface="微软雅黑" panose="020B0503020204020204" pitchFamily="34" charset="-122"/>
              <a:ea typeface="微软雅黑" panose="020B0503020204020204" pitchFamily="34" charset="-122"/>
            </a:endParaRPr>
          </a:p>
        </p:txBody>
      </p:sp>
      <p:cxnSp>
        <p:nvCxnSpPr>
          <p:cNvPr id="192" name="直接箭头连接符 26">
            <a:extLst>
              <a:ext uri="{FF2B5EF4-FFF2-40B4-BE49-F238E27FC236}">
                <a16:creationId xmlns:a16="http://schemas.microsoft.com/office/drawing/2014/main" id="{17335828-7EBD-78F8-E173-62CF515AC269}"/>
              </a:ext>
            </a:extLst>
          </p:cNvPr>
          <p:cNvCxnSpPr>
            <a:cxnSpLocks/>
            <a:stCxn id="189" idx="3"/>
            <a:endCxn id="184" idx="1"/>
          </p:cNvCxnSpPr>
          <p:nvPr/>
        </p:nvCxnSpPr>
        <p:spPr>
          <a:xfrm>
            <a:off x="7174627" y="4522585"/>
            <a:ext cx="26848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文本框 194">
            <a:extLst>
              <a:ext uri="{FF2B5EF4-FFF2-40B4-BE49-F238E27FC236}">
                <a16:creationId xmlns:a16="http://schemas.microsoft.com/office/drawing/2014/main" id="{D0D1ED0F-CAF3-C32D-606C-6328BD63B1F2}"/>
              </a:ext>
            </a:extLst>
          </p:cNvPr>
          <p:cNvSpPr txBox="1"/>
          <p:nvPr/>
        </p:nvSpPr>
        <p:spPr>
          <a:xfrm>
            <a:off x="7463475" y="4156452"/>
            <a:ext cx="2332153"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Execution-based Verification</a:t>
            </a:r>
          </a:p>
        </p:txBody>
      </p:sp>
      <p:pic>
        <p:nvPicPr>
          <p:cNvPr id="199" name="图片 198">
            <a:extLst>
              <a:ext uri="{FF2B5EF4-FFF2-40B4-BE49-F238E27FC236}">
                <a16:creationId xmlns:a16="http://schemas.microsoft.com/office/drawing/2014/main" id="{09C8BC12-1DD6-A1C0-4BFF-03D22DFB344F}"/>
              </a:ext>
            </a:extLst>
          </p:cNvPr>
          <p:cNvPicPr>
            <a:picLocks noChangeAspect="1"/>
          </p:cNvPicPr>
          <p:nvPr/>
        </p:nvPicPr>
        <p:blipFill>
          <a:blip r:embed="rId25"/>
          <a:stretch>
            <a:fillRect/>
          </a:stretch>
        </p:blipFill>
        <p:spPr>
          <a:xfrm>
            <a:off x="7319476" y="4665273"/>
            <a:ext cx="187971" cy="187971"/>
          </a:xfrm>
          <a:prstGeom prst="rect">
            <a:avLst/>
          </a:prstGeom>
        </p:spPr>
      </p:pic>
      <p:pic>
        <p:nvPicPr>
          <p:cNvPr id="201" name="图片 200">
            <a:extLst>
              <a:ext uri="{FF2B5EF4-FFF2-40B4-BE49-F238E27FC236}">
                <a16:creationId xmlns:a16="http://schemas.microsoft.com/office/drawing/2014/main" id="{9058289A-13A0-EBCB-4489-6109BCC62062}"/>
              </a:ext>
            </a:extLst>
          </p:cNvPr>
          <p:cNvPicPr>
            <a:picLocks noChangeAspect="1"/>
          </p:cNvPicPr>
          <p:nvPr/>
        </p:nvPicPr>
        <p:blipFill>
          <a:blip r:embed="rId31"/>
          <a:stretch>
            <a:fillRect/>
          </a:stretch>
        </p:blipFill>
        <p:spPr>
          <a:xfrm>
            <a:off x="7265527" y="4144539"/>
            <a:ext cx="296326" cy="296326"/>
          </a:xfrm>
          <a:prstGeom prst="rect">
            <a:avLst/>
          </a:prstGeom>
        </p:spPr>
      </p:pic>
      <p:sp>
        <p:nvSpPr>
          <p:cNvPr id="202" name="文本框 201">
            <a:extLst>
              <a:ext uri="{FF2B5EF4-FFF2-40B4-BE49-F238E27FC236}">
                <a16:creationId xmlns:a16="http://schemas.microsoft.com/office/drawing/2014/main" id="{D62CBC0D-0D4E-EA63-67B4-90764B68AC2B}"/>
              </a:ext>
            </a:extLst>
          </p:cNvPr>
          <p:cNvSpPr txBox="1"/>
          <p:nvPr/>
        </p:nvSpPr>
        <p:spPr>
          <a:xfrm>
            <a:off x="7410374" y="4634778"/>
            <a:ext cx="2428704"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Existing Tests from Fail to Pass</a:t>
            </a:r>
            <a:endParaRPr lang="zh-CN" altLang="en-US" sz="1200" dirty="0">
              <a:latin typeface="微软雅黑" panose="020B0503020204020204" pitchFamily="34" charset="-122"/>
              <a:ea typeface="微软雅黑" panose="020B0503020204020204" pitchFamily="34" charset="-122"/>
            </a:endParaRPr>
          </a:p>
        </p:txBody>
      </p:sp>
      <p:pic>
        <p:nvPicPr>
          <p:cNvPr id="206" name="图片 205">
            <a:extLst>
              <a:ext uri="{FF2B5EF4-FFF2-40B4-BE49-F238E27FC236}">
                <a16:creationId xmlns:a16="http://schemas.microsoft.com/office/drawing/2014/main" id="{DDEF6DF6-D3B2-CB32-6B61-FBAB87488632}"/>
              </a:ext>
            </a:extLst>
          </p:cNvPr>
          <p:cNvPicPr>
            <a:picLocks noChangeAspect="1"/>
          </p:cNvPicPr>
          <p:nvPr/>
        </p:nvPicPr>
        <p:blipFill>
          <a:blip r:embed="rId32"/>
          <a:stretch>
            <a:fillRect/>
          </a:stretch>
        </p:blipFill>
        <p:spPr>
          <a:xfrm>
            <a:off x="6373702" y="4392817"/>
            <a:ext cx="608031" cy="608031"/>
          </a:xfrm>
          <a:prstGeom prst="rect">
            <a:avLst/>
          </a:prstGeom>
        </p:spPr>
      </p:pic>
      <p:pic>
        <p:nvPicPr>
          <p:cNvPr id="208" name="图片 207">
            <a:extLst>
              <a:ext uri="{FF2B5EF4-FFF2-40B4-BE49-F238E27FC236}">
                <a16:creationId xmlns:a16="http://schemas.microsoft.com/office/drawing/2014/main" id="{D03983B4-097D-41C7-1CB3-6DE369C4DFBD}"/>
              </a:ext>
            </a:extLst>
          </p:cNvPr>
          <p:cNvPicPr>
            <a:picLocks noChangeAspect="1"/>
          </p:cNvPicPr>
          <p:nvPr/>
        </p:nvPicPr>
        <p:blipFill>
          <a:blip r:embed="rId33"/>
          <a:stretch>
            <a:fillRect/>
          </a:stretch>
        </p:blipFill>
        <p:spPr>
          <a:xfrm>
            <a:off x="4573662" y="4128560"/>
            <a:ext cx="272157" cy="272157"/>
          </a:xfrm>
          <a:prstGeom prst="rect">
            <a:avLst/>
          </a:prstGeom>
        </p:spPr>
      </p:pic>
      <p:sp>
        <p:nvSpPr>
          <p:cNvPr id="209" name="文本框 208">
            <a:extLst>
              <a:ext uri="{FF2B5EF4-FFF2-40B4-BE49-F238E27FC236}">
                <a16:creationId xmlns:a16="http://schemas.microsoft.com/office/drawing/2014/main" id="{4B425228-36BA-9207-0D26-7F14B1AA9694}"/>
              </a:ext>
            </a:extLst>
          </p:cNvPr>
          <p:cNvSpPr txBox="1"/>
          <p:nvPr/>
        </p:nvSpPr>
        <p:spPr>
          <a:xfrm>
            <a:off x="4772922" y="4135948"/>
            <a:ext cx="1215505" cy="276999"/>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Constructing</a:t>
            </a:r>
          </a:p>
        </p:txBody>
      </p:sp>
      <p:pic>
        <p:nvPicPr>
          <p:cNvPr id="211" name="图片 210">
            <a:extLst>
              <a:ext uri="{FF2B5EF4-FFF2-40B4-BE49-F238E27FC236}">
                <a16:creationId xmlns:a16="http://schemas.microsoft.com/office/drawing/2014/main" id="{705EBEAE-DBEE-82A6-57C1-9817425F2961}"/>
              </a:ext>
            </a:extLst>
          </p:cNvPr>
          <p:cNvPicPr>
            <a:picLocks noChangeAspect="1"/>
          </p:cNvPicPr>
          <p:nvPr/>
        </p:nvPicPr>
        <p:blipFill>
          <a:blip r:embed="rId34"/>
          <a:stretch>
            <a:fillRect/>
          </a:stretch>
        </p:blipFill>
        <p:spPr>
          <a:xfrm>
            <a:off x="4492439" y="4533639"/>
            <a:ext cx="378138" cy="378138"/>
          </a:xfrm>
          <a:prstGeom prst="rect">
            <a:avLst/>
          </a:prstGeom>
        </p:spPr>
      </p:pic>
      <p:sp>
        <p:nvSpPr>
          <p:cNvPr id="212" name="文本框 211">
            <a:extLst>
              <a:ext uri="{FF2B5EF4-FFF2-40B4-BE49-F238E27FC236}">
                <a16:creationId xmlns:a16="http://schemas.microsoft.com/office/drawing/2014/main" id="{880CED5C-ACFC-A5AB-DF76-5BC1A1100A94}"/>
              </a:ext>
            </a:extLst>
          </p:cNvPr>
          <p:cNvSpPr txBox="1"/>
          <p:nvPr/>
        </p:nvSpPr>
        <p:spPr>
          <a:xfrm>
            <a:off x="4733679" y="4517532"/>
            <a:ext cx="1430123" cy="461665"/>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200" dirty="0">
                <a:latin typeface="微软雅黑" panose="020B0503020204020204" pitchFamily="34" charset="-122"/>
                <a:ea typeface="微软雅黑" panose="020B0503020204020204" pitchFamily="34" charset="-122"/>
              </a:rPr>
              <a:t>Reading Repos' Documents</a:t>
            </a:r>
          </a:p>
        </p:txBody>
      </p:sp>
      <p:sp>
        <p:nvSpPr>
          <p:cNvPr id="216" name="文本框 215">
            <a:extLst>
              <a:ext uri="{FF2B5EF4-FFF2-40B4-BE49-F238E27FC236}">
                <a16:creationId xmlns:a16="http://schemas.microsoft.com/office/drawing/2014/main" id="{0474637C-64C4-FED4-5B1E-7AFA3EE39AEA}"/>
              </a:ext>
            </a:extLst>
          </p:cNvPr>
          <p:cNvSpPr txBox="1"/>
          <p:nvPr/>
        </p:nvSpPr>
        <p:spPr>
          <a:xfrm>
            <a:off x="1166020" y="112256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(a) Language and Repository Selection</a:t>
            </a:r>
            <a:endParaRPr lang="zh-CN" altLang="en-US" sz="1600" b="1" dirty="0">
              <a:latin typeface="微软雅黑" panose="020B0503020204020204" pitchFamily="34" charset="-122"/>
              <a:ea typeface="微软雅黑" panose="020B0503020204020204" pitchFamily="34" charset="-122"/>
            </a:endParaRPr>
          </a:p>
        </p:txBody>
      </p:sp>
      <p:sp>
        <p:nvSpPr>
          <p:cNvPr id="217" name="文本框 216">
            <a:extLst>
              <a:ext uri="{FF2B5EF4-FFF2-40B4-BE49-F238E27FC236}">
                <a16:creationId xmlns:a16="http://schemas.microsoft.com/office/drawing/2014/main" id="{5A263EAC-0171-1CEB-7B36-C3FE6D3204E6}"/>
              </a:ext>
            </a:extLst>
          </p:cNvPr>
          <p:cNvSpPr txBox="1"/>
          <p:nvPr/>
        </p:nvSpPr>
        <p:spPr>
          <a:xfrm>
            <a:off x="6018842" y="1151655"/>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(b) Pull Request Data Collection</a:t>
            </a:r>
            <a:endParaRPr lang="zh-CN" altLang="en-US" sz="1600" b="1" dirty="0">
              <a:latin typeface="微软雅黑" panose="020B0503020204020204" pitchFamily="34" charset="-122"/>
              <a:ea typeface="微软雅黑" panose="020B0503020204020204" pitchFamily="34" charset="-122"/>
            </a:endParaRPr>
          </a:p>
        </p:txBody>
      </p:sp>
      <p:sp>
        <p:nvSpPr>
          <p:cNvPr id="218" name="文本框 217">
            <a:extLst>
              <a:ext uri="{FF2B5EF4-FFF2-40B4-BE49-F238E27FC236}">
                <a16:creationId xmlns:a16="http://schemas.microsoft.com/office/drawing/2014/main" id="{74CB04C8-8777-4672-0175-E1CECA589891}"/>
              </a:ext>
            </a:extLst>
          </p:cNvPr>
          <p:cNvSpPr txBox="1"/>
          <p:nvPr/>
        </p:nvSpPr>
        <p:spPr>
          <a:xfrm>
            <a:off x="598745" y="3104036"/>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(c) Task Instance Construction</a:t>
            </a:r>
            <a:endParaRPr lang="zh-CN" altLang="en-US" sz="1600" b="1" dirty="0">
              <a:latin typeface="微软雅黑" panose="020B0503020204020204" pitchFamily="34" charset="-122"/>
              <a:ea typeface="微软雅黑" panose="020B0503020204020204" pitchFamily="34" charset="-122"/>
            </a:endParaRPr>
          </a:p>
        </p:txBody>
      </p:sp>
      <p:sp>
        <p:nvSpPr>
          <p:cNvPr id="219" name="文本框 218">
            <a:extLst>
              <a:ext uri="{FF2B5EF4-FFF2-40B4-BE49-F238E27FC236}">
                <a16:creationId xmlns:a16="http://schemas.microsoft.com/office/drawing/2014/main" id="{3AA12B1B-220D-32BE-8522-5352648044C0}"/>
              </a:ext>
            </a:extLst>
          </p:cNvPr>
          <p:cNvSpPr txBox="1"/>
          <p:nvPr/>
        </p:nvSpPr>
        <p:spPr>
          <a:xfrm>
            <a:off x="5981379" y="3130340"/>
            <a:ext cx="4496827" cy="338554"/>
          </a:xfrm>
          <a:prstGeom prst="rect">
            <a:avLst/>
          </a:prstGeom>
          <a:noFill/>
        </p:spPr>
        <p:txBody>
          <a:bodyPr wrap="square" rtlCol="0">
            <a:spAutoFit/>
          </a:bodyPr>
          <a:lstStyle>
            <a:defPPr>
              <a:defRPr lang="zh-CN"/>
            </a:defPPr>
            <a:lvl1pPr marL="0" algn="l" defTabSz="1123158" rtl="0" eaLnBrk="1" latinLnBrk="0" hangingPunct="1">
              <a:defRPr sz="2211" kern="1200">
                <a:solidFill>
                  <a:schemeClr val="tx1"/>
                </a:solidFill>
                <a:latin typeface="+mn-lt"/>
                <a:ea typeface="+mn-ea"/>
                <a:cs typeface="+mn-cs"/>
              </a:defRPr>
            </a:lvl1pPr>
            <a:lvl2pPr marL="561579" algn="l" defTabSz="1123158" rtl="0" eaLnBrk="1" latinLnBrk="0" hangingPunct="1">
              <a:defRPr sz="2211" kern="1200">
                <a:solidFill>
                  <a:schemeClr val="tx1"/>
                </a:solidFill>
                <a:latin typeface="+mn-lt"/>
                <a:ea typeface="+mn-ea"/>
                <a:cs typeface="+mn-cs"/>
              </a:defRPr>
            </a:lvl2pPr>
            <a:lvl3pPr marL="1123158" algn="l" defTabSz="1123158" rtl="0" eaLnBrk="1" latinLnBrk="0" hangingPunct="1">
              <a:defRPr sz="2211" kern="1200">
                <a:solidFill>
                  <a:schemeClr val="tx1"/>
                </a:solidFill>
                <a:latin typeface="+mn-lt"/>
                <a:ea typeface="+mn-ea"/>
                <a:cs typeface="+mn-cs"/>
              </a:defRPr>
            </a:lvl3pPr>
            <a:lvl4pPr marL="1684736" algn="l" defTabSz="1123158" rtl="0" eaLnBrk="1" latinLnBrk="0" hangingPunct="1">
              <a:defRPr sz="2211" kern="1200">
                <a:solidFill>
                  <a:schemeClr val="tx1"/>
                </a:solidFill>
                <a:latin typeface="+mn-lt"/>
                <a:ea typeface="+mn-ea"/>
                <a:cs typeface="+mn-cs"/>
              </a:defRPr>
            </a:lvl4pPr>
            <a:lvl5pPr marL="2246315" algn="l" defTabSz="1123158" rtl="0" eaLnBrk="1" latinLnBrk="0" hangingPunct="1">
              <a:defRPr sz="2211" kern="1200">
                <a:solidFill>
                  <a:schemeClr val="tx1"/>
                </a:solidFill>
                <a:latin typeface="+mn-lt"/>
                <a:ea typeface="+mn-ea"/>
                <a:cs typeface="+mn-cs"/>
              </a:defRPr>
            </a:lvl5pPr>
            <a:lvl6pPr marL="2807894" algn="l" defTabSz="1123158" rtl="0" eaLnBrk="1" latinLnBrk="0" hangingPunct="1">
              <a:defRPr sz="2211" kern="1200">
                <a:solidFill>
                  <a:schemeClr val="tx1"/>
                </a:solidFill>
                <a:latin typeface="+mn-lt"/>
                <a:ea typeface="+mn-ea"/>
                <a:cs typeface="+mn-cs"/>
              </a:defRPr>
            </a:lvl6pPr>
            <a:lvl7pPr marL="3369473" algn="l" defTabSz="1123158" rtl="0" eaLnBrk="1" latinLnBrk="0" hangingPunct="1">
              <a:defRPr sz="2211" kern="1200">
                <a:solidFill>
                  <a:schemeClr val="tx1"/>
                </a:solidFill>
                <a:latin typeface="+mn-lt"/>
                <a:ea typeface="+mn-ea"/>
                <a:cs typeface="+mn-cs"/>
              </a:defRPr>
            </a:lvl7pPr>
            <a:lvl8pPr marL="3931051" algn="l" defTabSz="1123158" rtl="0" eaLnBrk="1" latinLnBrk="0" hangingPunct="1">
              <a:defRPr sz="2211" kern="1200">
                <a:solidFill>
                  <a:schemeClr val="tx1"/>
                </a:solidFill>
                <a:latin typeface="+mn-lt"/>
                <a:ea typeface="+mn-ea"/>
                <a:cs typeface="+mn-cs"/>
              </a:defRPr>
            </a:lvl8pPr>
            <a:lvl9pPr marL="4492630" algn="l" defTabSz="1123158" rtl="0" eaLnBrk="1" latinLnBrk="0" hangingPunct="1">
              <a:defRPr sz="2211" kern="1200">
                <a:solidFill>
                  <a:schemeClr val="tx1"/>
                </a:solidFill>
                <a:latin typeface="+mn-lt"/>
                <a:ea typeface="+mn-ea"/>
                <a:cs typeface="+mn-cs"/>
              </a:defRPr>
            </a:lvl9pPr>
          </a:lstStyle>
          <a:p>
            <a:pPr algn="ctr"/>
            <a:r>
              <a:rPr lang="en-US" altLang="zh-CN" sz="1600" b="1" dirty="0">
                <a:latin typeface="微软雅黑" panose="020B0503020204020204" pitchFamily="34" charset="-122"/>
                <a:ea typeface="微软雅黑" panose="020B0503020204020204" pitchFamily="34" charset="-122"/>
              </a:rPr>
              <a:t>(d) Execution-Based Verification</a:t>
            </a:r>
            <a:endParaRPr lang="zh-CN" altLang="en-US" sz="16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364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0BA64A8D-8DE1-1D75-20D1-8AD44B7A8220}"/>
              </a:ext>
            </a:extLst>
          </p:cNvPr>
          <p:cNvSpPr/>
          <p:nvPr/>
        </p:nvSpPr>
        <p:spPr>
          <a:xfrm>
            <a:off x="871321" y="635255"/>
            <a:ext cx="10886787" cy="859797"/>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762CB56-7BF3-F161-CF1B-4F93AA527F85}"/>
              </a:ext>
            </a:extLst>
          </p:cNvPr>
          <p:cNvSpPr txBox="1"/>
          <p:nvPr/>
        </p:nvSpPr>
        <p:spPr>
          <a:xfrm>
            <a:off x="951895" y="663061"/>
            <a:ext cx="2271776" cy="307777"/>
          </a:xfrm>
          <a:prstGeom prst="rect">
            <a:avLst/>
          </a:prstGeom>
          <a:noFill/>
        </p:spPr>
        <p:txBody>
          <a:bodyPr wrap="none" rtlCol="0">
            <a:spAutoFit/>
          </a:bodyPr>
          <a:lstStyle/>
          <a:p>
            <a:r>
              <a:rPr kumimoji="1" lang="en-US" altLang="zh-CN" sz="1400" b="1" dirty="0"/>
              <a:t>Repo:</a:t>
            </a:r>
            <a:r>
              <a:rPr kumimoji="1" lang="zh-CN" altLang="en-US" sz="1400" b="1" dirty="0"/>
              <a:t> </a:t>
            </a:r>
            <a:r>
              <a:rPr kumimoji="1" lang="en-US" altLang="zh-CN" sz="1200" dirty="0" err="1"/>
              <a:t>tailwindlabs</a:t>
            </a:r>
            <a:r>
              <a:rPr kumimoji="1" lang="en-US" altLang="zh-CN" sz="1200" dirty="0"/>
              <a:t>/</a:t>
            </a:r>
            <a:r>
              <a:rPr kumimoji="1" lang="en-US" altLang="zh-CN" sz="1200" dirty="0" err="1"/>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14A675A8-F46E-9682-69FD-39EFD7F34BF9}"/>
              </a:ext>
            </a:extLst>
          </p:cNvPr>
          <p:cNvSpPr txBox="1"/>
          <p:nvPr/>
        </p:nvSpPr>
        <p:spPr>
          <a:xfrm>
            <a:off x="5586155" y="610094"/>
            <a:ext cx="3270447" cy="307777"/>
          </a:xfrm>
          <a:prstGeom prst="rect">
            <a:avLst/>
          </a:prstGeom>
          <a:noFill/>
        </p:spPr>
        <p:txBody>
          <a:bodyPr wrap="none" rtlCol="0">
            <a:spAutoFit/>
          </a:bodyPr>
          <a:lstStyle/>
          <a:p>
            <a:r>
              <a:rPr kumimoji="1" lang="en-US" altLang="zh-CN" sz="1400" b="1" dirty="0"/>
              <a:t>Instance ID:</a:t>
            </a:r>
            <a:r>
              <a:rPr kumimoji="1" lang="zh-CN" altLang="en-US" sz="1400" b="1" dirty="0"/>
              <a:t> </a:t>
            </a:r>
            <a:r>
              <a:rPr kumimoji="1" lang="en-US" altLang="zh-CN" sz="1200" dirty="0"/>
              <a:t>tailwindlabs__tailwindcss-10212</a:t>
            </a:r>
            <a:endParaRPr kumimoji="1" lang="zh-CN" altLang="en-US" sz="1200" dirty="0"/>
          </a:p>
        </p:txBody>
      </p:sp>
      <p:sp>
        <p:nvSpPr>
          <p:cNvPr id="9" name="文本框 8">
            <a:extLst>
              <a:ext uri="{FF2B5EF4-FFF2-40B4-BE49-F238E27FC236}">
                <a16:creationId xmlns:a16="http://schemas.microsoft.com/office/drawing/2014/main" id="{B91894B5-9C03-C5BC-FBDB-04D100ECB521}"/>
              </a:ext>
            </a:extLst>
          </p:cNvPr>
          <p:cNvSpPr txBox="1"/>
          <p:nvPr/>
        </p:nvSpPr>
        <p:spPr>
          <a:xfrm>
            <a:off x="944107" y="906269"/>
            <a:ext cx="1951175" cy="307777"/>
          </a:xfrm>
          <a:prstGeom prst="rect">
            <a:avLst/>
          </a:prstGeom>
          <a:noFill/>
        </p:spPr>
        <p:txBody>
          <a:bodyPr wrap="none" rtlCol="0">
            <a:spAutoFit/>
          </a:bodyPr>
          <a:lstStyle/>
          <a:p>
            <a:r>
              <a:rPr kumimoji="1" lang="en-US" altLang="zh-CN" sz="1400" b="1" dirty="0"/>
              <a:t>Created At</a:t>
            </a:r>
            <a:r>
              <a:rPr kumimoji="1" lang="en-US" altLang="zh-CN" sz="1400" dirty="0"/>
              <a:t>:</a:t>
            </a:r>
            <a:r>
              <a:rPr kumimoji="1" lang="zh-CN" altLang="en-US" sz="1400" dirty="0"/>
              <a:t> </a:t>
            </a:r>
            <a:r>
              <a:rPr kumimoji="1" lang="en-US" altLang="zh-CN" sz="1200" dirty="0"/>
              <a:t>2023-04-04</a:t>
            </a:r>
            <a:endParaRPr kumimoji="1" lang="zh-CN" altLang="en-US" sz="1200" dirty="0"/>
          </a:p>
        </p:txBody>
      </p:sp>
      <p:sp>
        <p:nvSpPr>
          <p:cNvPr id="10" name="文本框 9">
            <a:extLst>
              <a:ext uri="{FF2B5EF4-FFF2-40B4-BE49-F238E27FC236}">
                <a16:creationId xmlns:a16="http://schemas.microsoft.com/office/drawing/2014/main" id="{52B2B77C-636A-EEE0-F2BA-E3A4DC3DAB90}"/>
              </a:ext>
            </a:extLst>
          </p:cNvPr>
          <p:cNvSpPr txBox="1"/>
          <p:nvPr/>
        </p:nvSpPr>
        <p:spPr>
          <a:xfrm>
            <a:off x="3390949" y="635255"/>
            <a:ext cx="1707519" cy="307777"/>
          </a:xfrm>
          <a:prstGeom prst="rect">
            <a:avLst/>
          </a:prstGeom>
          <a:noFill/>
        </p:spPr>
        <p:txBody>
          <a:bodyPr wrap="none" rtlCol="0">
            <a:spAutoFit/>
          </a:bodyPr>
          <a:lstStyle/>
          <a:p>
            <a:r>
              <a:rPr kumimoji="1" lang="en-US" altLang="zh-CN" sz="1400" b="1" dirty="0"/>
              <a:t>Pull Number:</a:t>
            </a:r>
            <a:r>
              <a:rPr kumimoji="1" lang="zh-CN" altLang="en-US" sz="1400" b="1" dirty="0"/>
              <a:t> </a:t>
            </a:r>
            <a:r>
              <a:rPr kumimoji="1" lang="en-US" altLang="zh-CN" sz="1200" dirty="0"/>
              <a:t>10212</a:t>
            </a:r>
            <a:endParaRPr kumimoji="1" lang="zh-CN" altLang="en-US" sz="1200" dirty="0"/>
          </a:p>
        </p:txBody>
      </p:sp>
      <p:sp>
        <p:nvSpPr>
          <p:cNvPr id="11" name="文本框 10">
            <a:extLst>
              <a:ext uri="{FF2B5EF4-FFF2-40B4-BE49-F238E27FC236}">
                <a16:creationId xmlns:a16="http://schemas.microsoft.com/office/drawing/2014/main" id="{E62359DF-2CD2-04F8-1C7B-E51F60D2B981}"/>
              </a:ext>
            </a:extLst>
          </p:cNvPr>
          <p:cNvSpPr txBox="1"/>
          <p:nvPr/>
        </p:nvSpPr>
        <p:spPr>
          <a:xfrm>
            <a:off x="8236532" y="913893"/>
            <a:ext cx="1087157" cy="307777"/>
          </a:xfrm>
          <a:prstGeom prst="rect">
            <a:avLst/>
          </a:prstGeom>
          <a:noFill/>
        </p:spPr>
        <p:txBody>
          <a:bodyPr wrap="none" rtlCol="0">
            <a:spAutoFit/>
          </a:bodyPr>
          <a:lstStyle/>
          <a:p>
            <a:r>
              <a:rPr kumimoji="1" lang="en-US" altLang="zh-CN" sz="1400" b="1" dirty="0"/>
              <a:t>Version:</a:t>
            </a:r>
            <a:r>
              <a:rPr kumimoji="1" lang="zh-CN" altLang="en-US" sz="1400" b="1" dirty="0"/>
              <a:t> </a:t>
            </a:r>
            <a:r>
              <a:rPr kumimoji="1" lang="en-US" altLang="zh-CN" sz="1200" dirty="0"/>
              <a:t>3.2</a:t>
            </a:r>
            <a:endParaRPr kumimoji="1" lang="zh-CN" altLang="en-US" sz="1200" dirty="0"/>
          </a:p>
        </p:txBody>
      </p:sp>
      <p:sp>
        <p:nvSpPr>
          <p:cNvPr id="12" name="文本框 11">
            <a:extLst>
              <a:ext uri="{FF2B5EF4-FFF2-40B4-BE49-F238E27FC236}">
                <a16:creationId xmlns:a16="http://schemas.microsoft.com/office/drawing/2014/main" id="{07E16D7C-2C13-9DA8-8CB5-BC77102FA0CB}"/>
              </a:ext>
            </a:extLst>
          </p:cNvPr>
          <p:cNvSpPr txBox="1"/>
          <p:nvPr/>
        </p:nvSpPr>
        <p:spPr>
          <a:xfrm>
            <a:off x="3376078" y="905093"/>
            <a:ext cx="2129109" cy="307777"/>
          </a:xfrm>
          <a:prstGeom prst="rect">
            <a:avLst/>
          </a:prstGeom>
          <a:noFill/>
        </p:spPr>
        <p:txBody>
          <a:bodyPr wrap="none" rtlCol="0">
            <a:spAutoFit/>
          </a:bodyPr>
          <a:lstStyle/>
          <a:p>
            <a:r>
              <a:rPr kumimoji="1" lang="en-US" altLang="zh-CN" sz="1400" b="1" dirty="0"/>
              <a:t>Base Commit:   </a:t>
            </a:r>
            <a:r>
              <a:rPr kumimoji="1" lang="en" altLang="zh-CN" sz="1200" dirty="0"/>
              <a:t>d731049...</a:t>
            </a:r>
          </a:p>
        </p:txBody>
      </p:sp>
      <p:sp>
        <p:nvSpPr>
          <p:cNvPr id="15" name="文本框 14">
            <a:extLst>
              <a:ext uri="{FF2B5EF4-FFF2-40B4-BE49-F238E27FC236}">
                <a16:creationId xmlns:a16="http://schemas.microsoft.com/office/drawing/2014/main" id="{BF10B997-74DD-2735-BEC5-B38EEF6A755D}"/>
              </a:ext>
            </a:extLst>
          </p:cNvPr>
          <p:cNvSpPr txBox="1"/>
          <p:nvPr/>
        </p:nvSpPr>
        <p:spPr>
          <a:xfrm>
            <a:off x="5595730" y="876866"/>
            <a:ext cx="2089033" cy="307777"/>
          </a:xfrm>
          <a:prstGeom prst="rect">
            <a:avLst/>
          </a:prstGeom>
          <a:noFill/>
        </p:spPr>
        <p:txBody>
          <a:bodyPr wrap="none" rtlCol="0">
            <a:spAutoFit/>
          </a:bodyPr>
          <a:lstStyle/>
          <a:p>
            <a:r>
              <a:rPr kumimoji="1" lang="en-US" altLang="zh-CN" sz="1400" b="1" dirty="0"/>
              <a:t>Issue Numbers: </a:t>
            </a:r>
            <a:r>
              <a:rPr kumimoji="1" lang="en-US" altLang="zh-CN" sz="1200" dirty="0"/>
              <a:t>[“10180”]</a:t>
            </a:r>
            <a:endParaRPr kumimoji="1" lang="zh-CN" altLang="en-US" sz="1200" dirty="0"/>
          </a:p>
        </p:txBody>
      </p:sp>
      <p:sp>
        <p:nvSpPr>
          <p:cNvPr id="17" name="文本框 16">
            <a:extLst>
              <a:ext uri="{FF2B5EF4-FFF2-40B4-BE49-F238E27FC236}">
                <a16:creationId xmlns:a16="http://schemas.microsoft.com/office/drawing/2014/main" id="{614B0AD5-9B91-95D0-5D0F-1626D200097F}"/>
              </a:ext>
            </a:extLst>
          </p:cNvPr>
          <p:cNvSpPr txBox="1"/>
          <p:nvPr/>
        </p:nvSpPr>
        <p:spPr>
          <a:xfrm>
            <a:off x="5586832" y="1191978"/>
            <a:ext cx="2738250" cy="307777"/>
          </a:xfrm>
          <a:prstGeom prst="rect">
            <a:avLst/>
          </a:prstGeom>
          <a:noFill/>
        </p:spPr>
        <p:txBody>
          <a:bodyPr wrap="none" rtlCol="0">
            <a:spAutoFit/>
          </a:bodyPr>
          <a:lstStyle/>
          <a:p>
            <a:r>
              <a:rPr kumimoji="1" lang="en-US" altLang="zh-CN" sz="1400" b="1" dirty="0"/>
              <a:t>Fail2Pass: </a:t>
            </a:r>
            <a:r>
              <a:rPr kumimoji="1" lang="en-US" altLang="zh-CN" sz="1000" dirty="0"/>
              <a:t>[</a:t>
            </a:r>
            <a:r>
              <a:rPr lang="en" altLang="zh-CN" sz="1000" b="0" dirty="0">
                <a:effectLst/>
              </a:rPr>
              <a:t>"tests/default-</a:t>
            </a:r>
            <a:r>
              <a:rPr lang="en" altLang="zh-CN" sz="1000" b="0" dirty="0" err="1">
                <a:effectLst/>
              </a:rPr>
              <a:t>extractor.test.js</a:t>
            </a:r>
            <a:r>
              <a:rPr lang="en" altLang="zh-CN" sz="1000" b="0" dirty="0">
                <a:effectLst/>
              </a:rPr>
              <a:t>"</a:t>
            </a:r>
            <a:r>
              <a:rPr kumimoji="1" lang="en-US" altLang="zh-CN" sz="1000" dirty="0"/>
              <a:t>]</a:t>
            </a:r>
            <a:endParaRPr kumimoji="1" lang="en" altLang="zh-CN" sz="1000" dirty="0"/>
          </a:p>
        </p:txBody>
      </p:sp>
      <p:sp>
        <p:nvSpPr>
          <p:cNvPr id="18" name="文本框 17">
            <a:extLst>
              <a:ext uri="{FF2B5EF4-FFF2-40B4-BE49-F238E27FC236}">
                <a16:creationId xmlns:a16="http://schemas.microsoft.com/office/drawing/2014/main" id="{916C10D0-5617-0D99-8DAF-D3BFA54A7A97}"/>
              </a:ext>
            </a:extLst>
          </p:cNvPr>
          <p:cNvSpPr txBox="1"/>
          <p:nvPr/>
        </p:nvSpPr>
        <p:spPr>
          <a:xfrm>
            <a:off x="8250895" y="1182826"/>
            <a:ext cx="1168910" cy="307777"/>
          </a:xfrm>
          <a:prstGeom prst="rect">
            <a:avLst/>
          </a:prstGeom>
          <a:noFill/>
        </p:spPr>
        <p:txBody>
          <a:bodyPr wrap="none" rtlCol="0">
            <a:spAutoFit/>
          </a:bodyPr>
          <a:lstStyle/>
          <a:p>
            <a:r>
              <a:rPr kumimoji="1" lang="en-US" altLang="zh-CN" sz="1400" b="1" dirty="0"/>
              <a:t>Pass2Pass: </a:t>
            </a:r>
            <a:r>
              <a:rPr kumimoji="1" lang="en-US" altLang="zh-CN" sz="1200" dirty="0"/>
              <a:t>[]</a:t>
            </a:r>
            <a:endParaRPr kumimoji="1" lang="en" altLang="zh-CN" sz="1200" dirty="0"/>
          </a:p>
        </p:txBody>
      </p:sp>
      <p:pic>
        <p:nvPicPr>
          <p:cNvPr id="3074" name="Picture 2" descr="image">
            <a:extLst>
              <a:ext uri="{FF2B5EF4-FFF2-40B4-BE49-F238E27FC236}">
                <a16:creationId xmlns:a16="http://schemas.microsoft.com/office/drawing/2014/main" id="{561339F4-8411-C264-CA35-B191F33984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71E02880-EA71-7386-3718-69F88711E340}"/>
              </a:ext>
            </a:extLst>
          </p:cNvPr>
          <p:cNvSpPr txBox="1"/>
          <p:nvPr/>
        </p:nvSpPr>
        <p:spPr>
          <a:xfrm>
            <a:off x="893890" y="1754059"/>
            <a:ext cx="7102610" cy="276999"/>
          </a:xfrm>
          <a:prstGeom prst="rect">
            <a:avLst/>
          </a:prstGeom>
          <a:noFill/>
        </p:spPr>
        <p:txBody>
          <a:bodyPr wrap="square" rtlCol="0">
            <a:spAutoFit/>
          </a:bodyPr>
          <a:lstStyle/>
          <a:p>
            <a:r>
              <a:rPr lang="en" altLang="zh-CN" sz="1200" i="0" dirty="0">
                <a:effectLst/>
              </a:rPr>
              <a:t>Div content with brackets [] prevents arbitrary class from being generated </a:t>
            </a:r>
          </a:p>
        </p:txBody>
      </p:sp>
      <p:sp>
        <p:nvSpPr>
          <p:cNvPr id="24" name="文本框 23">
            <a:extLst>
              <a:ext uri="{FF2B5EF4-FFF2-40B4-BE49-F238E27FC236}">
                <a16:creationId xmlns:a16="http://schemas.microsoft.com/office/drawing/2014/main" id="{D923C3C0-5416-2EAC-B15A-2B688352D3FD}"/>
              </a:ext>
            </a:extLst>
          </p:cNvPr>
          <p:cNvSpPr txBox="1"/>
          <p:nvPr/>
        </p:nvSpPr>
        <p:spPr>
          <a:xfrm>
            <a:off x="871258" y="1964025"/>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026DEF9A-26BB-4872-A6BE-6541642F69F8}"/>
              </a:ext>
            </a:extLst>
          </p:cNvPr>
          <p:cNvSpPr txBox="1"/>
          <p:nvPr/>
        </p:nvSpPr>
        <p:spPr>
          <a:xfrm>
            <a:off x="857167" y="4077030"/>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2B374817-B7C1-A288-FAE0-F15B0B2BFC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B1C85913-BE3C-8C51-AD82-FCF0F88E21FB}"/>
              </a:ext>
            </a:extLst>
          </p:cNvPr>
          <p:cNvSpPr txBox="1"/>
          <p:nvPr/>
        </p:nvSpPr>
        <p:spPr>
          <a:xfrm>
            <a:off x="973631" y="1191453"/>
            <a:ext cx="1949573" cy="307777"/>
          </a:xfrm>
          <a:prstGeom prst="rect">
            <a:avLst/>
          </a:prstGeom>
          <a:noFill/>
        </p:spPr>
        <p:txBody>
          <a:bodyPr wrap="none" rtlCol="0">
            <a:spAutoFit/>
          </a:bodyPr>
          <a:lstStyle/>
          <a:p>
            <a:r>
              <a:rPr kumimoji="1" lang="en-US" altLang="zh-CN" sz="1400" b="1" dirty="0"/>
              <a:t>Website: </a:t>
            </a:r>
            <a:r>
              <a:rPr kumimoji="1" lang="en-US" altLang="zh-CN" sz="1200" dirty="0"/>
              <a:t>[‘http...’,’http…’]</a:t>
            </a:r>
            <a:endParaRPr kumimoji="1" lang="en" altLang="zh-CN" sz="1200" dirty="0"/>
          </a:p>
        </p:txBody>
      </p:sp>
      <p:sp>
        <p:nvSpPr>
          <p:cNvPr id="30" name="文本框 29">
            <a:extLst>
              <a:ext uri="{FF2B5EF4-FFF2-40B4-BE49-F238E27FC236}">
                <a16:creationId xmlns:a16="http://schemas.microsoft.com/office/drawing/2014/main" id="{E876C5E6-B6E3-79A3-19F5-3812B367A5F2}"/>
              </a:ext>
            </a:extLst>
          </p:cNvPr>
          <p:cNvSpPr txBox="1"/>
          <p:nvPr/>
        </p:nvSpPr>
        <p:spPr>
          <a:xfrm>
            <a:off x="3376078" y="1179588"/>
            <a:ext cx="1479892" cy="307777"/>
          </a:xfrm>
          <a:prstGeom prst="rect">
            <a:avLst/>
          </a:prstGeom>
          <a:noFill/>
        </p:spPr>
        <p:txBody>
          <a:bodyPr wrap="none" rtlCol="0">
            <a:spAutoFit/>
          </a:bodyPr>
          <a:lstStyle/>
          <a:p>
            <a:r>
              <a:rPr kumimoji="1" lang="en-US" altLang="zh-CN" sz="1400" b="1" dirty="0" err="1"/>
              <a:t>Issue_Image</a:t>
            </a:r>
            <a:r>
              <a:rPr kumimoji="1" lang="en-US" altLang="zh-CN" sz="1400" b="1" dirty="0"/>
              <a:t>: </a:t>
            </a:r>
            <a:r>
              <a:rPr kumimoji="1" lang="en-US" altLang="zh-CN" sz="1200" dirty="0"/>
              <a:t>[...]</a:t>
            </a:r>
            <a:endParaRPr kumimoji="1" lang="en" altLang="zh-CN" sz="1200" dirty="0"/>
          </a:p>
        </p:txBody>
      </p:sp>
      <p:cxnSp>
        <p:nvCxnSpPr>
          <p:cNvPr id="33" name="直线连接符 32">
            <a:extLst>
              <a:ext uri="{FF2B5EF4-FFF2-40B4-BE49-F238E27FC236}">
                <a16:creationId xmlns:a16="http://schemas.microsoft.com/office/drawing/2014/main" id="{D572AD62-069D-D9F4-F0FA-07FBDB32BC90}"/>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3249A1C-293A-5F79-D8D6-75CDE090ACCF}"/>
              </a:ext>
            </a:extLst>
          </p:cNvPr>
          <p:cNvSpPr txBox="1"/>
          <p:nvPr/>
        </p:nvSpPr>
        <p:spPr>
          <a:xfrm>
            <a:off x="871321" y="1514933"/>
            <a:ext cx="5012385" cy="307777"/>
          </a:xfrm>
          <a:prstGeom prst="rect">
            <a:avLst/>
          </a:prstGeom>
          <a:noFill/>
        </p:spPr>
        <p:txBody>
          <a:bodyPr wrap="square" rtlCol="0">
            <a:spAutoFit/>
          </a:bodyPr>
          <a:lstStyle/>
          <a:p>
            <a:r>
              <a:rPr lang="en" altLang="zh-CN" sz="1400" b="1" i="0" dirty="0">
                <a:effectLst/>
              </a:rPr>
              <a:t>Problem Statement</a:t>
            </a:r>
          </a:p>
        </p:txBody>
      </p:sp>
      <p:sp>
        <p:nvSpPr>
          <p:cNvPr id="38" name="同侧圆角矩形 37">
            <a:extLst>
              <a:ext uri="{FF2B5EF4-FFF2-40B4-BE49-F238E27FC236}">
                <a16:creationId xmlns:a16="http://schemas.microsoft.com/office/drawing/2014/main" id="{07338810-63C1-669F-5451-AE64361395BA}"/>
              </a:ext>
            </a:extLst>
          </p:cNvPr>
          <p:cNvSpPr/>
          <p:nvPr/>
        </p:nvSpPr>
        <p:spPr>
          <a:xfrm rot="10800000">
            <a:off x="871297" y="1495045"/>
            <a:ext cx="10886777" cy="49463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6A25885D-530A-8FA2-8F87-4C120C0F3EF5}"/>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1888E4E-6E7B-5E97-4E2D-83F5DF6D8A28}"/>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55EBAA55-D024-C83C-BC88-268B9A320A4D}"/>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FED40056-2827-9193-9157-A76CB349F1A3}"/>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FF0CAA92-3695-7345-7DF4-983B0C70DC8D}"/>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1EC6D77-03B5-71A3-095D-FD430FA93037}"/>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6FF7802B-C1DC-AF40-D776-DAED5DD6B568}"/>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3163BD05-97C1-5FC2-7CEE-E85171E741A7}"/>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82ADD085-8A1E-7182-7222-204C7C9E5EB9}"/>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FA4B44C-4FAD-3350-6D6F-3C76F1573DD1}"/>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C1292ED7-AA96-F3C4-F2C2-F9FDA487CE58}"/>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8865FBD-D0A5-9698-9BBB-3BB033958D79}"/>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ED232684-CBDD-ED3A-2A45-499D4F909F0E}"/>
              </a:ext>
            </a:extLst>
          </p:cNvPr>
          <p:cNvCxnSpPr>
            <a:stCxn id="29" idx="1"/>
            <a:endCxn id="24" idx="1"/>
          </p:cNvCxnSpPr>
          <p:nvPr/>
        </p:nvCxnSpPr>
        <p:spPr>
          <a:xfrm rot="10800000" flipV="1">
            <a:off x="871259" y="1345341"/>
            <a:ext cx="102373" cy="757183"/>
          </a:xfrm>
          <a:prstGeom prst="bentConnector3">
            <a:avLst>
              <a:gd name="adj1" fmla="val 32330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26EDA484-498F-9AF7-23D2-E371348B2F22}"/>
              </a:ext>
            </a:extLst>
          </p:cNvPr>
          <p:cNvCxnSpPr>
            <a:cxnSpLocks/>
            <a:endCxn id="26" idx="1"/>
          </p:cNvCxnSpPr>
          <p:nvPr/>
        </p:nvCxnSpPr>
        <p:spPr>
          <a:xfrm rot="16200000" flipH="1">
            <a:off x="-305657" y="3052706"/>
            <a:ext cx="2113006" cy="21264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4047763-6567-A8F3-8AA1-8B73F27D4EDC}"/>
              </a:ext>
            </a:extLst>
          </p:cNvPr>
          <p:cNvCxnSpPr>
            <a:cxnSpLocks/>
            <a:stCxn id="30" idx="3"/>
            <a:endCxn id="3074" idx="3"/>
          </p:cNvCxnSpPr>
          <p:nvPr/>
        </p:nvCxnSpPr>
        <p:spPr>
          <a:xfrm>
            <a:off x="4855970" y="1333477"/>
            <a:ext cx="10115" cy="1828063"/>
          </a:xfrm>
          <a:prstGeom prst="bentConnector3">
            <a:avLst>
              <a:gd name="adj1" fmla="val 236001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361C7EC1-8967-73C8-FA22-9A853BB5F568}"/>
              </a:ext>
            </a:extLst>
          </p:cNvPr>
          <p:cNvCxnSpPr>
            <a:cxnSpLocks/>
            <a:endCxn id="3076" idx="3"/>
          </p:cNvCxnSpPr>
          <p:nvPr/>
        </p:nvCxnSpPr>
        <p:spPr>
          <a:xfrm rot="5400000">
            <a:off x="3875419" y="4142093"/>
            <a:ext cx="2203600" cy="24249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6" name="文本框 3105">
            <a:extLst>
              <a:ext uri="{FF2B5EF4-FFF2-40B4-BE49-F238E27FC236}">
                <a16:creationId xmlns:a16="http://schemas.microsoft.com/office/drawing/2014/main" id="{0A20669E-F1E8-C152-4332-E1365B938826}"/>
              </a:ext>
            </a:extLst>
          </p:cNvPr>
          <p:cNvSpPr txBox="1"/>
          <p:nvPr/>
        </p:nvSpPr>
        <p:spPr>
          <a:xfrm>
            <a:off x="9639909" y="905093"/>
            <a:ext cx="1330814" cy="307777"/>
          </a:xfrm>
          <a:prstGeom prst="rect">
            <a:avLst/>
          </a:prstGeom>
          <a:noFill/>
        </p:spPr>
        <p:txBody>
          <a:bodyPr wrap="none" rtlCol="0">
            <a:spAutoFit/>
          </a:bodyPr>
          <a:lstStyle/>
          <a:p>
            <a:r>
              <a:rPr kumimoji="1" lang="en-US" altLang="zh-CN" sz="1400" b="1" dirty="0"/>
              <a:t>Test patch:</a:t>
            </a:r>
            <a:r>
              <a:rPr kumimoji="1" lang="zh-CN" altLang="en-US" sz="1400" b="1" dirty="0"/>
              <a:t> </a:t>
            </a:r>
            <a:r>
              <a:rPr kumimoji="1" lang="en-US" altLang="zh-CN" sz="1200" dirty="0"/>
              <a:t>[...]</a:t>
            </a:r>
            <a:endParaRPr kumimoji="1" lang="zh-CN" altLang="en-US" sz="1200" dirty="0"/>
          </a:p>
        </p:txBody>
      </p:sp>
      <p:sp>
        <p:nvSpPr>
          <p:cNvPr id="3107" name="文本框 3106">
            <a:extLst>
              <a:ext uri="{FF2B5EF4-FFF2-40B4-BE49-F238E27FC236}">
                <a16:creationId xmlns:a16="http://schemas.microsoft.com/office/drawing/2014/main" id="{6A8C46E0-9736-7D65-8A60-2A5CE328E0DF}"/>
              </a:ext>
            </a:extLst>
          </p:cNvPr>
          <p:cNvSpPr txBox="1"/>
          <p:nvPr/>
        </p:nvSpPr>
        <p:spPr>
          <a:xfrm>
            <a:off x="9639909" y="1183519"/>
            <a:ext cx="918841" cy="307777"/>
          </a:xfrm>
          <a:prstGeom prst="rect">
            <a:avLst/>
          </a:prstGeom>
          <a:noFill/>
        </p:spPr>
        <p:txBody>
          <a:bodyPr wrap="none" rtlCol="0">
            <a:spAutoFit/>
          </a:bodyPr>
          <a:lstStyle/>
          <a:p>
            <a:r>
              <a:rPr kumimoji="1" lang="en-US" altLang="zh-CN" sz="1400" b="1" dirty="0"/>
              <a:t>Patch:</a:t>
            </a:r>
            <a:r>
              <a:rPr kumimoji="1" lang="zh-CN" altLang="en-US" sz="1400" b="1" dirty="0"/>
              <a:t> </a:t>
            </a:r>
            <a:r>
              <a:rPr kumimoji="1" lang="en-US" altLang="zh-CN" sz="1200" dirty="0"/>
              <a:t>[...]</a:t>
            </a:r>
            <a:endParaRPr kumimoji="1" lang="zh-CN" altLang="en-US" sz="1200" dirty="0"/>
          </a:p>
        </p:txBody>
      </p:sp>
      <p:sp>
        <p:nvSpPr>
          <p:cNvPr id="3108" name="文本框 3107">
            <a:extLst>
              <a:ext uri="{FF2B5EF4-FFF2-40B4-BE49-F238E27FC236}">
                <a16:creationId xmlns:a16="http://schemas.microsoft.com/office/drawing/2014/main" id="{D352E47A-3123-276E-C77F-0D5D7B46C0E6}"/>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CE3E320-1566-4DCB-C07F-A2601CA5A584}"/>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2765141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0BA64A8D-8DE1-1D75-20D1-8AD44B7A8220}"/>
              </a:ext>
            </a:extLst>
          </p:cNvPr>
          <p:cNvSpPr/>
          <p:nvPr/>
        </p:nvSpPr>
        <p:spPr>
          <a:xfrm>
            <a:off x="871321" y="635255"/>
            <a:ext cx="10886787" cy="859797"/>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C762CB56-7BF3-F161-CF1B-4F93AA527F85}"/>
              </a:ext>
            </a:extLst>
          </p:cNvPr>
          <p:cNvSpPr txBox="1"/>
          <p:nvPr/>
        </p:nvSpPr>
        <p:spPr>
          <a:xfrm>
            <a:off x="951895" y="663061"/>
            <a:ext cx="2271776" cy="307777"/>
          </a:xfrm>
          <a:prstGeom prst="rect">
            <a:avLst/>
          </a:prstGeom>
          <a:noFill/>
        </p:spPr>
        <p:txBody>
          <a:bodyPr wrap="none" rtlCol="0">
            <a:spAutoFit/>
          </a:bodyPr>
          <a:lstStyle/>
          <a:p>
            <a:r>
              <a:rPr kumimoji="1" lang="en-US" altLang="zh-CN" sz="1400" b="1" dirty="0"/>
              <a:t>Repo:</a:t>
            </a:r>
            <a:r>
              <a:rPr kumimoji="1" lang="zh-CN" altLang="en-US" sz="1400" b="1" dirty="0"/>
              <a:t> </a:t>
            </a:r>
            <a:r>
              <a:rPr kumimoji="1" lang="en-US" altLang="zh-CN" sz="1200" dirty="0" err="1"/>
              <a:t>tailwindlabs</a:t>
            </a:r>
            <a:r>
              <a:rPr kumimoji="1" lang="en-US" altLang="zh-CN" sz="1200" dirty="0"/>
              <a:t>/</a:t>
            </a:r>
            <a:r>
              <a:rPr kumimoji="1" lang="en-US" altLang="zh-CN" sz="1200" dirty="0" err="1"/>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14A675A8-F46E-9682-69FD-39EFD7F34BF9}"/>
              </a:ext>
            </a:extLst>
          </p:cNvPr>
          <p:cNvSpPr txBox="1"/>
          <p:nvPr/>
        </p:nvSpPr>
        <p:spPr>
          <a:xfrm>
            <a:off x="5586155" y="662400"/>
            <a:ext cx="3270447" cy="307777"/>
          </a:xfrm>
          <a:prstGeom prst="rect">
            <a:avLst/>
          </a:prstGeom>
          <a:noFill/>
        </p:spPr>
        <p:txBody>
          <a:bodyPr wrap="none" rtlCol="0">
            <a:spAutoFit/>
          </a:bodyPr>
          <a:lstStyle/>
          <a:p>
            <a:r>
              <a:rPr kumimoji="1" lang="en-US" altLang="zh-CN" sz="1400" b="1" dirty="0"/>
              <a:t>Instance ID:</a:t>
            </a:r>
            <a:r>
              <a:rPr kumimoji="1" lang="zh-CN" altLang="en-US" sz="1400" b="1" dirty="0"/>
              <a:t> </a:t>
            </a:r>
            <a:r>
              <a:rPr kumimoji="1" lang="en-US" altLang="zh-CN" sz="1200" dirty="0"/>
              <a:t>tailwindlabs__tailwindcss-10212</a:t>
            </a:r>
            <a:endParaRPr kumimoji="1" lang="zh-CN" altLang="en-US" sz="1200" dirty="0"/>
          </a:p>
        </p:txBody>
      </p:sp>
      <p:sp>
        <p:nvSpPr>
          <p:cNvPr id="9" name="文本框 8">
            <a:extLst>
              <a:ext uri="{FF2B5EF4-FFF2-40B4-BE49-F238E27FC236}">
                <a16:creationId xmlns:a16="http://schemas.microsoft.com/office/drawing/2014/main" id="{B91894B5-9C03-C5BC-FBDB-04D100ECB521}"/>
              </a:ext>
            </a:extLst>
          </p:cNvPr>
          <p:cNvSpPr txBox="1"/>
          <p:nvPr/>
        </p:nvSpPr>
        <p:spPr>
          <a:xfrm>
            <a:off x="950400" y="914400"/>
            <a:ext cx="1951175" cy="307777"/>
          </a:xfrm>
          <a:prstGeom prst="rect">
            <a:avLst/>
          </a:prstGeom>
          <a:noFill/>
        </p:spPr>
        <p:txBody>
          <a:bodyPr wrap="none" rtlCol="0">
            <a:spAutoFit/>
          </a:bodyPr>
          <a:lstStyle/>
          <a:p>
            <a:r>
              <a:rPr kumimoji="1" lang="en-US" altLang="zh-CN" sz="1400" b="1" dirty="0"/>
              <a:t>Created At</a:t>
            </a:r>
            <a:r>
              <a:rPr kumimoji="1" lang="en-US" altLang="zh-CN" sz="1400" dirty="0"/>
              <a:t>:</a:t>
            </a:r>
            <a:r>
              <a:rPr kumimoji="1" lang="zh-CN" altLang="en-US" sz="1400" dirty="0"/>
              <a:t> </a:t>
            </a:r>
            <a:r>
              <a:rPr kumimoji="1" lang="en-US" altLang="zh-CN" sz="1200" dirty="0"/>
              <a:t>2023-04-04</a:t>
            </a:r>
            <a:endParaRPr kumimoji="1" lang="zh-CN" altLang="en-US" sz="1200" dirty="0"/>
          </a:p>
        </p:txBody>
      </p:sp>
      <p:sp>
        <p:nvSpPr>
          <p:cNvPr id="10" name="文本框 9">
            <a:extLst>
              <a:ext uri="{FF2B5EF4-FFF2-40B4-BE49-F238E27FC236}">
                <a16:creationId xmlns:a16="http://schemas.microsoft.com/office/drawing/2014/main" id="{52B2B77C-636A-EEE0-F2BA-E3A4DC3DAB90}"/>
              </a:ext>
            </a:extLst>
          </p:cNvPr>
          <p:cNvSpPr txBox="1"/>
          <p:nvPr/>
        </p:nvSpPr>
        <p:spPr>
          <a:xfrm>
            <a:off x="3390949" y="662400"/>
            <a:ext cx="1707519" cy="307777"/>
          </a:xfrm>
          <a:prstGeom prst="rect">
            <a:avLst/>
          </a:prstGeom>
          <a:noFill/>
        </p:spPr>
        <p:txBody>
          <a:bodyPr wrap="none" rtlCol="0">
            <a:spAutoFit/>
          </a:bodyPr>
          <a:lstStyle/>
          <a:p>
            <a:r>
              <a:rPr kumimoji="1" lang="en-US" altLang="zh-CN" sz="1400" b="1" dirty="0"/>
              <a:t>Pull Number:</a:t>
            </a:r>
            <a:r>
              <a:rPr kumimoji="1" lang="zh-CN" altLang="en-US" sz="1400" b="1" dirty="0"/>
              <a:t> </a:t>
            </a:r>
            <a:r>
              <a:rPr kumimoji="1" lang="en-US" altLang="zh-CN" sz="1200" dirty="0"/>
              <a:t>10212</a:t>
            </a:r>
            <a:endParaRPr kumimoji="1" lang="zh-CN" altLang="en-US" sz="1200" dirty="0"/>
          </a:p>
        </p:txBody>
      </p:sp>
      <p:sp>
        <p:nvSpPr>
          <p:cNvPr id="11" name="文本框 10">
            <a:extLst>
              <a:ext uri="{FF2B5EF4-FFF2-40B4-BE49-F238E27FC236}">
                <a16:creationId xmlns:a16="http://schemas.microsoft.com/office/drawing/2014/main" id="{E62359DF-2CD2-04F8-1C7B-E51F60D2B981}"/>
              </a:ext>
            </a:extLst>
          </p:cNvPr>
          <p:cNvSpPr txBox="1"/>
          <p:nvPr/>
        </p:nvSpPr>
        <p:spPr>
          <a:xfrm>
            <a:off x="8715652" y="913893"/>
            <a:ext cx="1087157" cy="307777"/>
          </a:xfrm>
          <a:prstGeom prst="rect">
            <a:avLst/>
          </a:prstGeom>
          <a:noFill/>
        </p:spPr>
        <p:txBody>
          <a:bodyPr wrap="none" rtlCol="0">
            <a:spAutoFit/>
          </a:bodyPr>
          <a:lstStyle/>
          <a:p>
            <a:r>
              <a:rPr kumimoji="1" lang="en-US" altLang="zh-CN" sz="1400" b="1" dirty="0"/>
              <a:t>Version:</a:t>
            </a:r>
            <a:r>
              <a:rPr kumimoji="1" lang="zh-CN" altLang="en-US" sz="1400" b="1" dirty="0"/>
              <a:t> </a:t>
            </a:r>
            <a:r>
              <a:rPr kumimoji="1" lang="en-US" altLang="zh-CN" sz="1200" dirty="0"/>
              <a:t>3.2</a:t>
            </a:r>
            <a:endParaRPr kumimoji="1" lang="zh-CN" altLang="en-US" sz="1200" dirty="0"/>
          </a:p>
        </p:txBody>
      </p:sp>
      <p:sp>
        <p:nvSpPr>
          <p:cNvPr id="12" name="文本框 11">
            <a:extLst>
              <a:ext uri="{FF2B5EF4-FFF2-40B4-BE49-F238E27FC236}">
                <a16:creationId xmlns:a16="http://schemas.microsoft.com/office/drawing/2014/main" id="{07E16D7C-2C13-9DA8-8CB5-BC77102FA0CB}"/>
              </a:ext>
            </a:extLst>
          </p:cNvPr>
          <p:cNvSpPr txBox="1"/>
          <p:nvPr/>
        </p:nvSpPr>
        <p:spPr>
          <a:xfrm>
            <a:off x="3391200" y="914400"/>
            <a:ext cx="2029723" cy="307777"/>
          </a:xfrm>
          <a:prstGeom prst="rect">
            <a:avLst/>
          </a:prstGeom>
          <a:noFill/>
        </p:spPr>
        <p:txBody>
          <a:bodyPr wrap="none" rtlCol="0">
            <a:spAutoFit/>
          </a:bodyPr>
          <a:lstStyle/>
          <a:p>
            <a:r>
              <a:rPr kumimoji="1" lang="en-US" altLang="zh-CN" sz="1400" b="1" dirty="0"/>
              <a:t>Base Commit: </a:t>
            </a:r>
            <a:r>
              <a:rPr kumimoji="1" lang="en" altLang="zh-CN" sz="1200" dirty="0"/>
              <a:t>d731049...</a:t>
            </a:r>
          </a:p>
        </p:txBody>
      </p:sp>
      <p:sp>
        <p:nvSpPr>
          <p:cNvPr id="15" name="文本框 14">
            <a:extLst>
              <a:ext uri="{FF2B5EF4-FFF2-40B4-BE49-F238E27FC236}">
                <a16:creationId xmlns:a16="http://schemas.microsoft.com/office/drawing/2014/main" id="{BF10B997-74DD-2735-BEC5-B38EEF6A755D}"/>
              </a:ext>
            </a:extLst>
          </p:cNvPr>
          <p:cNvSpPr txBox="1"/>
          <p:nvPr/>
        </p:nvSpPr>
        <p:spPr>
          <a:xfrm>
            <a:off x="5587200" y="914400"/>
            <a:ext cx="2089033" cy="307777"/>
          </a:xfrm>
          <a:prstGeom prst="rect">
            <a:avLst/>
          </a:prstGeom>
          <a:noFill/>
        </p:spPr>
        <p:txBody>
          <a:bodyPr wrap="none" rtlCol="0">
            <a:spAutoFit/>
          </a:bodyPr>
          <a:lstStyle/>
          <a:p>
            <a:r>
              <a:rPr kumimoji="1" lang="en-US" altLang="zh-CN" sz="1400" b="1" dirty="0"/>
              <a:t>Issue Numbers: </a:t>
            </a:r>
            <a:r>
              <a:rPr kumimoji="1" lang="en-US" altLang="zh-CN" sz="1200" dirty="0"/>
              <a:t>[“10180”]</a:t>
            </a:r>
            <a:endParaRPr kumimoji="1" lang="zh-CN" altLang="en-US" sz="1200" dirty="0"/>
          </a:p>
        </p:txBody>
      </p:sp>
      <p:sp>
        <p:nvSpPr>
          <p:cNvPr id="17" name="文本框 16">
            <a:extLst>
              <a:ext uri="{FF2B5EF4-FFF2-40B4-BE49-F238E27FC236}">
                <a16:creationId xmlns:a16="http://schemas.microsoft.com/office/drawing/2014/main" id="{614B0AD5-9B91-95D0-5D0F-1626D200097F}"/>
              </a:ext>
            </a:extLst>
          </p:cNvPr>
          <p:cNvSpPr txBox="1"/>
          <p:nvPr/>
        </p:nvSpPr>
        <p:spPr>
          <a:xfrm>
            <a:off x="5586832" y="1177200"/>
            <a:ext cx="3089307" cy="307777"/>
          </a:xfrm>
          <a:prstGeom prst="rect">
            <a:avLst/>
          </a:prstGeom>
          <a:noFill/>
        </p:spPr>
        <p:txBody>
          <a:bodyPr wrap="none" rtlCol="0">
            <a:spAutoFit/>
          </a:bodyPr>
          <a:lstStyle/>
          <a:p>
            <a:r>
              <a:rPr kumimoji="1" lang="en-US" altLang="zh-CN" sz="1400" b="1" dirty="0"/>
              <a:t>Fail2Pass: </a:t>
            </a:r>
            <a:r>
              <a:rPr kumimoji="1" lang="en-US" altLang="zh-CN" sz="1200" dirty="0"/>
              <a:t>[</a:t>
            </a:r>
            <a:r>
              <a:rPr lang="en" altLang="zh-CN" sz="1200" b="0" dirty="0">
                <a:effectLst/>
              </a:rPr>
              <a:t>"tests/default-</a:t>
            </a:r>
            <a:r>
              <a:rPr lang="en" altLang="zh-CN" sz="1200" b="0" dirty="0" err="1">
                <a:effectLst/>
              </a:rPr>
              <a:t>extractor.test.js</a:t>
            </a:r>
            <a:r>
              <a:rPr lang="en" altLang="zh-CN" sz="1200" b="0" dirty="0">
                <a:effectLst/>
              </a:rPr>
              <a:t>"</a:t>
            </a:r>
            <a:r>
              <a:rPr kumimoji="1" lang="en-US" altLang="zh-CN" sz="1200" dirty="0"/>
              <a:t>]</a:t>
            </a:r>
            <a:endParaRPr kumimoji="1" lang="en" altLang="zh-CN" sz="1200" dirty="0"/>
          </a:p>
        </p:txBody>
      </p:sp>
      <p:sp>
        <p:nvSpPr>
          <p:cNvPr id="18" name="文本框 17">
            <a:extLst>
              <a:ext uri="{FF2B5EF4-FFF2-40B4-BE49-F238E27FC236}">
                <a16:creationId xmlns:a16="http://schemas.microsoft.com/office/drawing/2014/main" id="{916C10D0-5617-0D99-8DAF-D3BFA54A7A97}"/>
              </a:ext>
            </a:extLst>
          </p:cNvPr>
          <p:cNvSpPr txBox="1"/>
          <p:nvPr/>
        </p:nvSpPr>
        <p:spPr>
          <a:xfrm>
            <a:off x="8715347" y="1177200"/>
            <a:ext cx="1168910" cy="307777"/>
          </a:xfrm>
          <a:prstGeom prst="rect">
            <a:avLst/>
          </a:prstGeom>
          <a:noFill/>
        </p:spPr>
        <p:txBody>
          <a:bodyPr wrap="none" rtlCol="0">
            <a:spAutoFit/>
          </a:bodyPr>
          <a:lstStyle/>
          <a:p>
            <a:r>
              <a:rPr kumimoji="1" lang="en-US" altLang="zh-CN" sz="1400" b="1" dirty="0"/>
              <a:t>Pass2Pass: </a:t>
            </a:r>
            <a:r>
              <a:rPr kumimoji="1" lang="en-US" altLang="zh-CN" sz="1200" dirty="0"/>
              <a:t>[]</a:t>
            </a:r>
            <a:endParaRPr kumimoji="1" lang="en" altLang="zh-CN" sz="1200" dirty="0"/>
          </a:p>
        </p:txBody>
      </p:sp>
      <p:pic>
        <p:nvPicPr>
          <p:cNvPr id="3074" name="Picture 2" descr="image">
            <a:extLst>
              <a:ext uri="{FF2B5EF4-FFF2-40B4-BE49-F238E27FC236}">
                <a16:creationId xmlns:a16="http://schemas.microsoft.com/office/drawing/2014/main" id="{561339F4-8411-C264-CA35-B191F33984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932" y="2241703"/>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71E02880-EA71-7386-3718-69F88711E340}"/>
              </a:ext>
            </a:extLst>
          </p:cNvPr>
          <p:cNvSpPr txBox="1"/>
          <p:nvPr/>
        </p:nvSpPr>
        <p:spPr>
          <a:xfrm>
            <a:off x="877265" y="1754059"/>
            <a:ext cx="7102610" cy="276999"/>
          </a:xfrm>
          <a:prstGeom prst="rect">
            <a:avLst/>
          </a:prstGeom>
          <a:noFill/>
        </p:spPr>
        <p:txBody>
          <a:bodyPr wrap="square" rtlCol="0">
            <a:spAutoFit/>
          </a:bodyPr>
          <a:lstStyle/>
          <a:p>
            <a:r>
              <a:rPr lang="en" altLang="zh-CN" sz="1200" i="0" dirty="0">
                <a:effectLst/>
              </a:rPr>
              <a:t>Div content with brackets [] prevents arbitrary class from being generated </a:t>
            </a:r>
          </a:p>
        </p:txBody>
      </p:sp>
      <p:sp>
        <p:nvSpPr>
          <p:cNvPr id="24" name="文本框 23">
            <a:extLst>
              <a:ext uri="{FF2B5EF4-FFF2-40B4-BE49-F238E27FC236}">
                <a16:creationId xmlns:a16="http://schemas.microsoft.com/office/drawing/2014/main" id="{D923C3C0-5416-2EAC-B15A-2B688352D3FD}"/>
              </a:ext>
            </a:extLst>
          </p:cNvPr>
          <p:cNvSpPr txBox="1"/>
          <p:nvPr/>
        </p:nvSpPr>
        <p:spPr>
          <a:xfrm>
            <a:off x="887883" y="1964025"/>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4">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026DEF9A-26BB-4872-A6BE-6541642F69F8}"/>
              </a:ext>
            </a:extLst>
          </p:cNvPr>
          <p:cNvSpPr txBox="1"/>
          <p:nvPr/>
        </p:nvSpPr>
        <p:spPr>
          <a:xfrm>
            <a:off x="857167" y="4090282"/>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5"/>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2B374817-B7C1-A288-FAE0-F15B0B2BFC0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1763" y="4397696"/>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B1C85913-BE3C-8C51-AD82-FCF0F88E21FB}"/>
              </a:ext>
            </a:extLst>
          </p:cNvPr>
          <p:cNvSpPr txBox="1"/>
          <p:nvPr/>
        </p:nvSpPr>
        <p:spPr>
          <a:xfrm>
            <a:off x="950400" y="1177605"/>
            <a:ext cx="2409634" cy="307777"/>
          </a:xfrm>
          <a:prstGeom prst="rect">
            <a:avLst/>
          </a:prstGeom>
          <a:noFill/>
        </p:spPr>
        <p:txBody>
          <a:bodyPr wrap="none" rtlCol="0">
            <a:spAutoFit/>
          </a:bodyPr>
          <a:lstStyle/>
          <a:p>
            <a:r>
              <a:rPr kumimoji="1" lang="en-US" altLang="zh-CN" sz="1400" b="1" dirty="0"/>
              <a:t>Website Links: </a:t>
            </a:r>
            <a:r>
              <a:rPr kumimoji="1" lang="en-US" altLang="zh-CN" sz="1200" dirty="0"/>
              <a:t>[‘http...’,’http…’]</a:t>
            </a:r>
            <a:endParaRPr kumimoji="1" lang="en" altLang="zh-CN" sz="1200" dirty="0"/>
          </a:p>
        </p:txBody>
      </p:sp>
      <p:sp>
        <p:nvSpPr>
          <p:cNvPr id="30" name="文本框 29">
            <a:extLst>
              <a:ext uri="{FF2B5EF4-FFF2-40B4-BE49-F238E27FC236}">
                <a16:creationId xmlns:a16="http://schemas.microsoft.com/office/drawing/2014/main" id="{E876C5E6-B6E3-79A3-19F5-3812B367A5F2}"/>
              </a:ext>
            </a:extLst>
          </p:cNvPr>
          <p:cNvSpPr txBox="1"/>
          <p:nvPr/>
        </p:nvSpPr>
        <p:spPr>
          <a:xfrm>
            <a:off x="3391200" y="1177200"/>
            <a:ext cx="1510350" cy="307777"/>
          </a:xfrm>
          <a:prstGeom prst="rect">
            <a:avLst/>
          </a:prstGeom>
          <a:noFill/>
        </p:spPr>
        <p:txBody>
          <a:bodyPr wrap="none" rtlCol="0">
            <a:spAutoFit/>
          </a:bodyPr>
          <a:lstStyle/>
          <a:p>
            <a:r>
              <a:rPr kumimoji="1" lang="en-US" altLang="zh-CN" sz="1400" b="1" dirty="0"/>
              <a:t>Issue Images: </a:t>
            </a:r>
            <a:r>
              <a:rPr kumimoji="1" lang="en-US" altLang="zh-CN" sz="1200" dirty="0"/>
              <a:t>[...]</a:t>
            </a:r>
            <a:endParaRPr kumimoji="1" lang="en" altLang="zh-CN" sz="1200" dirty="0"/>
          </a:p>
        </p:txBody>
      </p:sp>
      <p:cxnSp>
        <p:nvCxnSpPr>
          <p:cNvPr id="33" name="直线连接符 32">
            <a:extLst>
              <a:ext uri="{FF2B5EF4-FFF2-40B4-BE49-F238E27FC236}">
                <a16:creationId xmlns:a16="http://schemas.microsoft.com/office/drawing/2014/main" id="{D572AD62-069D-D9F4-F0FA-07FBDB32BC90}"/>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3249A1C-293A-5F79-D8D6-75CDE090ACCF}"/>
              </a:ext>
            </a:extLst>
          </p:cNvPr>
          <p:cNvSpPr txBox="1"/>
          <p:nvPr/>
        </p:nvSpPr>
        <p:spPr>
          <a:xfrm>
            <a:off x="871321" y="1514933"/>
            <a:ext cx="5012385" cy="307777"/>
          </a:xfrm>
          <a:prstGeom prst="rect">
            <a:avLst/>
          </a:prstGeom>
          <a:noFill/>
        </p:spPr>
        <p:txBody>
          <a:bodyPr wrap="square" rtlCol="0">
            <a:spAutoFit/>
          </a:bodyPr>
          <a:lstStyle/>
          <a:p>
            <a:r>
              <a:rPr lang="en" altLang="zh-CN" sz="1400" b="1" i="0" dirty="0">
                <a:effectLst/>
              </a:rPr>
              <a:t>Problem Statement</a:t>
            </a:r>
          </a:p>
        </p:txBody>
      </p:sp>
      <p:sp>
        <p:nvSpPr>
          <p:cNvPr id="38" name="同侧圆角矩形 37">
            <a:extLst>
              <a:ext uri="{FF2B5EF4-FFF2-40B4-BE49-F238E27FC236}">
                <a16:creationId xmlns:a16="http://schemas.microsoft.com/office/drawing/2014/main" id="{07338810-63C1-669F-5451-AE64361395BA}"/>
              </a:ext>
            </a:extLst>
          </p:cNvPr>
          <p:cNvSpPr/>
          <p:nvPr/>
        </p:nvSpPr>
        <p:spPr>
          <a:xfrm rot="10800000">
            <a:off x="871297" y="1495045"/>
            <a:ext cx="10886777" cy="49463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6A25885D-530A-8FA2-8F87-4C120C0F3EF5}"/>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C1888E4E-6E7B-5E97-4E2D-83F5DF6D8A28}"/>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55EBAA55-D024-C83C-BC88-268B9A320A4D}"/>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FED40056-2827-9193-9157-A76CB349F1A3}"/>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FF0CAA92-3695-7345-7DF4-983B0C70DC8D}"/>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61EC6D77-03B5-71A3-095D-FD430FA93037}"/>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6FF7802B-C1DC-AF40-D776-DAED5DD6B568}"/>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3163BD05-97C1-5FC2-7CEE-E85171E741A7}"/>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82ADD085-8A1E-7182-7222-204C7C9E5EB9}"/>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6FA4B44C-4FAD-3350-6D6F-3C76F1573DD1}"/>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C1292ED7-AA96-F3C4-F2C2-F9FDA487CE58}"/>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8865FBD-D0A5-9698-9BBB-3BB033958D79}"/>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ED232684-CBDD-ED3A-2A45-499D4F909F0E}"/>
              </a:ext>
            </a:extLst>
          </p:cNvPr>
          <p:cNvCxnSpPr>
            <a:stCxn id="29" idx="1"/>
            <a:endCxn id="24" idx="1"/>
          </p:cNvCxnSpPr>
          <p:nvPr/>
        </p:nvCxnSpPr>
        <p:spPr>
          <a:xfrm rot="10800000" flipV="1">
            <a:off x="887884" y="1331493"/>
            <a:ext cx="62517" cy="771031"/>
          </a:xfrm>
          <a:prstGeom prst="bentConnector3">
            <a:avLst>
              <a:gd name="adj1" fmla="val 47979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26EDA484-498F-9AF7-23D2-E371348B2F22}"/>
              </a:ext>
            </a:extLst>
          </p:cNvPr>
          <p:cNvCxnSpPr>
            <a:cxnSpLocks/>
            <a:endCxn id="26" idx="1"/>
          </p:cNvCxnSpPr>
          <p:nvPr/>
        </p:nvCxnSpPr>
        <p:spPr>
          <a:xfrm rot="16200000" flipH="1">
            <a:off x="-308325" y="3063290"/>
            <a:ext cx="2126258" cy="20472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4047763-6567-A8F3-8AA1-8B73F27D4EDC}"/>
              </a:ext>
            </a:extLst>
          </p:cNvPr>
          <p:cNvCxnSpPr>
            <a:cxnSpLocks/>
            <a:stCxn id="30" idx="3"/>
            <a:endCxn id="3074" idx="3"/>
          </p:cNvCxnSpPr>
          <p:nvPr/>
        </p:nvCxnSpPr>
        <p:spPr>
          <a:xfrm flipH="1">
            <a:off x="4826329" y="1331089"/>
            <a:ext cx="75221" cy="1830451"/>
          </a:xfrm>
          <a:prstGeom prst="bentConnector3">
            <a:avLst>
              <a:gd name="adj1" fmla="val -22446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361C7EC1-8967-73C8-FA22-9A853BB5F568}"/>
              </a:ext>
            </a:extLst>
          </p:cNvPr>
          <p:cNvCxnSpPr>
            <a:cxnSpLocks/>
            <a:endCxn id="3076" idx="3"/>
          </p:cNvCxnSpPr>
          <p:nvPr/>
        </p:nvCxnSpPr>
        <p:spPr>
          <a:xfrm rot="5400000">
            <a:off x="3858696" y="4168477"/>
            <a:ext cx="2207192" cy="21264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6" name="文本框 3105">
            <a:extLst>
              <a:ext uri="{FF2B5EF4-FFF2-40B4-BE49-F238E27FC236}">
                <a16:creationId xmlns:a16="http://schemas.microsoft.com/office/drawing/2014/main" id="{0A20669E-F1E8-C152-4332-E1365B938826}"/>
              </a:ext>
            </a:extLst>
          </p:cNvPr>
          <p:cNvSpPr txBox="1"/>
          <p:nvPr/>
        </p:nvSpPr>
        <p:spPr>
          <a:xfrm>
            <a:off x="9936000" y="914400"/>
            <a:ext cx="1305165" cy="307777"/>
          </a:xfrm>
          <a:prstGeom prst="rect">
            <a:avLst/>
          </a:prstGeom>
          <a:noFill/>
        </p:spPr>
        <p:txBody>
          <a:bodyPr wrap="none" rtlCol="0">
            <a:spAutoFit/>
          </a:bodyPr>
          <a:lstStyle/>
          <a:p>
            <a:r>
              <a:rPr kumimoji="1" lang="en-US" altLang="zh-CN" sz="1400" b="1" dirty="0"/>
              <a:t>Test Patch:</a:t>
            </a:r>
            <a:r>
              <a:rPr kumimoji="1" lang="zh-CN" altLang="en-US" sz="1400" b="1" dirty="0"/>
              <a:t> </a:t>
            </a:r>
            <a:r>
              <a:rPr kumimoji="1" lang="en-US" altLang="zh-CN" sz="1200" dirty="0"/>
              <a:t>[...]</a:t>
            </a:r>
            <a:endParaRPr kumimoji="1" lang="zh-CN" altLang="en-US" sz="1200" dirty="0"/>
          </a:p>
        </p:txBody>
      </p:sp>
      <p:sp>
        <p:nvSpPr>
          <p:cNvPr id="3107" name="文本框 3106">
            <a:extLst>
              <a:ext uri="{FF2B5EF4-FFF2-40B4-BE49-F238E27FC236}">
                <a16:creationId xmlns:a16="http://schemas.microsoft.com/office/drawing/2014/main" id="{6A8C46E0-9736-7D65-8A60-2A5CE328E0DF}"/>
              </a:ext>
            </a:extLst>
          </p:cNvPr>
          <p:cNvSpPr txBox="1"/>
          <p:nvPr/>
        </p:nvSpPr>
        <p:spPr>
          <a:xfrm>
            <a:off x="9936000" y="1177200"/>
            <a:ext cx="918841" cy="307777"/>
          </a:xfrm>
          <a:prstGeom prst="rect">
            <a:avLst/>
          </a:prstGeom>
          <a:noFill/>
        </p:spPr>
        <p:txBody>
          <a:bodyPr wrap="none" rtlCol="0">
            <a:spAutoFit/>
          </a:bodyPr>
          <a:lstStyle/>
          <a:p>
            <a:r>
              <a:rPr kumimoji="1" lang="en-US" altLang="zh-CN" sz="1400" b="1" dirty="0"/>
              <a:t>Patch:</a:t>
            </a:r>
            <a:r>
              <a:rPr kumimoji="1" lang="zh-CN" altLang="en-US" sz="1400" b="1" dirty="0"/>
              <a:t> </a:t>
            </a:r>
            <a:r>
              <a:rPr kumimoji="1" lang="en-US" altLang="zh-CN" sz="1200" dirty="0"/>
              <a:t>[...]</a:t>
            </a:r>
            <a:endParaRPr kumimoji="1" lang="zh-CN" altLang="en-US" sz="1200" dirty="0"/>
          </a:p>
        </p:txBody>
      </p:sp>
      <p:sp>
        <p:nvSpPr>
          <p:cNvPr id="3108" name="文本框 3107">
            <a:extLst>
              <a:ext uri="{FF2B5EF4-FFF2-40B4-BE49-F238E27FC236}">
                <a16:creationId xmlns:a16="http://schemas.microsoft.com/office/drawing/2014/main" id="{D352E47A-3123-276E-C77F-0D5D7B46C0E6}"/>
              </a:ext>
            </a:extLst>
          </p:cNvPr>
          <p:cNvSpPr txBox="1"/>
          <p:nvPr/>
        </p:nvSpPr>
        <p:spPr>
          <a:xfrm>
            <a:off x="10506869" y="1623477"/>
            <a:ext cx="1470060" cy="307777"/>
          </a:xfrm>
          <a:prstGeom prst="rect">
            <a:avLst/>
          </a:prstGeom>
          <a:noFill/>
        </p:spPr>
        <p:txBody>
          <a:bodyPr wrap="square" rtlCol="0">
            <a:spAutoFit/>
          </a:bodyPr>
          <a:lstStyle/>
          <a:p>
            <a:r>
              <a:rPr lang="en" altLang="zh-CN" sz="1400" b="1" i="0" dirty="0">
                <a:effectLst/>
              </a:rPr>
              <a:t>Test Patch</a:t>
            </a:r>
          </a:p>
        </p:txBody>
      </p:sp>
      <p:sp>
        <p:nvSpPr>
          <p:cNvPr id="3109" name="文本框 3108">
            <a:extLst>
              <a:ext uri="{FF2B5EF4-FFF2-40B4-BE49-F238E27FC236}">
                <a16:creationId xmlns:a16="http://schemas.microsoft.com/office/drawing/2014/main" id="{1CE3E320-1566-4DCB-C07F-A2601CA5A584}"/>
              </a:ext>
            </a:extLst>
          </p:cNvPr>
          <p:cNvSpPr txBox="1"/>
          <p:nvPr/>
        </p:nvSpPr>
        <p:spPr>
          <a:xfrm>
            <a:off x="10788147" y="4037857"/>
            <a:ext cx="1470060" cy="307777"/>
          </a:xfrm>
          <a:prstGeom prst="rect">
            <a:avLst/>
          </a:prstGeom>
          <a:noFill/>
        </p:spPr>
        <p:txBody>
          <a:bodyPr wrap="square" rtlCol="0">
            <a:spAutoFit/>
          </a:bodyPr>
          <a:lstStyle/>
          <a:p>
            <a:r>
              <a:rPr lang="en" altLang="zh-CN" sz="1400" b="1" i="0" dirty="0">
                <a:effectLst/>
              </a:rPr>
              <a:t>Patch</a:t>
            </a:r>
          </a:p>
        </p:txBody>
      </p:sp>
    </p:spTree>
    <p:extLst>
      <p:ext uri="{BB962C8B-B14F-4D97-AF65-F5344CB8AC3E}">
        <p14:creationId xmlns:p14="http://schemas.microsoft.com/office/powerpoint/2010/main" val="2971241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A198-D296-6B43-E2A4-8F5A399FFCCB}"/>
            </a:ext>
          </a:extLst>
        </p:cNvPr>
        <p:cNvGrpSpPr/>
        <p:nvPr/>
      </p:nvGrpSpPr>
      <p:grpSpPr>
        <a:xfrm>
          <a:off x="0" y="0"/>
          <a:ext cx="0" cy="0"/>
          <a:chOff x="0" y="0"/>
          <a:chExt cx="0" cy="0"/>
        </a:xfrm>
      </p:grpSpPr>
      <p:sp>
        <p:nvSpPr>
          <p:cNvPr id="35" name="同侧圆角矩形 34">
            <a:extLst>
              <a:ext uri="{FF2B5EF4-FFF2-40B4-BE49-F238E27FC236}">
                <a16:creationId xmlns:a16="http://schemas.microsoft.com/office/drawing/2014/main" id="{3168982B-395F-BF7A-3B02-5F2B5FC6D323}"/>
              </a:ext>
            </a:extLst>
          </p:cNvPr>
          <p:cNvSpPr/>
          <p:nvPr/>
        </p:nvSpPr>
        <p:spPr>
          <a:xfrm>
            <a:off x="639588" y="647447"/>
            <a:ext cx="11118521" cy="911609"/>
          </a:xfrm>
          <a:prstGeom prst="round2SameRect">
            <a:avLst>
              <a:gd name="adj1" fmla="val 3267"/>
              <a:gd name="adj2" fmla="val 0"/>
            </a:avLst>
          </a:prstGeom>
          <a:solidFill>
            <a:srgbClr val="F5F8FA"/>
          </a:solid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ECDDA30-8F80-C81C-046E-39F19CA176F4}"/>
              </a:ext>
            </a:extLst>
          </p:cNvPr>
          <p:cNvSpPr txBox="1"/>
          <p:nvPr/>
        </p:nvSpPr>
        <p:spPr>
          <a:xfrm>
            <a:off x="662400" y="675414"/>
            <a:ext cx="2516907"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Repo</a:t>
            </a:r>
            <a:r>
              <a:rPr kumimoji="1" lang="en-US" altLang="zh-CN" sz="1400" b="1" dirty="0"/>
              <a:t>:</a:t>
            </a:r>
            <a:r>
              <a:rPr kumimoji="1" lang="zh-CN" altLang="en-US" sz="1400" b="1" dirty="0"/>
              <a:t> </a:t>
            </a:r>
            <a:r>
              <a:rPr lang="en-US" altLang="zh-CN" sz="1200" dirty="0" err="1">
                <a:latin typeface="微软雅黑" panose="020B0503020204020204" pitchFamily="34" charset="-122"/>
                <a:ea typeface="微软雅黑" panose="020B0503020204020204" pitchFamily="34" charset="-122"/>
              </a:rPr>
              <a:t>tailwindlabs</a:t>
            </a:r>
            <a:r>
              <a:rPr lang="en-US" altLang="zh-CN" sz="1200" dirty="0">
                <a:latin typeface="微软雅黑" panose="020B0503020204020204" pitchFamily="34" charset="-122"/>
                <a:ea typeface="微软雅黑" panose="020B0503020204020204" pitchFamily="34" charset="-122"/>
              </a:rPr>
              <a:t>/</a:t>
            </a:r>
            <a:r>
              <a:rPr lang="en-US" altLang="zh-CN" sz="1200" dirty="0" err="1">
                <a:latin typeface="微软雅黑" panose="020B0503020204020204" pitchFamily="34" charset="-122"/>
                <a:ea typeface="微软雅黑" panose="020B0503020204020204" pitchFamily="34" charset="-122"/>
              </a:rPr>
              <a:t>tailwindcss</a:t>
            </a:r>
            <a:r>
              <a:rPr kumimoji="1" lang="en-US" altLang="zh-CN" sz="1200" dirty="0"/>
              <a:t> </a:t>
            </a:r>
            <a:endParaRPr kumimoji="1" lang="zh-CN" altLang="en-US" sz="1200" dirty="0"/>
          </a:p>
        </p:txBody>
      </p:sp>
      <p:sp>
        <p:nvSpPr>
          <p:cNvPr id="8" name="文本框 7">
            <a:extLst>
              <a:ext uri="{FF2B5EF4-FFF2-40B4-BE49-F238E27FC236}">
                <a16:creationId xmlns:a16="http://schemas.microsoft.com/office/drawing/2014/main" id="{E5188214-4E0C-1A62-ED1A-DE3337590965}"/>
              </a:ext>
            </a:extLst>
          </p:cNvPr>
          <p:cNvSpPr txBox="1"/>
          <p:nvPr/>
        </p:nvSpPr>
        <p:spPr>
          <a:xfrm>
            <a:off x="6198982" y="670433"/>
            <a:ext cx="3619902"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Instance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ID</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tailwindlabs__tailwindcss-10212</a:t>
            </a:r>
            <a:endParaRPr lang="zh-CN" altLang="en-US" sz="12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8F773CA-9EC9-EFA6-AE1C-EC1DB1AB5B1E}"/>
              </a:ext>
            </a:extLst>
          </p:cNvPr>
          <p:cNvSpPr txBox="1"/>
          <p:nvPr/>
        </p:nvSpPr>
        <p:spPr>
          <a:xfrm>
            <a:off x="662400" y="932400"/>
            <a:ext cx="2072782" cy="307777"/>
          </a:xfrm>
          <a:prstGeom prst="rect">
            <a:avLst/>
          </a:prstGeom>
          <a:noFill/>
        </p:spPr>
        <p:txBody>
          <a:bodyPr wrap="square" rtlCol="0">
            <a:spAutoFit/>
          </a:bodyPr>
          <a:lstStyle/>
          <a:p>
            <a:r>
              <a:rPr lang="en-US" altLang="zh-CN" sz="1400" b="1" dirty="0">
                <a:latin typeface="微软雅黑" panose="020B0503020204020204" pitchFamily="34" charset="-122"/>
                <a:ea typeface="微软雅黑" panose="020B0503020204020204" pitchFamily="34" charset="-122"/>
              </a:rPr>
              <a:t>Created</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At</a:t>
            </a:r>
            <a:r>
              <a:rPr kumimoji="1" lang="en-US" altLang="zh-CN" sz="1400" dirty="0"/>
              <a:t>:</a:t>
            </a:r>
            <a:r>
              <a:rPr kumimoji="1" lang="zh-CN" altLang="en-US" sz="1400" dirty="0"/>
              <a:t> </a:t>
            </a:r>
            <a:r>
              <a:rPr lang="en-US" altLang="zh-CN" sz="1200" dirty="0">
                <a:latin typeface="微软雅黑" panose="020B0503020204020204" pitchFamily="34" charset="-122"/>
                <a:ea typeface="微软雅黑" panose="020B0503020204020204" pitchFamily="34" charset="-122"/>
              </a:rPr>
              <a:t>2023-04-04</a:t>
            </a:r>
            <a:endParaRPr lang="zh-CN" altLang="en-US" sz="12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907BF9F-6D0E-589C-48D0-8126CA1236D7}"/>
              </a:ext>
            </a:extLst>
          </p:cNvPr>
          <p:cNvSpPr txBox="1"/>
          <p:nvPr/>
        </p:nvSpPr>
        <p:spPr>
          <a:xfrm>
            <a:off x="3775150" y="681471"/>
            <a:ext cx="17684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PR Number</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10212</a:t>
            </a:r>
            <a:endParaRPr lang="zh-CN" altLang="en-US" sz="12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55D74234-312B-520D-34CA-C3BE2CBA6367}"/>
              </a:ext>
            </a:extLst>
          </p:cNvPr>
          <p:cNvSpPr txBox="1"/>
          <p:nvPr/>
        </p:nvSpPr>
        <p:spPr>
          <a:xfrm>
            <a:off x="9905780" y="684321"/>
            <a:ext cx="1166986"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Version</a:t>
            </a:r>
            <a:r>
              <a:rPr kumimoji="1" lang="en-US" altLang="zh-CN" sz="1400" b="1" dirty="0"/>
              <a:t>:</a:t>
            </a:r>
            <a:r>
              <a:rPr kumimoji="1" lang="zh-CN" altLang="en-US" sz="1400" b="1" dirty="0"/>
              <a:t> </a:t>
            </a:r>
            <a:r>
              <a:rPr lang="en-US" altLang="zh-CN" sz="1200" dirty="0">
                <a:latin typeface="微软雅黑" panose="020B0503020204020204" pitchFamily="34" charset="-122"/>
                <a:ea typeface="微软雅黑" panose="020B0503020204020204" pitchFamily="34" charset="-122"/>
              </a:rPr>
              <a:t>3.2</a:t>
            </a:r>
            <a:endParaRPr lang="zh-CN" altLang="en-US" sz="12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FA68043B-BB83-BF70-1525-7DAC3A5EB0BF}"/>
              </a:ext>
            </a:extLst>
          </p:cNvPr>
          <p:cNvSpPr txBox="1"/>
          <p:nvPr/>
        </p:nvSpPr>
        <p:spPr>
          <a:xfrm>
            <a:off x="3776400" y="932400"/>
            <a:ext cx="23022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Base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Commit</a:t>
            </a:r>
            <a:r>
              <a:rPr kumimoji="1" lang="en-US" altLang="zh-CN" sz="1400" b="1" dirty="0"/>
              <a:t>:   </a:t>
            </a:r>
            <a:r>
              <a:rPr lang="en" altLang="zh-CN" sz="1200" dirty="0">
                <a:latin typeface="微软雅黑" panose="020B0503020204020204" pitchFamily="34" charset="-122"/>
                <a:ea typeface="微软雅黑" panose="020B0503020204020204" pitchFamily="34" charset="-122"/>
              </a:rPr>
              <a:t>d731049</a:t>
            </a:r>
            <a:r>
              <a:rPr kumimoji="1" lang="en" altLang="zh-CN" sz="1200" dirty="0"/>
              <a:t>...</a:t>
            </a:r>
          </a:p>
        </p:txBody>
      </p:sp>
      <p:sp>
        <p:nvSpPr>
          <p:cNvPr id="15" name="文本框 14">
            <a:extLst>
              <a:ext uri="{FF2B5EF4-FFF2-40B4-BE49-F238E27FC236}">
                <a16:creationId xmlns:a16="http://schemas.microsoft.com/office/drawing/2014/main" id="{3651FC72-C837-A277-A247-030FC173E705}"/>
              </a:ext>
            </a:extLst>
          </p:cNvPr>
          <p:cNvSpPr txBox="1"/>
          <p:nvPr/>
        </p:nvSpPr>
        <p:spPr>
          <a:xfrm>
            <a:off x="6198982" y="932400"/>
            <a:ext cx="2306465"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Issue</a:t>
            </a:r>
            <a:r>
              <a:rPr kumimoji="1" lang="en-US" altLang="zh-CN" sz="1400" b="1" dirty="0"/>
              <a:t> </a:t>
            </a:r>
            <a:r>
              <a:rPr lang="en-US" altLang="zh-CN" sz="1400" b="1" dirty="0">
                <a:latin typeface="微软雅黑" panose="020B0503020204020204" pitchFamily="34" charset="-122"/>
                <a:ea typeface="微软雅黑" panose="020B0503020204020204" pitchFamily="34" charset="-122"/>
              </a:rPr>
              <a:t>Numbers</a:t>
            </a:r>
            <a:r>
              <a:rPr kumimoji="1" lang="en-US" altLang="zh-CN" sz="1400" b="1" dirty="0"/>
              <a:t>: </a:t>
            </a:r>
            <a:r>
              <a:rPr lang="en-US" altLang="zh-CN" sz="1200" dirty="0">
                <a:latin typeface="微软雅黑" panose="020B0503020204020204" pitchFamily="34" charset="-122"/>
                <a:ea typeface="微软雅黑" panose="020B0503020204020204" pitchFamily="34" charset="-122"/>
              </a:rPr>
              <a:t>["10180"]</a:t>
            </a:r>
            <a:endParaRPr lang="zh-CN" altLang="en-US" sz="12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D2CA62A3-44B5-F7E7-6A94-5D17DC00C3A5}"/>
              </a:ext>
            </a:extLst>
          </p:cNvPr>
          <p:cNvSpPr txBox="1"/>
          <p:nvPr/>
        </p:nvSpPr>
        <p:spPr>
          <a:xfrm>
            <a:off x="6198681" y="1202400"/>
            <a:ext cx="340734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Fail2Pass</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r>
              <a:rPr lang="en" altLang="zh-CN" sz="1200" dirty="0">
                <a:latin typeface="微软雅黑" panose="020B0503020204020204" pitchFamily="34" charset="-122"/>
                <a:ea typeface="微软雅黑" panose="020B0503020204020204" pitchFamily="34" charset="-122"/>
              </a:rPr>
              <a:t>"tests/default-</a:t>
            </a:r>
            <a:r>
              <a:rPr lang="en" altLang="zh-CN" sz="1200" dirty="0" err="1">
                <a:latin typeface="微软雅黑" panose="020B0503020204020204" pitchFamily="34" charset="-122"/>
                <a:ea typeface="微软雅黑" panose="020B0503020204020204" pitchFamily="34" charset="-122"/>
              </a:rPr>
              <a:t>extractor.test.js</a:t>
            </a:r>
            <a:r>
              <a:rPr lang="en"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957BFE7E-C4D4-0AA6-BD5D-CDA92A6A3987}"/>
              </a:ext>
            </a:extLst>
          </p:cNvPr>
          <p:cNvSpPr txBox="1"/>
          <p:nvPr/>
        </p:nvSpPr>
        <p:spPr>
          <a:xfrm>
            <a:off x="9907200" y="932400"/>
            <a:ext cx="1279133" cy="307777"/>
          </a:xfrm>
          <a:prstGeom prst="rect">
            <a:avLst/>
          </a:prstGeom>
          <a:noFill/>
        </p:spPr>
        <p:txBody>
          <a:bodyPr wrap="none" rtlCol="0">
            <a:spAutoFit/>
          </a:bodyPr>
          <a:lstStyle/>
          <a:p>
            <a:r>
              <a:rPr lang="en-US" altLang="zh-CN" sz="1400" b="1" dirty="0">
                <a:latin typeface="微软雅黑" panose="020B0503020204020204" pitchFamily="34" charset="-122"/>
                <a:ea typeface="微软雅黑" panose="020B0503020204020204" pitchFamily="34" charset="-122"/>
              </a:rPr>
              <a:t>Pass2Pass</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pic>
        <p:nvPicPr>
          <p:cNvPr id="3074" name="Picture 2" descr="image">
            <a:extLst>
              <a:ext uri="{FF2B5EF4-FFF2-40B4-BE49-F238E27FC236}">
                <a16:creationId xmlns:a16="http://schemas.microsoft.com/office/drawing/2014/main" id="{B051191A-79AF-5717-6876-DB84DD984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688" y="2307492"/>
            <a:ext cx="3410397" cy="183967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4AAE6D46-CA3D-1D35-B38E-48EB58B0ECEC}"/>
              </a:ext>
            </a:extLst>
          </p:cNvPr>
          <p:cNvSpPr txBox="1"/>
          <p:nvPr/>
        </p:nvSpPr>
        <p:spPr>
          <a:xfrm>
            <a:off x="666180" y="1858365"/>
            <a:ext cx="5287104" cy="261610"/>
          </a:xfrm>
          <a:prstGeom prst="rect">
            <a:avLst/>
          </a:prstGeom>
          <a:noFill/>
        </p:spPr>
        <p:txBody>
          <a:bodyPr wrap="square" rtlCol="0">
            <a:spAutoFit/>
          </a:bodyPr>
          <a:lstStyle/>
          <a:p>
            <a:r>
              <a:rPr lang="en" altLang="zh-CN" sz="1100" dirty="0">
                <a:latin typeface="微软雅黑" panose="020B0503020204020204" pitchFamily="34" charset="-122"/>
                <a:ea typeface="微软雅黑" panose="020B0503020204020204" pitchFamily="34" charset="-122"/>
              </a:rPr>
              <a:t>Div content with brackets [] prevents arbitrary class from being</a:t>
            </a:r>
            <a:r>
              <a:rPr lang="zh-CN" altLang="en-US" sz="1100" dirty="0">
                <a:latin typeface="微软雅黑" panose="020B0503020204020204" pitchFamily="34" charset="-122"/>
                <a:ea typeface="微软雅黑" panose="020B0503020204020204" pitchFamily="34" charset="-122"/>
              </a:rPr>
              <a:t> </a:t>
            </a:r>
            <a:r>
              <a:rPr lang="en" altLang="zh-CN" sz="1100" dirty="0">
                <a:latin typeface="微软雅黑" panose="020B0503020204020204" pitchFamily="34" charset="-122"/>
                <a:ea typeface="微软雅黑" panose="020B0503020204020204" pitchFamily="34" charset="-122"/>
              </a:rPr>
              <a:t>generated </a:t>
            </a:r>
          </a:p>
        </p:txBody>
      </p:sp>
      <p:sp>
        <p:nvSpPr>
          <p:cNvPr id="24" name="文本框 23">
            <a:extLst>
              <a:ext uri="{FF2B5EF4-FFF2-40B4-BE49-F238E27FC236}">
                <a16:creationId xmlns:a16="http://schemas.microsoft.com/office/drawing/2014/main" id="{759BE30E-AB34-FD2B-C005-8A10527EEB16}"/>
              </a:ext>
            </a:extLst>
          </p:cNvPr>
          <p:cNvSpPr txBox="1"/>
          <p:nvPr/>
        </p:nvSpPr>
        <p:spPr>
          <a:xfrm>
            <a:off x="674860" y="2022460"/>
            <a:ext cx="6098344" cy="276999"/>
          </a:xfrm>
          <a:prstGeom prst="rect">
            <a:avLst/>
          </a:prstGeom>
          <a:noFill/>
        </p:spPr>
        <p:txBody>
          <a:bodyPr wrap="square">
            <a:spAutoFit/>
          </a:bodyPr>
          <a:lstStyle/>
          <a:p>
            <a:pPr algn="l"/>
            <a:r>
              <a:rPr lang="en" altLang="zh-CN" sz="1200" i="0" dirty="0">
                <a:effectLst/>
              </a:rPr>
              <a:t>This works: </a:t>
            </a:r>
            <a:r>
              <a:rPr lang="en" altLang="zh-CN" sz="1200" dirty="0"/>
              <a:t> </a:t>
            </a:r>
            <a:r>
              <a:rPr lang="en" altLang="zh-CN" sz="1200" dirty="0">
                <a:solidFill>
                  <a:srgbClr val="1F6CC4"/>
                </a:solidFill>
                <a:hlinkClick r:id="rId3">
                  <a:extLst>
                    <a:ext uri="{A12FA001-AC4F-418D-AE19-62706E023703}">
                      <ahyp:hlinkClr xmlns:ahyp="http://schemas.microsoft.com/office/drawing/2018/hyperlinkcolor" val="tx"/>
                    </a:ext>
                  </a:extLst>
                </a:hlinkClick>
              </a:rPr>
              <a:t>https://play.tailwindcss.com/0VLICQ8oUW</a:t>
            </a:r>
            <a:r>
              <a:rPr lang="en" altLang="zh-CN" sz="1200" dirty="0">
                <a:solidFill>
                  <a:srgbClr val="1F6CC4"/>
                </a:solidFill>
              </a:rPr>
              <a:t>   </a:t>
            </a:r>
          </a:p>
        </p:txBody>
      </p:sp>
      <p:sp>
        <p:nvSpPr>
          <p:cNvPr id="26" name="文本框 25">
            <a:extLst>
              <a:ext uri="{FF2B5EF4-FFF2-40B4-BE49-F238E27FC236}">
                <a16:creationId xmlns:a16="http://schemas.microsoft.com/office/drawing/2014/main" id="{89F8C498-EB55-99B4-6E62-4F9099562C8E}"/>
              </a:ext>
            </a:extLst>
          </p:cNvPr>
          <p:cNvSpPr txBox="1"/>
          <p:nvPr/>
        </p:nvSpPr>
        <p:spPr>
          <a:xfrm>
            <a:off x="703703" y="4101744"/>
            <a:ext cx="6098344" cy="276999"/>
          </a:xfrm>
          <a:prstGeom prst="rect">
            <a:avLst/>
          </a:prstGeom>
          <a:noFill/>
        </p:spPr>
        <p:txBody>
          <a:bodyPr wrap="square">
            <a:spAutoFit/>
          </a:bodyPr>
          <a:lstStyle/>
          <a:p>
            <a:pPr algn="l"/>
            <a:r>
              <a:rPr lang="en" altLang="zh-CN" sz="1200" dirty="0"/>
              <a:t>This does not work: </a:t>
            </a:r>
            <a:r>
              <a:rPr lang="en" altLang="zh-CN" sz="1200" i="0" u="none" strike="noStrike" dirty="0">
                <a:solidFill>
                  <a:srgbClr val="F0F6FC"/>
                </a:solidFill>
                <a:effectLst/>
                <a:hlinkClick r:id="rId4"/>
              </a:rPr>
              <a:t>https://play.tailwindcss.com/5KJf7xDKv6</a:t>
            </a:r>
            <a:endParaRPr lang="en" altLang="zh-CN" sz="1200" i="0" dirty="0">
              <a:solidFill>
                <a:srgbClr val="F0F6FC"/>
              </a:solidFill>
              <a:effectLst/>
            </a:endParaRPr>
          </a:p>
        </p:txBody>
      </p:sp>
      <p:pic>
        <p:nvPicPr>
          <p:cNvPr id="3076" name="Picture 4" descr="image">
            <a:extLst>
              <a:ext uri="{FF2B5EF4-FFF2-40B4-BE49-F238E27FC236}">
                <a16:creationId xmlns:a16="http://schemas.microsoft.com/office/drawing/2014/main" id="{0BBD52E1-59DD-AECB-F275-5D55823AF2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1763" y="4384444"/>
            <a:ext cx="3434207" cy="1961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9" name="文本框 28">
            <a:extLst>
              <a:ext uri="{FF2B5EF4-FFF2-40B4-BE49-F238E27FC236}">
                <a16:creationId xmlns:a16="http://schemas.microsoft.com/office/drawing/2014/main" id="{D363BFAC-2BE1-A315-1115-23D3FD653645}"/>
              </a:ext>
            </a:extLst>
          </p:cNvPr>
          <p:cNvSpPr txBox="1"/>
          <p:nvPr/>
        </p:nvSpPr>
        <p:spPr>
          <a:xfrm>
            <a:off x="662400" y="1202967"/>
            <a:ext cx="2721194" cy="307777"/>
          </a:xfrm>
          <a:prstGeom prst="rect">
            <a:avLst/>
          </a:prstGeom>
          <a:noFill/>
        </p:spPr>
        <p:txBody>
          <a:bodyPr wrap="none" rtlCol="0">
            <a:spAutoFit/>
          </a:bodyPr>
          <a:lstStyle/>
          <a:p>
            <a:r>
              <a:rPr kumimoji="1" lang="en-US" altLang="zh-CN" sz="1400" b="1" dirty="0">
                <a:latin typeface="微软雅黑" panose="020B0503020204020204" pitchFamily="34" charset="-122"/>
                <a:ea typeface="微软雅黑" panose="020B0503020204020204" pitchFamily="34" charset="-122"/>
              </a:rPr>
              <a:t>Website Links</a:t>
            </a:r>
            <a:r>
              <a:rPr kumimoji="1" lang="en-US" altLang="zh-CN" sz="1400" b="1" dirty="0"/>
              <a:t>: </a:t>
            </a:r>
            <a:r>
              <a:rPr lang="en-US" altLang="zh-CN" sz="1200" dirty="0">
                <a:latin typeface="微软雅黑" panose="020B0503020204020204" pitchFamily="34" charset="-122"/>
                <a:ea typeface="微软雅黑" panose="020B0503020204020204" pitchFamily="34" charset="-122"/>
              </a:rPr>
              <a:t>['http...', 'http…']</a:t>
            </a:r>
            <a:endParaRPr lang="en" altLang="zh-CN" sz="12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C8EC35E2-0E44-DF84-88AC-29DAD7CC27EB}"/>
              </a:ext>
            </a:extLst>
          </p:cNvPr>
          <p:cNvSpPr txBox="1"/>
          <p:nvPr/>
        </p:nvSpPr>
        <p:spPr>
          <a:xfrm>
            <a:off x="3777712" y="1202400"/>
            <a:ext cx="1587294" cy="307777"/>
          </a:xfrm>
          <a:prstGeom prst="rect">
            <a:avLst/>
          </a:prstGeom>
          <a:noFill/>
        </p:spPr>
        <p:txBody>
          <a:bodyPr wrap="none" rtlCol="0">
            <a:spAutoFit/>
          </a:bodyPr>
          <a:lstStyle/>
          <a:p>
            <a:r>
              <a:rPr lang="en-US" altLang="zh-CN" sz="1400" b="1" dirty="0" err="1">
                <a:latin typeface="微软雅黑" panose="020B0503020204020204" pitchFamily="34" charset="-122"/>
                <a:ea typeface="微软雅黑" panose="020B0503020204020204" pitchFamily="34" charset="-122"/>
              </a:rPr>
              <a:t>Issue</a:t>
            </a:r>
            <a:r>
              <a:rPr kumimoji="1" lang="en-US" altLang="zh-CN" sz="1400" b="1" dirty="0" err="1"/>
              <a:t>_</a:t>
            </a:r>
            <a:r>
              <a:rPr lang="en-US" altLang="zh-CN" sz="1400" b="1" dirty="0" err="1">
                <a:latin typeface="微软雅黑" panose="020B0503020204020204" pitchFamily="34" charset="-122"/>
                <a:ea typeface="微软雅黑" panose="020B0503020204020204" pitchFamily="34" charset="-122"/>
              </a:rPr>
              <a:t>Image</a:t>
            </a:r>
            <a:r>
              <a:rPr kumimoji="1" lang="en-US" altLang="zh-CN" sz="1400" b="1" dirty="0"/>
              <a:t>: </a:t>
            </a:r>
            <a:r>
              <a:rPr lang="en-US" altLang="zh-CN" sz="1200" dirty="0">
                <a:latin typeface="微软雅黑" panose="020B0503020204020204" pitchFamily="34" charset="-122"/>
                <a:ea typeface="微软雅黑" panose="020B0503020204020204" pitchFamily="34" charset="-122"/>
              </a:rPr>
              <a:t>[...]</a:t>
            </a:r>
            <a:endParaRPr lang="en" altLang="zh-CN" sz="1200" dirty="0">
              <a:latin typeface="微软雅黑" panose="020B0503020204020204" pitchFamily="34" charset="-122"/>
              <a:ea typeface="微软雅黑" panose="020B0503020204020204" pitchFamily="34" charset="-122"/>
            </a:endParaRPr>
          </a:p>
        </p:txBody>
      </p:sp>
      <p:cxnSp>
        <p:nvCxnSpPr>
          <p:cNvPr id="33" name="直线连接符 32">
            <a:extLst>
              <a:ext uri="{FF2B5EF4-FFF2-40B4-BE49-F238E27FC236}">
                <a16:creationId xmlns:a16="http://schemas.microsoft.com/office/drawing/2014/main" id="{C1E77622-5758-1194-B140-B3A28491EA77}"/>
              </a:ext>
            </a:extLst>
          </p:cNvPr>
          <p:cNvCxnSpPr/>
          <p:nvPr/>
        </p:nvCxnSpPr>
        <p:spPr>
          <a:xfrm>
            <a:off x="5805687" y="1495052"/>
            <a:ext cx="0" cy="4946331"/>
          </a:xfrm>
          <a:prstGeom prst="line">
            <a:avLst/>
          </a:prstGeom>
          <a:ln w="28575">
            <a:solidFill>
              <a:srgbClr val="D8E0E6"/>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7A0EA87D-0D4D-72D6-518F-735FC64B3DC9}"/>
              </a:ext>
            </a:extLst>
          </p:cNvPr>
          <p:cNvSpPr txBox="1"/>
          <p:nvPr/>
        </p:nvSpPr>
        <p:spPr>
          <a:xfrm>
            <a:off x="663253" y="1609200"/>
            <a:ext cx="5012385" cy="307777"/>
          </a:xfrm>
          <a:prstGeom prst="rect">
            <a:avLst/>
          </a:prstGeom>
          <a:noFill/>
        </p:spPr>
        <p:txBody>
          <a:bodyPr wrap="square" rtlCol="0">
            <a:spAutoFit/>
          </a:bodyPr>
          <a:lstStyle/>
          <a:p>
            <a:r>
              <a:rPr lang="en" altLang="zh-CN" sz="1400" b="1" dirty="0">
                <a:latin typeface="微软雅黑" panose="020B0503020204020204" pitchFamily="34" charset="-122"/>
                <a:ea typeface="微软雅黑" panose="020B0503020204020204" pitchFamily="34" charset="-122"/>
              </a:rPr>
              <a:t>Issue Descriptions:</a:t>
            </a:r>
          </a:p>
        </p:txBody>
      </p:sp>
      <p:sp>
        <p:nvSpPr>
          <p:cNvPr id="38" name="同侧圆角矩形 37">
            <a:extLst>
              <a:ext uri="{FF2B5EF4-FFF2-40B4-BE49-F238E27FC236}">
                <a16:creationId xmlns:a16="http://schemas.microsoft.com/office/drawing/2014/main" id="{59AE0A91-16D7-B40B-5B3A-F6A95F46A0ED}"/>
              </a:ext>
            </a:extLst>
          </p:cNvPr>
          <p:cNvSpPr/>
          <p:nvPr/>
        </p:nvSpPr>
        <p:spPr>
          <a:xfrm rot="10800000">
            <a:off x="639550" y="1566742"/>
            <a:ext cx="11118522" cy="4874631"/>
          </a:xfrm>
          <a:prstGeom prst="round2SameRect">
            <a:avLst>
              <a:gd name="adj1" fmla="val 3580"/>
              <a:gd name="adj2" fmla="val 0"/>
            </a:avLst>
          </a:prstGeom>
          <a:noFill/>
          <a:ln w="3810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同侧圆角矩形 43">
            <a:extLst>
              <a:ext uri="{FF2B5EF4-FFF2-40B4-BE49-F238E27FC236}">
                <a16:creationId xmlns:a16="http://schemas.microsoft.com/office/drawing/2014/main" id="{5928CAD0-C1A1-F28E-FCA1-EB0134892D0A}"/>
              </a:ext>
            </a:extLst>
          </p:cNvPr>
          <p:cNvSpPr/>
          <p:nvPr/>
        </p:nvSpPr>
        <p:spPr>
          <a:xfrm>
            <a:off x="5908887" y="4066010"/>
            <a:ext cx="5698578"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文本框 44">
            <a:extLst>
              <a:ext uri="{FF2B5EF4-FFF2-40B4-BE49-F238E27FC236}">
                <a16:creationId xmlns:a16="http://schemas.microsoft.com/office/drawing/2014/main" id="{DD7B7C5D-3792-1ED4-15B6-455185A41C4D}"/>
              </a:ext>
            </a:extLst>
          </p:cNvPr>
          <p:cNvSpPr txBox="1"/>
          <p:nvPr/>
        </p:nvSpPr>
        <p:spPr>
          <a:xfrm>
            <a:off x="5928502" y="4043912"/>
            <a:ext cx="4981302" cy="276999"/>
          </a:xfrm>
          <a:prstGeom prst="rect">
            <a:avLst/>
          </a:prstGeom>
          <a:noFill/>
        </p:spPr>
        <p:txBody>
          <a:bodyPr wrap="square" rtlCol="0">
            <a:spAutoFit/>
          </a:bodyPr>
          <a:lstStyle/>
          <a:p>
            <a:r>
              <a:rPr lang="en" altLang="zh-CN" sz="1200" dirty="0" err="1"/>
              <a:t>src</a:t>
            </a:r>
            <a:r>
              <a:rPr lang="en" altLang="zh-CN" sz="1200" dirty="0"/>
              <a:t>/lib/</a:t>
            </a:r>
            <a:r>
              <a:rPr lang="en" altLang="zh-CN" sz="1200" dirty="0" err="1"/>
              <a:t>defaultExtractor.js</a:t>
            </a:r>
            <a:endParaRPr lang="en" altLang="zh-CN" sz="1200" i="0" dirty="0">
              <a:effectLst/>
            </a:endParaRPr>
          </a:p>
        </p:txBody>
      </p:sp>
      <p:sp>
        <p:nvSpPr>
          <p:cNvPr id="46" name="同侧圆角矩形 45">
            <a:extLst>
              <a:ext uri="{FF2B5EF4-FFF2-40B4-BE49-F238E27FC236}">
                <a16:creationId xmlns:a16="http://schemas.microsoft.com/office/drawing/2014/main" id="{B5E05C7E-50F0-55E4-96B1-F1EA83972072}"/>
              </a:ext>
            </a:extLst>
          </p:cNvPr>
          <p:cNvSpPr/>
          <p:nvPr/>
        </p:nvSpPr>
        <p:spPr>
          <a:xfrm rot="10800000">
            <a:off x="5908886" y="4330162"/>
            <a:ext cx="5698578" cy="2039742"/>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0" name="矩形 49">
            <a:extLst>
              <a:ext uri="{FF2B5EF4-FFF2-40B4-BE49-F238E27FC236}">
                <a16:creationId xmlns:a16="http://schemas.microsoft.com/office/drawing/2014/main" id="{A9010081-4D5E-8E9D-867F-281DFC1765F7}"/>
              </a:ext>
            </a:extLst>
          </p:cNvPr>
          <p:cNvSpPr/>
          <p:nvPr/>
        </p:nvSpPr>
        <p:spPr>
          <a:xfrm>
            <a:off x="5910349" y="4510812"/>
            <a:ext cx="5696984" cy="367802"/>
          </a:xfrm>
          <a:prstGeom prst="rect">
            <a:avLst/>
          </a:prstGeom>
          <a:solidFill>
            <a:srgbClr val="FFECE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同侧圆角矩形 51">
            <a:extLst>
              <a:ext uri="{FF2B5EF4-FFF2-40B4-BE49-F238E27FC236}">
                <a16:creationId xmlns:a16="http://schemas.microsoft.com/office/drawing/2014/main" id="{58456167-F88A-4EFC-AD61-B942323A8CD3}"/>
              </a:ext>
            </a:extLst>
          </p:cNvPr>
          <p:cNvSpPr/>
          <p:nvPr/>
        </p:nvSpPr>
        <p:spPr>
          <a:xfrm rot="10800000">
            <a:off x="5908826" y="4881582"/>
            <a:ext cx="5698639"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2C13B4AE-5BA9-0DDC-D4BB-9A23FED68959}"/>
              </a:ext>
            </a:extLst>
          </p:cNvPr>
          <p:cNvSpPr txBox="1"/>
          <p:nvPr/>
        </p:nvSpPr>
        <p:spPr>
          <a:xfrm>
            <a:off x="5908857" y="4282624"/>
            <a:ext cx="6098321" cy="2123658"/>
          </a:xfrm>
          <a:prstGeom prst="rect">
            <a:avLst/>
          </a:prstGeom>
          <a:noFill/>
        </p:spPr>
        <p:txBody>
          <a:bodyPr wrap="square" rtlCol="0">
            <a:spAutoFit/>
          </a:bodyPr>
          <a:lstStyle/>
          <a:p>
            <a:r>
              <a:rPr lang="en" altLang="zh-CN" sz="1200" dirty="0">
                <a:latin typeface="ui-monospace"/>
              </a:rPr>
              <a:t>30</a:t>
            </a:r>
            <a:r>
              <a:rPr lang="en" altLang="zh-CN" sz="1200" b="0" i="0" dirty="0">
                <a:effectLst/>
                <a:latin typeface="ui-monospace"/>
              </a:rPr>
              <a:t>      </a:t>
            </a:r>
            <a:r>
              <a:rPr lang="en" altLang="zh-CN" sz="1200" b="0" i="0" dirty="0">
                <a:solidFill>
                  <a:srgbClr val="D12A34"/>
                </a:solidFill>
                <a:effectLst/>
                <a:latin typeface="ui-monospace"/>
              </a:rPr>
              <a:t>let</a:t>
            </a:r>
            <a:r>
              <a:rPr lang="en" altLang="zh-CN" sz="1200" b="0" i="0" dirty="0">
                <a:effectLst/>
                <a:latin typeface="ui-monospace"/>
              </a:rPr>
              <a:t> </a:t>
            </a:r>
            <a:r>
              <a:rPr lang="en" altLang="zh-CN" sz="1200" b="0" i="0" dirty="0">
                <a:solidFill>
                  <a:srgbClr val="1E2228"/>
                </a:solidFill>
                <a:effectLst/>
                <a:latin typeface="ui-monospace"/>
              </a:rPr>
              <a:t>utility = </a:t>
            </a:r>
            <a:r>
              <a:rPr lang="en" altLang="zh-CN" sz="1200" b="0" i="0" dirty="0" err="1">
                <a:effectLst/>
                <a:latin typeface="ui-monospace"/>
              </a:rPr>
              <a:t>regex.</a:t>
            </a:r>
            <a:r>
              <a:rPr lang="en" altLang="zh-CN" sz="1200" b="0" i="0" dirty="0" err="1">
                <a:solidFill>
                  <a:srgbClr val="835CC6"/>
                </a:solidFill>
                <a:effectLst/>
                <a:latin typeface="ui-monospace"/>
              </a:rPr>
              <a:t>any</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a:t>
            </a:r>
            <a:r>
              <a:rPr lang="en-US" altLang="zh-CN" sz="1200" dirty="0">
                <a:solidFill>
                  <a:srgbClr val="58636E"/>
                </a:solidFill>
                <a:latin typeface="ui-monospace"/>
              </a:rPr>
              <a:t> </a:t>
            </a:r>
          </a:p>
          <a:p>
            <a:r>
              <a:rPr lang="en" altLang="zh-CN" sz="1200" b="0" i="0" dirty="0">
                <a:effectLst/>
                <a:latin typeface="ui-monospace"/>
              </a:rPr>
              <a:t>32  -      </a:t>
            </a:r>
            <a:r>
              <a:rPr lang="en" altLang="zh-CN" sz="1200" b="0" i="0" dirty="0">
                <a:solidFill>
                  <a:srgbClr val="1658B0"/>
                </a:solidFill>
                <a:effectLst/>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effectLst/>
                <a:latin typeface="ui-monospace"/>
              </a:rPr>
              <a:t>,</a:t>
            </a:r>
          </a:p>
          <a:p>
            <a:r>
              <a:rPr lang="en" altLang="zh-CN" sz="1200" b="0" i="0" dirty="0">
                <a:effectLst/>
                <a:latin typeface="ui-monospace"/>
              </a:rPr>
              <a:t>31  +     </a:t>
            </a:r>
            <a:r>
              <a:rPr lang="en" altLang="zh-CN" sz="1200" dirty="0">
                <a:solidFill>
                  <a:srgbClr val="58636E"/>
                </a:solidFill>
                <a:latin typeface="ui-monospace"/>
              </a:rPr>
              <a:t>// Arbitrary properties (without square brackets)</a:t>
            </a:r>
          </a:p>
          <a:p>
            <a:pPr marL="228600" indent="-228600">
              <a:buAutoNum type="arabicPlain" startAt="32"/>
            </a:pPr>
            <a:r>
              <a:rPr lang="en" altLang="zh-CN" sz="1200" b="0" i="0" dirty="0">
                <a:effectLst/>
                <a:latin typeface="ui-monospace"/>
              </a:rPr>
              <a:t>+     </a:t>
            </a:r>
            <a:r>
              <a:rPr lang="en" altLang="zh-CN" sz="1200" dirty="0">
                <a:solidFill>
                  <a:srgbClr val="1658B0"/>
                </a:solidFill>
                <a:latin typeface="ui-monospace"/>
              </a:rPr>
              <a:t>/</a:t>
            </a:r>
            <a:r>
              <a:rPr lang="en" altLang="zh-CN" sz="1200" b="0" i="0" dirty="0">
                <a:effectLst/>
                <a:latin typeface="ui-monospace"/>
              </a:rPr>
              <a:t>\[[^\s:'"`]+:[^\s\[\]]+\]</a:t>
            </a:r>
            <a:r>
              <a:rPr lang="en" altLang="zh-CN" sz="1200" dirty="0">
                <a:solidFill>
                  <a:srgbClr val="1658B0"/>
                </a:solidFill>
                <a:latin typeface="ui-monospace"/>
              </a:rPr>
              <a:t>/</a:t>
            </a:r>
            <a:r>
              <a:rPr lang="en" altLang="zh-CN" sz="1200" b="0" i="0" dirty="0">
                <a:solidFill>
                  <a:srgbClr val="1F2328"/>
                </a:solidFill>
                <a:effectLst/>
                <a:latin typeface="ui-monospace"/>
              </a:rPr>
              <a:t>,</a:t>
            </a:r>
            <a:r>
              <a:rPr lang="en" altLang="zh-CN" sz="1200" b="0" i="0" dirty="0">
                <a:effectLst/>
                <a:latin typeface="ui-monospace"/>
              </a:rPr>
              <a:t>  </a:t>
            </a:r>
          </a:p>
          <a:p>
            <a:pPr marL="228600" indent="-228600">
              <a:buAutoNum type="arabicPlain" startAt="33"/>
            </a:pPr>
            <a:r>
              <a:rPr lang="en" altLang="zh-CN" sz="1200" dirty="0">
                <a:latin typeface="ui-monospace"/>
              </a:rPr>
              <a:t>+     </a:t>
            </a:r>
          </a:p>
          <a:p>
            <a:r>
              <a:rPr lang="en" altLang="zh-CN" sz="1200" b="0" i="0" dirty="0">
                <a:effectLst/>
                <a:latin typeface="ui-monospace"/>
              </a:rPr>
              <a:t>34  +     </a:t>
            </a:r>
            <a:r>
              <a:rPr lang="en" altLang="zh-CN" sz="1200" dirty="0">
                <a:solidFill>
                  <a:srgbClr val="58636E"/>
                </a:solidFill>
                <a:latin typeface="ui-monospace"/>
              </a:rPr>
              <a:t>// Arbitrary properties with balanced square brackets</a:t>
            </a:r>
          </a:p>
          <a:p>
            <a:pPr marL="228600" indent="-228600">
              <a:buAutoNum type="arabicPlain" startAt="35"/>
            </a:pPr>
            <a:r>
              <a:rPr lang="en" altLang="zh-CN" sz="1200" b="0" i="0" dirty="0">
                <a:effectLst/>
                <a:latin typeface="ui-monospace"/>
              </a:rPr>
              <a:t>+</a:t>
            </a:r>
          </a:p>
          <a:p>
            <a:pPr indent="-228600">
              <a:buFontTx/>
              <a:buAutoNum type="arabicPlain" startAt="36"/>
            </a:pPr>
            <a:r>
              <a:rPr lang="en" altLang="zh-CN" sz="1200" dirty="0">
                <a:latin typeface="ui-monospace"/>
              </a:rPr>
              <a:t>+     </a:t>
            </a:r>
            <a:r>
              <a:rPr lang="en" altLang="zh-CN" sz="1200" dirty="0">
                <a:solidFill>
                  <a:srgbClr val="58636E"/>
                </a:solidFill>
                <a:latin typeface="ui-monospace"/>
              </a:rPr>
              <a:t>// with square brackets to work in arbitrary properties</a:t>
            </a:r>
          </a:p>
          <a:p>
            <a:pPr marL="228600" indent="-228600">
              <a:buFontTx/>
              <a:buAutoNum type="arabicPlain" startAt="37"/>
            </a:pPr>
            <a:r>
              <a:rPr lang="en" altLang="zh-CN" sz="1200" b="0" i="0" dirty="0">
                <a:effectLst/>
                <a:latin typeface="ui-monospace"/>
              </a:rPr>
              <a:t>+     // while fixing a problem with the regex matching too much</a:t>
            </a:r>
          </a:p>
          <a:p>
            <a:pPr marL="228600" indent="-228600">
              <a:buAutoNum type="arabicPlain" startAt="38"/>
            </a:pPr>
            <a:r>
              <a:rPr lang="en" altLang="zh-CN" sz="1200" dirty="0">
                <a:latin typeface="ui-monospace"/>
              </a:rPr>
              <a:t>+     </a:t>
            </a:r>
            <a:r>
              <a:rPr lang="en" altLang="zh-CN" sz="1200" dirty="0">
                <a:solidFill>
                  <a:srgbClr val="1658B0"/>
                </a:solidFill>
                <a:latin typeface="ui-monospace"/>
              </a:rPr>
              <a:t>/</a:t>
            </a:r>
            <a:r>
              <a:rPr lang="en" altLang="zh-CN" sz="1200" b="0" i="0" dirty="0">
                <a:effectLst/>
                <a:latin typeface="ui-monospace"/>
              </a:rPr>
              <a:t>\[[^\s:'"`]+:[^\s]+?\[[^\s]+?\][^\s]+?\]</a:t>
            </a:r>
            <a:r>
              <a:rPr lang="en" altLang="zh-CN" sz="1200" dirty="0">
                <a:solidFill>
                  <a:srgbClr val="1658B0"/>
                </a:solidFill>
                <a:latin typeface="ui-monospace"/>
              </a:rPr>
              <a:t>/</a:t>
            </a:r>
            <a:r>
              <a:rPr lang="en" altLang="zh-CN" sz="1200" b="0" i="0" dirty="0">
                <a:effectLst/>
                <a:latin typeface="ui-monospace"/>
              </a:rPr>
              <a:t>,</a:t>
            </a:r>
          </a:p>
        </p:txBody>
      </p:sp>
      <p:sp>
        <p:nvSpPr>
          <p:cNvPr id="58" name="同侧圆角矩形 57">
            <a:extLst>
              <a:ext uri="{FF2B5EF4-FFF2-40B4-BE49-F238E27FC236}">
                <a16:creationId xmlns:a16="http://schemas.microsoft.com/office/drawing/2014/main" id="{D8EFE5E8-E351-68A8-39EE-8B18A502A344}"/>
              </a:ext>
            </a:extLst>
          </p:cNvPr>
          <p:cNvSpPr/>
          <p:nvPr/>
        </p:nvSpPr>
        <p:spPr>
          <a:xfrm>
            <a:off x="5894523" y="1623688"/>
            <a:ext cx="5712836" cy="270510"/>
          </a:xfrm>
          <a:prstGeom prst="round2SameRect">
            <a:avLst>
              <a:gd name="adj1" fmla="val 14194"/>
              <a:gd name="adj2" fmla="val 0"/>
            </a:avLst>
          </a:prstGeom>
          <a:solidFill>
            <a:srgbClr val="F5F8FA"/>
          </a:solid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文本框 58">
            <a:extLst>
              <a:ext uri="{FF2B5EF4-FFF2-40B4-BE49-F238E27FC236}">
                <a16:creationId xmlns:a16="http://schemas.microsoft.com/office/drawing/2014/main" id="{212DFE40-36DB-50F5-E817-CD7FC8C97DB0}"/>
              </a:ext>
            </a:extLst>
          </p:cNvPr>
          <p:cNvSpPr txBox="1"/>
          <p:nvPr/>
        </p:nvSpPr>
        <p:spPr>
          <a:xfrm>
            <a:off x="5914138" y="1613084"/>
            <a:ext cx="4647483" cy="276999"/>
          </a:xfrm>
          <a:prstGeom prst="rect">
            <a:avLst/>
          </a:prstGeom>
          <a:noFill/>
        </p:spPr>
        <p:txBody>
          <a:bodyPr wrap="square" rtlCol="0">
            <a:spAutoFit/>
          </a:bodyPr>
          <a:lstStyle/>
          <a:p>
            <a:r>
              <a:rPr lang="en" altLang="zh-CN" sz="1200" dirty="0"/>
              <a:t>tests/default-</a:t>
            </a:r>
            <a:r>
              <a:rPr lang="en" altLang="zh-CN" sz="1200" dirty="0" err="1"/>
              <a:t>extractor.test.js</a:t>
            </a:r>
            <a:endParaRPr lang="en" altLang="zh-CN" sz="1200" dirty="0"/>
          </a:p>
        </p:txBody>
      </p:sp>
      <p:sp>
        <p:nvSpPr>
          <p:cNvPr id="60" name="同侧圆角矩形 59">
            <a:extLst>
              <a:ext uri="{FF2B5EF4-FFF2-40B4-BE49-F238E27FC236}">
                <a16:creationId xmlns:a16="http://schemas.microsoft.com/office/drawing/2014/main" id="{28541009-CC4D-BD83-2D76-008221B2295C}"/>
              </a:ext>
            </a:extLst>
          </p:cNvPr>
          <p:cNvSpPr/>
          <p:nvPr/>
        </p:nvSpPr>
        <p:spPr>
          <a:xfrm rot="10800000">
            <a:off x="5894521" y="1892113"/>
            <a:ext cx="5712946" cy="2055228"/>
          </a:xfrm>
          <a:prstGeom prst="round2SameRect">
            <a:avLst>
              <a:gd name="adj1" fmla="val 4541"/>
              <a:gd name="adj2" fmla="val 0"/>
            </a:avLst>
          </a:prstGeom>
          <a:noFill/>
          <a:ln w="19050">
            <a:solidFill>
              <a:srgbClr val="D7DF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1" name="矩形 60">
            <a:extLst>
              <a:ext uri="{FF2B5EF4-FFF2-40B4-BE49-F238E27FC236}">
                <a16:creationId xmlns:a16="http://schemas.microsoft.com/office/drawing/2014/main" id="{955E517D-183C-5FA1-7F17-256BC970133A}"/>
              </a:ext>
            </a:extLst>
          </p:cNvPr>
          <p:cNvSpPr/>
          <p:nvPr/>
        </p:nvSpPr>
        <p:spPr>
          <a:xfrm>
            <a:off x="5895985" y="2068489"/>
            <a:ext cx="5711348" cy="367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同侧圆角矩形 61">
            <a:extLst>
              <a:ext uri="{FF2B5EF4-FFF2-40B4-BE49-F238E27FC236}">
                <a16:creationId xmlns:a16="http://schemas.microsoft.com/office/drawing/2014/main" id="{D3B907D5-7FC2-9680-7CF6-F5A907416080}"/>
              </a:ext>
            </a:extLst>
          </p:cNvPr>
          <p:cNvSpPr/>
          <p:nvPr/>
        </p:nvSpPr>
        <p:spPr>
          <a:xfrm rot="10800000">
            <a:off x="5894462" y="2439259"/>
            <a:ext cx="5712915" cy="1488321"/>
          </a:xfrm>
          <a:prstGeom prst="round2SameRect">
            <a:avLst>
              <a:gd name="adj1" fmla="val 5508"/>
              <a:gd name="adj2" fmla="val 0"/>
            </a:avLst>
          </a:prstGeom>
          <a:solidFill>
            <a:srgbClr val="DAFB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3" name="文本框 62">
            <a:extLst>
              <a:ext uri="{FF2B5EF4-FFF2-40B4-BE49-F238E27FC236}">
                <a16:creationId xmlns:a16="http://schemas.microsoft.com/office/drawing/2014/main" id="{0C0DDBD6-E2E2-E5CA-D4C5-4ABFDAAA5091}"/>
              </a:ext>
            </a:extLst>
          </p:cNvPr>
          <p:cNvSpPr txBox="1"/>
          <p:nvPr/>
        </p:nvSpPr>
        <p:spPr>
          <a:xfrm>
            <a:off x="5894495" y="1840301"/>
            <a:ext cx="5817792" cy="2123658"/>
          </a:xfrm>
          <a:prstGeom prst="rect">
            <a:avLst/>
          </a:prstGeom>
          <a:noFill/>
        </p:spPr>
        <p:txBody>
          <a:bodyPr wrap="square" rtlCol="0">
            <a:spAutoFit/>
          </a:bodyPr>
          <a:lstStyle/>
          <a:p>
            <a:r>
              <a:rPr lang="en-US" altLang="zh-CN" sz="1200" b="0" i="0" dirty="0">
                <a:effectLst/>
                <a:latin typeface="ui-monospace"/>
              </a:rPr>
              <a:t>488</a:t>
            </a:r>
            <a:r>
              <a:rPr lang="en" altLang="zh-CN" sz="1200" b="0" i="0" dirty="0">
                <a:effectLst/>
                <a:latin typeface="ui-monospace"/>
              </a:rPr>
              <a:t>      </a:t>
            </a:r>
          </a:p>
          <a:p>
            <a:r>
              <a:rPr lang="en-US" altLang="zh-CN" sz="1200" dirty="0">
                <a:latin typeface="ui-monospace"/>
              </a:rPr>
              <a:t>489</a:t>
            </a:r>
            <a:r>
              <a:rPr lang="en" altLang="zh-CN" sz="1200" b="0" i="0" dirty="0">
                <a:effectLst/>
                <a:latin typeface="ui-monospace"/>
              </a:rPr>
              <a:t>  -      </a:t>
            </a:r>
            <a:r>
              <a:rPr lang="en" altLang="zh-CN" sz="1200" b="0" i="0" dirty="0">
                <a:solidFill>
                  <a:srgbClr val="6E43BF"/>
                </a:solidFill>
                <a:effectLst/>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solidFill>
                  <a:srgbClr val="072F69"/>
                </a:solidFill>
                <a:effectLst/>
                <a:latin typeface="ui-monospace"/>
              </a:rPr>
              <a:t>text-[#bad</a:t>
            </a:r>
            <a:r>
              <a:rPr lang="en" altLang="zh-CN" sz="1200" dirty="0">
                <a:solidFill>
                  <a:srgbClr val="072F69"/>
                </a:solidFill>
                <a:latin typeface="ui-monospace"/>
              </a:rPr>
              <a:t>a</a:t>
            </a:r>
            <a:r>
              <a:rPr lang="en" altLang="zh-CN" sz="1200" b="0" i="0" dirty="0">
                <a:solidFill>
                  <a:srgbClr val="072F69"/>
                </a:solidFill>
                <a:effectLst/>
                <a:latin typeface="ui-monospace"/>
              </a:rPr>
              <a:t>55</a:t>
            </a:r>
            <a:r>
              <a:rPr lang="en" altLang="zh-CN" sz="1200" dirty="0">
                <a:solidFill>
                  <a:srgbClr val="072F69"/>
                </a:solidFill>
                <a:latin typeface="ui-monospace"/>
              </a:rPr>
              <a:t>]</a:t>
            </a:r>
            <a:r>
              <a:rPr lang="en" altLang="zh-CN" sz="1200" b="0" i="0" dirty="0">
                <a:solidFill>
                  <a:srgbClr val="1F2328"/>
                </a:solidFill>
                <a:effectLst/>
                <a:latin typeface="ui-monospace"/>
              </a:rPr>
              <a:t>`)</a:t>
            </a:r>
            <a:r>
              <a:rPr lang="en-US" altLang="zh-CN" sz="1200" dirty="0">
                <a:solidFill>
                  <a:srgbClr val="58636E"/>
                </a:solidFill>
                <a:latin typeface="ui-monospace"/>
              </a:rPr>
              <a:t> </a:t>
            </a:r>
          </a:p>
          <a:p>
            <a:r>
              <a:rPr lang="en-US" altLang="zh-CN" sz="1200" dirty="0">
                <a:latin typeface="ui-monospace"/>
              </a:rPr>
              <a:t>490</a:t>
            </a:r>
            <a:r>
              <a:rPr lang="en" altLang="zh-CN" sz="1200" b="0" i="0" dirty="0">
                <a:effectLst/>
                <a:latin typeface="ui-monospace"/>
              </a:rPr>
              <a:t>  -   </a:t>
            </a:r>
            <a:r>
              <a:rPr lang="en-US" altLang="zh-CN" sz="1200" b="0" i="0" dirty="0">
                <a:solidFill>
                  <a:srgbClr val="1F2328"/>
                </a:solidFill>
                <a:effectLst/>
                <a:latin typeface="ui-monospace"/>
              </a:rPr>
              <a:t>})</a:t>
            </a:r>
            <a:endParaRPr lang="en" altLang="zh-CN" sz="1200" b="0" i="0" dirty="0">
              <a:effectLst/>
              <a:latin typeface="ui-monospace"/>
            </a:endParaRPr>
          </a:p>
          <a:p>
            <a:r>
              <a:rPr lang="en-US" altLang="zh-CN" sz="1200" b="0" i="0" dirty="0">
                <a:effectLst/>
                <a:latin typeface="ui-monospace"/>
              </a:rPr>
              <a:t>491</a:t>
            </a:r>
            <a:r>
              <a:rPr lang="en" altLang="zh-CN" sz="1200" b="0" i="0" dirty="0">
                <a:effectLst/>
                <a:latin typeface="ui-monospace"/>
              </a:rPr>
              <a:t>  +     </a:t>
            </a:r>
            <a:endParaRPr lang="en" altLang="zh-CN" sz="1200" dirty="0">
              <a:solidFill>
                <a:srgbClr val="58636E"/>
              </a:solidFill>
              <a:latin typeface="ui-monospace"/>
            </a:endParaRPr>
          </a:p>
          <a:p>
            <a:r>
              <a:rPr lang="en-US" altLang="zh-CN" sz="1200" b="0" i="0" dirty="0">
                <a:effectLst/>
                <a:latin typeface="ui-monospace"/>
              </a:rPr>
              <a:t>492</a:t>
            </a:r>
            <a:r>
              <a:rPr lang="zh-CN" altLang="en-US" sz="1200" b="0" i="0" dirty="0">
                <a:effectLst/>
                <a:latin typeface="ui-monospace"/>
              </a:rPr>
              <a:t>  </a:t>
            </a:r>
            <a:r>
              <a:rPr lang="en" altLang="zh-CN" sz="1200" b="0" i="0" dirty="0">
                <a:effectLst/>
                <a:latin typeface="ui-monospace"/>
              </a:rPr>
              <a:t>+  </a:t>
            </a:r>
            <a:r>
              <a:rPr lang="en" altLang="zh-CN" sz="1200" dirty="0">
                <a:solidFill>
                  <a:srgbClr val="6E43BF"/>
                </a:solidFill>
                <a:latin typeface="ui-monospace"/>
              </a:rPr>
              <a:t>test</a:t>
            </a:r>
            <a:r>
              <a:rPr lang="en" altLang="zh-CN" sz="1200" b="0" i="0" dirty="0">
                <a:solidFill>
                  <a:srgbClr val="1F2328"/>
                </a:solidFill>
                <a:effectLst/>
                <a:latin typeface="ui-monospace"/>
              </a:rPr>
              <a:t>(</a:t>
            </a:r>
            <a:r>
              <a:rPr lang="en" altLang="zh-CN" sz="1200" b="0" i="0" dirty="0">
                <a:solidFill>
                  <a:srgbClr val="083067"/>
                </a:solidFill>
                <a:effectLst/>
                <a:latin typeface="ui-monospace"/>
              </a:rPr>
              <a:t>'arbitrary properties followed by square bracketed stuff'</a:t>
            </a:r>
            <a:r>
              <a:rPr lang="en" altLang="zh-CN" sz="1200" b="0" i="0" dirty="0">
                <a:solidFill>
                  <a:srgbClr val="1F2328"/>
                </a:solidFill>
                <a:effectLst/>
                <a:latin typeface="ui-monospace"/>
              </a:rPr>
              <a:t>, () </a:t>
            </a:r>
            <a:r>
              <a:rPr lang="en" altLang="zh-CN" sz="1200" b="0" i="0" dirty="0">
                <a:solidFill>
                  <a:srgbClr val="89B4CF"/>
                </a:solidFill>
                <a:effectLst/>
                <a:latin typeface="ui-monospace"/>
              </a:rPr>
              <a:t>=&gt;</a:t>
            </a:r>
            <a:r>
              <a:rPr lang="en" altLang="zh-CN" sz="1200" b="0" i="0" dirty="0">
                <a:solidFill>
                  <a:srgbClr val="1F2328"/>
                </a:solidFill>
                <a:effectLst/>
                <a:latin typeface="ui-monospace"/>
              </a:rPr>
              <a:t> {</a:t>
            </a:r>
            <a:r>
              <a:rPr lang="en" altLang="zh-CN" sz="1200" b="0" i="0" dirty="0">
                <a:effectLst/>
                <a:latin typeface="ui-monospace"/>
              </a:rPr>
              <a:t>  </a:t>
            </a:r>
          </a:p>
          <a:p>
            <a:r>
              <a:rPr lang="en-US" altLang="zh-CN" sz="1200" dirty="0">
                <a:latin typeface="ui-monospace"/>
              </a:rPr>
              <a:t>493  </a:t>
            </a:r>
            <a:r>
              <a:rPr lang="en" altLang="zh-CN" sz="1200" dirty="0">
                <a:latin typeface="ui-monospace"/>
              </a:rPr>
              <a:t>+     </a:t>
            </a:r>
            <a:r>
              <a:rPr lang="zh-CN" altLang="en-US" sz="1200" dirty="0">
                <a:latin typeface="ui-monospace"/>
              </a:rPr>
              <a:t> </a:t>
            </a:r>
            <a:r>
              <a:rPr lang="en" altLang="zh-CN" sz="1200" dirty="0">
                <a:solidFill>
                  <a:srgbClr val="D12A34"/>
                </a:solidFill>
                <a:latin typeface="ui-monospace"/>
              </a:rPr>
              <a:t>let</a:t>
            </a:r>
            <a:r>
              <a:rPr lang="en" altLang="zh-CN" sz="1200" b="0" i="0" dirty="0">
                <a:solidFill>
                  <a:srgbClr val="1F2328"/>
                </a:solidFill>
                <a:effectLst/>
                <a:latin typeface="ui-monospace"/>
              </a:rPr>
              <a:t> extractions </a:t>
            </a:r>
            <a:r>
              <a:rPr lang="en" altLang="zh-CN" sz="1200" b="0" i="0" dirty="0">
                <a:effectLst/>
                <a:latin typeface="ui-monospace"/>
              </a:rPr>
              <a:t>=</a:t>
            </a:r>
            <a:r>
              <a:rPr lang="en" altLang="zh-CN" sz="1200" b="0" i="0" dirty="0">
                <a:solidFill>
                  <a:srgbClr val="1F2328"/>
                </a:solidFill>
                <a:effectLst/>
                <a:latin typeface="ui-monospace"/>
              </a:rPr>
              <a:t> </a:t>
            </a:r>
            <a:r>
              <a:rPr lang="en" altLang="zh-CN" sz="1200" b="0" i="0" dirty="0" err="1">
                <a:solidFill>
                  <a:srgbClr val="1F2328"/>
                </a:solidFill>
                <a:effectLst/>
                <a:latin typeface="ui-monospace"/>
              </a:rPr>
              <a:t>defaultExtractor</a:t>
            </a:r>
            <a:r>
              <a:rPr lang="en" altLang="zh-CN" sz="1200" b="0" i="0" dirty="0">
                <a:solidFill>
                  <a:srgbClr val="1F2328"/>
                </a:solidFill>
                <a:effectLst/>
                <a:latin typeface="ui-monospace"/>
              </a:rPr>
              <a:t>(</a:t>
            </a:r>
            <a:endParaRPr lang="en" altLang="zh-CN" sz="1200" dirty="0">
              <a:latin typeface="ui-monospace"/>
            </a:endParaRPr>
          </a:p>
          <a:p>
            <a:r>
              <a:rPr lang="en-US" altLang="zh-CN" sz="1200" dirty="0">
                <a:latin typeface="ui-monospace"/>
              </a:rPr>
              <a:t>494  </a:t>
            </a:r>
            <a:r>
              <a:rPr lang="en" altLang="zh-CN" sz="1200" b="0" i="0" dirty="0">
                <a:effectLst/>
                <a:latin typeface="ui-monospace"/>
              </a:rPr>
              <a:t>+     </a:t>
            </a:r>
            <a:r>
              <a:rPr lang="zh-CN" altLang="en-US" sz="1200" b="0" i="0" dirty="0">
                <a:solidFill>
                  <a:srgbClr val="58636E"/>
                </a:solidFill>
                <a:effectLst/>
                <a:latin typeface="ui-monospace"/>
              </a:rPr>
              <a:t>    </a:t>
            </a:r>
            <a:r>
              <a:rPr lang="en" altLang="zh-CN" sz="1200" dirty="0">
                <a:solidFill>
                  <a:srgbClr val="083067"/>
                </a:solidFill>
                <a:latin typeface="ui-monospace"/>
              </a:rPr>
              <a:t>'&lt;div class="h-16 items-end border border-white [</a:t>
            </a:r>
            <a:r>
              <a:rPr lang="en" altLang="zh-CN" sz="1200" dirty="0" err="1">
                <a:solidFill>
                  <a:srgbClr val="083067"/>
                </a:solidFill>
                <a:latin typeface="ui-monospace"/>
              </a:rPr>
              <a:t>display:inherit</a:t>
            </a:r>
            <a:r>
              <a:rPr lang="en" altLang="zh-CN" sz="1200" dirty="0">
                <a:solidFill>
                  <a:srgbClr val="083067"/>
                </a:solidFill>
                <a:latin typeface="ui-monospace"/>
              </a:rPr>
              <a:t>]"&gt;[foo]&lt;/div&gt;</a:t>
            </a:r>
            <a:r>
              <a:rPr lang="en" altLang="zh-CN" sz="1200" b="0" i="0" dirty="0">
                <a:solidFill>
                  <a:srgbClr val="0A3069"/>
                </a:solidFill>
                <a:effectLst/>
                <a:latin typeface="ui-monospace"/>
              </a:rPr>
              <a:t>‘</a:t>
            </a:r>
            <a:endParaRPr lang="en" altLang="zh-CN" sz="1200" dirty="0">
              <a:solidFill>
                <a:srgbClr val="58636E"/>
              </a:solidFill>
              <a:latin typeface="ui-monospace"/>
            </a:endParaRPr>
          </a:p>
          <a:p>
            <a:r>
              <a:rPr lang="en" altLang="zh-CN" sz="1200" b="0" i="0" dirty="0">
                <a:effectLst/>
                <a:latin typeface="ui-monospace"/>
              </a:rPr>
              <a:t>495  +</a:t>
            </a:r>
            <a:r>
              <a:rPr lang="zh-CN" altLang="en-US" sz="1200" b="0" i="0" dirty="0">
                <a:effectLst/>
                <a:latin typeface="ui-monospace"/>
              </a:rPr>
              <a:t>     </a:t>
            </a:r>
            <a:r>
              <a:rPr lang="en-US" altLang="zh-CN" sz="1200" b="0" i="0" dirty="0">
                <a:effectLst/>
                <a:latin typeface="ui-monospace"/>
              </a:rPr>
              <a:t> </a:t>
            </a:r>
            <a:r>
              <a:rPr lang="en-US" altLang="zh-CN" sz="1200" dirty="0">
                <a:latin typeface="ui-monospace"/>
              </a:rPr>
              <a:t>)</a:t>
            </a:r>
            <a:endParaRPr lang="en" altLang="zh-CN" sz="1200" b="0" i="0" dirty="0">
              <a:effectLst/>
              <a:latin typeface="ui-monospace"/>
            </a:endParaRPr>
          </a:p>
          <a:p>
            <a:r>
              <a:rPr lang="en" altLang="zh-CN" sz="1200" dirty="0">
                <a:latin typeface="ui-monospace"/>
              </a:rPr>
              <a:t>496  +     </a:t>
            </a:r>
            <a:endParaRPr lang="en" altLang="zh-CN" sz="1200" dirty="0">
              <a:solidFill>
                <a:srgbClr val="58636E"/>
              </a:solidFill>
              <a:latin typeface="ui-monospace"/>
            </a:endParaRPr>
          </a:p>
          <a:p>
            <a:r>
              <a:rPr lang="en" altLang="zh-CN" sz="1200" dirty="0">
                <a:latin typeface="ui-monospace"/>
              </a:rPr>
              <a:t>497  </a:t>
            </a:r>
            <a:r>
              <a:rPr lang="en" altLang="zh-CN" sz="1200" b="0" i="0" dirty="0">
                <a:effectLst/>
                <a:latin typeface="ui-monospace"/>
              </a:rPr>
              <a:t>+     </a:t>
            </a:r>
            <a:r>
              <a:rPr lang="en" altLang="zh-CN" sz="1200" dirty="0">
                <a:solidFill>
                  <a:srgbClr val="6E43BF"/>
                </a:solidFill>
                <a:latin typeface="ui-monospace"/>
              </a:rPr>
              <a:t>expect</a:t>
            </a:r>
            <a:r>
              <a:rPr lang="en" altLang="zh-CN" sz="1200" b="0" i="0" dirty="0">
                <a:solidFill>
                  <a:srgbClr val="1F2328"/>
                </a:solidFill>
                <a:effectLst/>
                <a:latin typeface="ui-monospace"/>
              </a:rPr>
              <a:t>(extractions).</a:t>
            </a:r>
            <a:r>
              <a:rPr lang="en" altLang="zh-CN" sz="1200" dirty="0" err="1">
                <a:solidFill>
                  <a:srgbClr val="6E43BF"/>
                </a:solidFill>
                <a:latin typeface="ui-monospace"/>
              </a:rPr>
              <a:t>toContain</a:t>
            </a:r>
            <a:r>
              <a:rPr lang="en" altLang="zh-CN" sz="1200" b="0" i="0" dirty="0">
                <a:solidFill>
                  <a:srgbClr val="1F2328"/>
                </a:solidFill>
                <a:effectLst/>
                <a:latin typeface="ui-monospace"/>
              </a:rPr>
              <a:t>(</a:t>
            </a:r>
            <a:r>
              <a:rPr lang="en" altLang="zh-CN" sz="1200" b="0" i="0" dirty="0">
                <a:effectLst/>
                <a:latin typeface="ui-monospace"/>
              </a:rPr>
              <a:t>`</a:t>
            </a:r>
            <a:r>
              <a:rPr lang="en" altLang="zh-CN" sz="1200" dirty="0">
                <a:solidFill>
                  <a:srgbClr val="083067"/>
                </a:solidFill>
                <a:latin typeface="ui-monospace"/>
              </a:rPr>
              <a:t>[</a:t>
            </a:r>
            <a:r>
              <a:rPr lang="en" altLang="zh-CN" sz="1200" dirty="0" err="1">
                <a:solidFill>
                  <a:srgbClr val="083067"/>
                </a:solidFill>
                <a:latin typeface="ui-monospace"/>
              </a:rPr>
              <a:t>display:inherit</a:t>
            </a:r>
            <a:r>
              <a:rPr lang="en" altLang="zh-CN" sz="1200" dirty="0">
                <a:solidFill>
                  <a:srgbClr val="083067"/>
                </a:solidFill>
                <a:latin typeface="ui-monospace"/>
              </a:rPr>
              <a:t>]`)</a:t>
            </a:r>
          </a:p>
          <a:p>
            <a:r>
              <a:rPr lang="en" altLang="zh-CN" sz="1200" dirty="0">
                <a:latin typeface="ui-monospace"/>
              </a:rPr>
              <a:t>498  +  </a:t>
            </a:r>
            <a:r>
              <a:rPr lang="en-US" altLang="zh-CN" sz="1200" b="0" i="0" dirty="0">
                <a:solidFill>
                  <a:srgbClr val="1F2328"/>
                </a:solidFill>
                <a:effectLst/>
                <a:latin typeface="ui-monospace"/>
              </a:rPr>
              <a:t>})</a:t>
            </a:r>
            <a:endParaRPr lang="en" altLang="zh-CN" sz="1200" b="0" i="0" dirty="0">
              <a:effectLst/>
              <a:latin typeface="ui-monospace"/>
            </a:endParaRPr>
          </a:p>
        </p:txBody>
      </p:sp>
      <p:cxnSp>
        <p:nvCxnSpPr>
          <p:cNvPr id="3091" name="肘形连接符 3090">
            <a:extLst>
              <a:ext uri="{FF2B5EF4-FFF2-40B4-BE49-F238E27FC236}">
                <a16:creationId xmlns:a16="http://schemas.microsoft.com/office/drawing/2014/main" id="{49FBFC89-3897-D222-9F9A-B07D2CD89399}"/>
              </a:ext>
            </a:extLst>
          </p:cNvPr>
          <p:cNvCxnSpPr>
            <a:stCxn id="29" idx="1"/>
            <a:endCxn id="24" idx="1"/>
          </p:cNvCxnSpPr>
          <p:nvPr/>
        </p:nvCxnSpPr>
        <p:spPr>
          <a:xfrm rot="10800000" flipH="1" flipV="1">
            <a:off x="662400" y="1356856"/>
            <a:ext cx="12460" cy="804104"/>
          </a:xfrm>
          <a:prstGeom prst="bentConnector3">
            <a:avLst>
              <a:gd name="adj1" fmla="val -1847079"/>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2" name="肘形连接符 3091">
            <a:extLst>
              <a:ext uri="{FF2B5EF4-FFF2-40B4-BE49-F238E27FC236}">
                <a16:creationId xmlns:a16="http://schemas.microsoft.com/office/drawing/2014/main" id="{C086ECB3-426E-39B9-74A0-3B9865A0B574}"/>
              </a:ext>
            </a:extLst>
          </p:cNvPr>
          <p:cNvCxnSpPr>
            <a:cxnSpLocks/>
            <a:endCxn id="26" idx="1"/>
          </p:cNvCxnSpPr>
          <p:nvPr/>
        </p:nvCxnSpPr>
        <p:spPr>
          <a:xfrm rot="16200000" flipH="1">
            <a:off x="-475480" y="3061061"/>
            <a:ext cx="2088590" cy="269775"/>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0" name="肘形连接符 3099">
            <a:extLst>
              <a:ext uri="{FF2B5EF4-FFF2-40B4-BE49-F238E27FC236}">
                <a16:creationId xmlns:a16="http://schemas.microsoft.com/office/drawing/2014/main" id="{BACA6DBB-FA71-D45B-774C-EE10F241BE9A}"/>
              </a:ext>
            </a:extLst>
          </p:cNvPr>
          <p:cNvCxnSpPr>
            <a:cxnSpLocks/>
            <a:stCxn id="30" idx="3"/>
            <a:endCxn id="3074" idx="3"/>
          </p:cNvCxnSpPr>
          <p:nvPr/>
        </p:nvCxnSpPr>
        <p:spPr>
          <a:xfrm flipH="1">
            <a:off x="4866085" y="1356289"/>
            <a:ext cx="498921" cy="1871040"/>
          </a:xfrm>
          <a:prstGeom prst="bentConnector3">
            <a:avLst>
              <a:gd name="adj1" fmla="val -7253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3" name="肘形连接符 3102">
            <a:extLst>
              <a:ext uri="{FF2B5EF4-FFF2-40B4-BE49-F238E27FC236}">
                <a16:creationId xmlns:a16="http://schemas.microsoft.com/office/drawing/2014/main" id="{99A060A0-F10C-1570-F9D5-FADF62E87CC5}"/>
              </a:ext>
            </a:extLst>
          </p:cNvPr>
          <p:cNvCxnSpPr>
            <a:cxnSpLocks/>
          </p:cNvCxnSpPr>
          <p:nvPr/>
        </p:nvCxnSpPr>
        <p:spPr>
          <a:xfrm rot="5400000">
            <a:off x="4221517" y="3862266"/>
            <a:ext cx="2137814" cy="867941"/>
          </a:xfrm>
          <a:prstGeom prst="bentConnector3">
            <a:avLst>
              <a:gd name="adj1" fmla="val 9985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8" name="文本框 3107">
            <a:extLst>
              <a:ext uri="{FF2B5EF4-FFF2-40B4-BE49-F238E27FC236}">
                <a16:creationId xmlns:a16="http://schemas.microsoft.com/office/drawing/2014/main" id="{F8D2FCAB-A61B-9D09-FA2F-2A92F761E43C}"/>
              </a:ext>
            </a:extLst>
          </p:cNvPr>
          <p:cNvSpPr txBox="1"/>
          <p:nvPr/>
        </p:nvSpPr>
        <p:spPr>
          <a:xfrm>
            <a:off x="10506869" y="1609189"/>
            <a:ext cx="1470060" cy="307777"/>
          </a:xfrm>
          <a:prstGeom prst="rect">
            <a:avLst/>
          </a:prstGeom>
          <a:noFill/>
        </p:spPr>
        <p:txBody>
          <a:bodyPr wrap="square" rtlCol="0">
            <a:spAutoFit/>
          </a:bodyPr>
          <a:lstStyle/>
          <a:p>
            <a:r>
              <a:rPr lang="en" altLang="zh-CN" sz="1400" b="1" dirty="0">
                <a:latin typeface="微软雅黑" panose="020B0503020204020204" pitchFamily="34" charset="-122"/>
                <a:ea typeface="微软雅黑" panose="020B0503020204020204" pitchFamily="34" charset="-122"/>
              </a:rPr>
              <a:t>Test Patch</a:t>
            </a:r>
          </a:p>
        </p:txBody>
      </p:sp>
      <p:sp>
        <p:nvSpPr>
          <p:cNvPr id="3109" name="文本框 3108">
            <a:extLst>
              <a:ext uri="{FF2B5EF4-FFF2-40B4-BE49-F238E27FC236}">
                <a16:creationId xmlns:a16="http://schemas.microsoft.com/office/drawing/2014/main" id="{10B53718-DC03-D669-8FF9-FAE81958F243}"/>
              </a:ext>
            </a:extLst>
          </p:cNvPr>
          <p:cNvSpPr txBox="1"/>
          <p:nvPr/>
        </p:nvSpPr>
        <p:spPr>
          <a:xfrm>
            <a:off x="10788147" y="4037857"/>
            <a:ext cx="1470060" cy="307777"/>
          </a:xfrm>
          <a:prstGeom prst="rect">
            <a:avLst/>
          </a:prstGeom>
          <a:noFill/>
        </p:spPr>
        <p:txBody>
          <a:bodyPr wrap="square" rtlCol="0">
            <a:spAutoFit/>
          </a:bodyPr>
          <a:lstStyle/>
          <a:p>
            <a:r>
              <a:rPr lang="en" altLang="zh-CN" sz="1400" b="1" dirty="0">
                <a:latin typeface="微软雅黑" panose="020B0503020204020204" pitchFamily="34" charset="-122"/>
                <a:ea typeface="微软雅黑" panose="020B0503020204020204" pitchFamily="34" charset="-122"/>
              </a:rPr>
              <a:t>Patch</a:t>
            </a:r>
          </a:p>
        </p:txBody>
      </p:sp>
    </p:spTree>
    <p:extLst>
      <p:ext uri="{BB962C8B-B14F-4D97-AF65-F5344CB8AC3E}">
        <p14:creationId xmlns:p14="http://schemas.microsoft.com/office/powerpoint/2010/main" val="402146233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17920</TotalTime>
  <Words>2442</Words>
  <Application>Microsoft Macintosh PowerPoint</Application>
  <PresentationFormat>宽屏</PresentationFormat>
  <Paragraphs>510</Paragraphs>
  <Slides>18</Slides>
  <Notes>6</Notes>
  <HiddenSlides>12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等线</vt:lpstr>
      <vt:lpstr>等线 Light</vt:lpstr>
      <vt:lpstr>Microsoft YaHei</vt:lpstr>
      <vt:lpstr>Microsoft YaHei</vt:lpstr>
      <vt:lpstr>ui-monospace</vt:lpstr>
      <vt:lpstr>Arial</vt:lpstr>
      <vt:lpstr>Menlo</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亮宏 郭</dc:creator>
  <cp:lastModifiedBy>亮宏 郭</cp:lastModifiedBy>
  <cp:revision>88</cp:revision>
  <dcterms:created xsi:type="dcterms:W3CDTF">2024-10-13T15:23:45Z</dcterms:created>
  <dcterms:modified xsi:type="dcterms:W3CDTF">2024-10-31T17:34:19Z</dcterms:modified>
</cp:coreProperties>
</file>