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9" r:id="rId3"/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2615"/>
    <a:srgbClr val="835CC6"/>
    <a:srgbClr val="C00000"/>
    <a:srgbClr val="D7DFE6"/>
    <a:srgbClr val="1F6CC4"/>
    <a:srgbClr val="D8E0E6"/>
    <a:srgbClr val="083067"/>
    <a:srgbClr val="072F69"/>
    <a:srgbClr val="89B4CF"/>
    <a:srgbClr val="6E4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3"/>
    <p:restoredTop sz="94713"/>
  </p:normalViewPr>
  <p:slideViewPr>
    <p:cSldViewPr snapToGrid="0">
      <p:cViewPr varScale="1">
        <p:scale>
          <a:sx n="108" d="100"/>
          <a:sy n="108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423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55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4FFC-B8F8-976F-06EE-2EC0A2FF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5984E7-D159-6C88-6FED-0F5527B8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A2E08B-A312-C6C4-4791-FCA0B68E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主要调整了字体，对齐，图片不压扁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4B4219-CDFD-A881-AF85-4F55EB939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470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33559977-02A7-4B89-DB6D-E089974FB068}"/>
              </a:ext>
            </a:extLst>
          </p:cNvPr>
          <p:cNvSpPr/>
          <p:nvPr/>
        </p:nvSpPr>
        <p:spPr>
          <a:xfrm>
            <a:off x="179882" y="824459"/>
            <a:ext cx="11902190" cy="4573374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4E22A-8ECA-72D7-854A-E15F5345D40C}"/>
              </a:ext>
            </a:extLst>
          </p:cNvPr>
          <p:cNvSpPr/>
          <p:nvPr/>
        </p:nvSpPr>
        <p:spPr>
          <a:xfrm>
            <a:off x="8256582" y="1021080"/>
            <a:ext cx="3740544" cy="365760"/>
          </a:xfrm>
          <a:prstGeom prst="rect">
            <a:avLst/>
          </a:prstGeom>
          <a:solidFill>
            <a:srgbClr val="528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Unexpected code results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4E72C0-851E-EB24-2DE0-496D22FEF856}"/>
              </a:ext>
            </a:extLst>
          </p:cNvPr>
          <p:cNvSpPr/>
          <p:nvPr/>
        </p:nvSpPr>
        <p:spPr>
          <a:xfrm>
            <a:off x="4341900" y="1021080"/>
            <a:ext cx="3742294" cy="365760"/>
          </a:xfrm>
          <a:prstGeom prst="rect">
            <a:avLst/>
          </a:prstGeom>
          <a:solidFill>
            <a:srgbClr val="2D7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Error messages or logs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6FC96F-BE0E-3B22-E71D-B9A226857CBD}"/>
              </a:ext>
            </a:extLst>
          </p:cNvPr>
          <p:cNvSpPr/>
          <p:nvPr/>
        </p:nvSpPr>
        <p:spPr>
          <a:xfrm>
            <a:off x="404734" y="1021080"/>
            <a:ext cx="3742294" cy="365760"/>
          </a:xfrm>
          <a:prstGeom prst="rect">
            <a:avLst/>
          </a:prstGeom>
          <a:solidFill>
            <a:srgbClr val="C6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Screenshots</a:t>
            </a:r>
            <a:r>
              <a:rPr kumimoji="1" lang="en-US" altLang="zh-CN" sz="1400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of reproduced code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8B89A6E-A314-B620-78FA-88404544E332}"/>
              </a:ext>
            </a:extLst>
          </p:cNvPr>
          <p:cNvSpPr/>
          <p:nvPr/>
        </p:nvSpPr>
        <p:spPr>
          <a:xfrm>
            <a:off x="404734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FAE6D7"/>
          </a:solidFill>
          <a:ln w="38100">
            <a:solidFill>
              <a:srgbClr val="C55A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2A164DB-576A-1F30-77B9-17DF4F97D71A}"/>
              </a:ext>
            </a:extLst>
          </p:cNvPr>
          <p:cNvSpPr/>
          <p:nvPr/>
        </p:nvSpPr>
        <p:spPr>
          <a:xfrm>
            <a:off x="4341900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DDECF8"/>
          </a:solidFill>
          <a:ln w="38100">
            <a:solidFill>
              <a:srgbClr val="2F73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054988-AFDD-FE77-1D5F-59BD3D674E8A}"/>
              </a:ext>
            </a:extLst>
          </p:cNvPr>
          <p:cNvSpPr/>
          <p:nvPr/>
        </p:nvSpPr>
        <p:spPr>
          <a:xfrm>
            <a:off x="8269824" y="1443743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E2F1D9"/>
          </a:solidFill>
          <a:ln w="38100">
            <a:solidFill>
              <a:srgbClr val="538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A16CD-D176-3D1E-2526-CCEFD99F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548" y="3317726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3F102C-35AD-DF8E-CBFA-0D435ECEE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37" y="3317725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CE22CEA3-8F1A-3549-FEBD-C92AEB3A7527}"/>
              </a:ext>
            </a:extLst>
          </p:cNvPr>
          <p:cNvSpPr/>
          <p:nvPr/>
        </p:nvSpPr>
        <p:spPr>
          <a:xfrm>
            <a:off x="8316792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3A23E-E37B-4367-E382-4A3C30635303}"/>
              </a:ext>
            </a:extLst>
          </p:cNvPr>
          <p:cNvSpPr txBox="1"/>
          <p:nvPr/>
        </p:nvSpPr>
        <p:spPr>
          <a:xfrm>
            <a:off x="8724861" y="296777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73D3FA-0167-BAA8-DE41-95BB14E21091}"/>
              </a:ext>
            </a:extLst>
          </p:cNvPr>
          <p:cNvSpPr txBox="1"/>
          <p:nvPr/>
        </p:nvSpPr>
        <p:spPr>
          <a:xfrm>
            <a:off x="10646773" y="2958992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V3.3.2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1707E25-A7C0-8B37-5F61-0AE1474FD0FE}"/>
              </a:ext>
            </a:extLst>
          </p:cNvPr>
          <p:cNvCxnSpPr>
            <a:cxnSpLocks/>
          </p:cNvCxnSpPr>
          <p:nvPr/>
        </p:nvCxnSpPr>
        <p:spPr>
          <a:xfrm>
            <a:off x="9518668" y="4383276"/>
            <a:ext cx="10194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8AA970-BBE1-1607-069C-CC1F87B88633}"/>
              </a:ext>
            </a:extLst>
          </p:cNvPr>
          <p:cNvSpPr/>
          <p:nvPr/>
        </p:nvSpPr>
        <p:spPr>
          <a:xfrm>
            <a:off x="8331158" y="1538601"/>
            <a:ext cx="3643108" cy="111206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D4EA192-B8A7-4D99-AFFB-54EE1A5ED2B2}"/>
              </a:ext>
            </a:extLst>
          </p:cNvPr>
          <p:cNvSpPr/>
          <p:nvPr/>
        </p:nvSpPr>
        <p:spPr>
          <a:xfrm>
            <a:off x="435415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[Bug]: Babel crashes when using await as an identifier in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ForInOfHead</a:t>
            </a:r>
            <a:r>
              <a:rPr kumimoji="1" lang="en" altLang="zh-CN" sz="1200" dirty="0">
                <a:solidFill>
                  <a:schemeClr val="tx1"/>
                </a:solidFill>
              </a:rPr>
              <a:t>. Input code for( await of [1, 2, 3] )  {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console.log</a:t>
            </a:r>
            <a:r>
              <a:rPr kumimoji="1" lang="en" altLang="zh-CN" sz="1200" dirty="0">
                <a:solidFill>
                  <a:schemeClr val="tx1"/>
                </a:solidFill>
              </a:rPr>
              <a:t>(await) } ... However, Babel fails to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transpile</a:t>
            </a:r>
            <a:r>
              <a:rPr kumimoji="1" lang="en" altLang="zh-CN" sz="1200" dirty="0">
                <a:solidFill>
                  <a:schemeClr val="tx1"/>
                </a:solidFill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E77001-8258-056B-DB1C-CC3757834428}"/>
              </a:ext>
            </a:extLst>
          </p:cNvPr>
          <p:cNvSpPr/>
          <p:nvPr/>
        </p:nvSpPr>
        <p:spPr>
          <a:xfrm>
            <a:off x="436852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DB20BB3-2D78-3280-50EB-B95B0726628D}"/>
              </a:ext>
            </a:extLst>
          </p:cNvPr>
          <p:cNvSpPr/>
          <p:nvPr/>
        </p:nvSpPr>
        <p:spPr>
          <a:xfrm>
            <a:off x="41131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400" dirty="0">
                <a:solidFill>
                  <a:schemeClr val="tx1"/>
                </a:solidFill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3A366C-2DB6-32B0-A26B-36593DF842B2}"/>
              </a:ext>
            </a:extLst>
          </p:cNvPr>
          <p:cNvSpPr/>
          <p:nvPr/>
        </p:nvSpPr>
        <p:spPr>
          <a:xfrm>
            <a:off x="42568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E7F59D02-128E-CD5B-0AE5-E277DA82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49" y="3111146"/>
            <a:ext cx="3651078" cy="166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4BD8C6FF-6DAC-BF83-3198-B2A2CF1B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62" y="2860525"/>
            <a:ext cx="3589326" cy="202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60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33559977-02A7-4B89-DB6D-E089974FB068}"/>
              </a:ext>
            </a:extLst>
          </p:cNvPr>
          <p:cNvSpPr/>
          <p:nvPr/>
        </p:nvSpPr>
        <p:spPr>
          <a:xfrm>
            <a:off x="179882" y="824459"/>
            <a:ext cx="11902190" cy="4573374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4E22A-8ECA-72D7-854A-E15F5345D40C}"/>
              </a:ext>
            </a:extLst>
          </p:cNvPr>
          <p:cNvSpPr/>
          <p:nvPr/>
        </p:nvSpPr>
        <p:spPr>
          <a:xfrm>
            <a:off x="8256582" y="1021080"/>
            <a:ext cx="3740544" cy="365760"/>
          </a:xfrm>
          <a:prstGeom prst="rect">
            <a:avLst/>
          </a:prstGeom>
          <a:solidFill>
            <a:srgbClr val="528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Unexpected code results</a:t>
            </a:r>
            <a:endParaRPr kumimoji="1" lang="zh-CN" altLang="en-US" sz="14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4E72C0-851E-EB24-2DE0-496D22FEF856}"/>
              </a:ext>
            </a:extLst>
          </p:cNvPr>
          <p:cNvSpPr/>
          <p:nvPr/>
        </p:nvSpPr>
        <p:spPr>
          <a:xfrm>
            <a:off x="4341900" y="1021080"/>
            <a:ext cx="3742294" cy="365760"/>
          </a:xfrm>
          <a:prstGeom prst="rect">
            <a:avLst/>
          </a:prstGeom>
          <a:solidFill>
            <a:srgbClr val="2D7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Error messages or logs</a:t>
            </a:r>
            <a:endParaRPr kumimoji="1"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6FC96F-BE0E-3B22-E71D-B9A226857CBD}"/>
              </a:ext>
            </a:extLst>
          </p:cNvPr>
          <p:cNvSpPr/>
          <p:nvPr/>
        </p:nvSpPr>
        <p:spPr>
          <a:xfrm>
            <a:off x="404734" y="1021080"/>
            <a:ext cx="3742294" cy="365760"/>
          </a:xfrm>
          <a:prstGeom prst="rect">
            <a:avLst/>
          </a:prstGeom>
          <a:solidFill>
            <a:srgbClr val="C6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Screenshots of reproduced code</a:t>
            </a:r>
            <a:endParaRPr kumimoji="1" lang="zh-CN" altLang="en-US" sz="1400" b="1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8B89A6E-A314-B620-78FA-88404544E332}"/>
              </a:ext>
            </a:extLst>
          </p:cNvPr>
          <p:cNvSpPr/>
          <p:nvPr/>
        </p:nvSpPr>
        <p:spPr>
          <a:xfrm>
            <a:off x="404734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FAE6D7"/>
          </a:solidFill>
          <a:ln w="38100">
            <a:solidFill>
              <a:srgbClr val="C55A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2A164DB-576A-1F30-77B9-17DF4F97D71A}"/>
              </a:ext>
            </a:extLst>
          </p:cNvPr>
          <p:cNvSpPr/>
          <p:nvPr/>
        </p:nvSpPr>
        <p:spPr>
          <a:xfrm>
            <a:off x="4341900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DDECF8"/>
          </a:solidFill>
          <a:ln w="38100">
            <a:solidFill>
              <a:srgbClr val="2F73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054988-AFDD-FE77-1D5F-59BD3D674E8A}"/>
              </a:ext>
            </a:extLst>
          </p:cNvPr>
          <p:cNvSpPr/>
          <p:nvPr/>
        </p:nvSpPr>
        <p:spPr>
          <a:xfrm>
            <a:off x="8269824" y="1443743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E2F1D9"/>
          </a:solidFill>
          <a:ln w="38100">
            <a:solidFill>
              <a:srgbClr val="538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A16CD-D176-3D1E-2526-CCEFD99F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548" y="3317726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3F102C-35AD-DF8E-CBFA-0D435ECEE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37" y="3317725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CE22CEA3-8F1A-3549-FEBD-C92AEB3A7527}"/>
              </a:ext>
            </a:extLst>
          </p:cNvPr>
          <p:cNvSpPr/>
          <p:nvPr/>
        </p:nvSpPr>
        <p:spPr>
          <a:xfrm>
            <a:off x="8316792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3A23E-E37B-4367-E382-4A3C30635303}"/>
              </a:ext>
            </a:extLst>
          </p:cNvPr>
          <p:cNvSpPr txBox="1"/>
          <p:nvPr/>
        </p:nvSpPr>
        <p:spPr>
          <a:xfrm>
            <a:off x="8724861" y="296777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73D3FA-0167-BAA8-DE41-95BB14E21091}"/>
              </a:ext>
            </a:extLst>
          </p:cNvPr>
          <p:cNvSpPr txBox="1"/>
          <p:nvPr/>
        </p:nvSpPr>
        <p:spPr>
          <a:xfrm>
            <a:off x="10646773" y="2958992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V3.3.2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1707E25-A7C0-8B37-5F61-0AE1474FD0FE}"/>
              </a:ext>
            </a:extLst>
          </p:cNvPr>
          <p:cNvCxnSpPr>
            <a:cxnSpLocks/>
          </p:cNvCxnSpPr>
          <p:nvPr/>
        </p:nvCxnSpPr>
        <p:spPr>
          <a:xfrm>
            <a:off x="9518668" y="4383276"/>
            <a:ext cx="10194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8AA970-BBE1-1607-069C-CC1F87B88633}"/>
              </a:ext>
            </a:extLst>
          </p:cNvPr>
          <p:cNvSpPr/>
          <p:nvPr/>
        </p:nvSpPr>
        <p:spPr>
          <a:xfrm>
            <a:off x="8331158" y="1538601"/>
            <a:ext cx="3643108" cy="111206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D4EA192-B8A7-4D99-AFFB-54EE1A5ED2B2}"/>
              </a:ext>
            </a:extLst>
          </p:cNvPr>
          <p:cNvSpPr/>
          <p:nvPr/>
        </p:nvSpPr>
        <p:spPr>
          <a:xfrm>
            <a:off x="435415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[Bug]: Babel crashes when using await as an identifier in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ForInOfHead</a:t>
            </a:r>
            <a:r>
              <a:rPr kumimoji="1" lang="en" altLang="zh-CN" sz="1200" dirty="0">
                <a:solidFill>
                  <a:schemeClr val="tx1"/>
                </a:solidFill>
              </a:rPr>
              <a:t>. Input code for( await of [1, 2, 3] )  {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console.log</a:t>
            </a:r>
            <a:r>
              <a:rPr kumimoji="1" lang="en" altLang="zh-CN" sz="1200" dirty="0">
                <a:solidFill>
                  <a:schemeClr val="tx1"/>
                </a:solidFill>
              </a:rPr>
              <a:t>(await) } ... However, Babel fails to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transpile</a:t>
            </a:r>
            <a:r>
              <a:rPr kumimoji="1" lang="en" altLang="zh-CN" sz="1200" dirty="0">
                <a:solidFill>
                  <a:schemeClr val="tx1"/>
                </a:solidFill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E77001-8258-056B-DB1C-CC3757834428}"/>
              </a:ext>
            </a:extLst>
          </p:cNvPr>
          <p:cNvSpPr/>
          <p:nvPr/>
        </p:nvSpPr>
        <p:spPr>
          <a:xfrm>
            <a:off x="436852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DB20BB3-2D78-3280-50EB-B95B0726628D}"/>
              </a:ext>
            </a:extLst>
          </p:cNvPr>
          <p:cNvSpPr/>
          <p:nvPr/>
        </p:nvSpPr>
        <p:spPr>
          <a:xfrm>
            <a:off x="41131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400" dirty="0">
                <a:solidFill>
                  <a:schemeClr val="tx1"/>
                </a:solidFill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3A366C-2DB6-32B0-A26B-36593DF842B2}"/>
              </a:ext>
            </a:extLst>
          </p:cNvPr>
          <p:cNvSpPr/>
          <p:nvPr/>
        </p:nvSpPr>
        <p:spPr>
          <a:xfrm>
            <a:off x="42568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E7F59D02-128E-CD5B-0AE5-E277DA82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49" y="3111146"/>
            <a:ext cx="3651078" cy="166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4BD8C6FF-6DAC-BF83-3198-B2A2CF1B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62" y="2860525"/>
            <a:ext cx="3589326" cy="202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5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310D-CAF6-3DA6-A837-8AA7B528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A55F2B3-C699-AD18-4D3B-1A8EA03AFE79}"/>
              </a:ext>
            </a:extLst>
          </p:cNvPr>
          <p:cNvSpPr/>
          <p:nvPr/>
        </p:nvSpPr>
        <p:spPr>
          <a:xfrm>
            <a:off x="8183430" y="1021080"/>
            <a:ext cx="374054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(c)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Unexpected code results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C72B2F-0098-2646-6B6D-B710064234BE}"/>
              </a:ext>
            </a:extLst>
          </p:cNvPr>
          <p:cNvSpPr/>
          <p:nvPr/>
        </p:nvSpPr>
        <p:spPr>
          <a:xfrm>
            <a:off x="4268748" y="1021080"/>
            <a:ext cx="374229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(b)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Error messages or logs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2CEA0B-9B06-BCC5-24AB-0D6D462A14D1}"/>
              </a:ext>
            </a:extLst>
          </p:cNvPr>
          <p:cNvSpPr/>
          <p:nvPr/>
        </p:nvSpPr>
        <p:spPr>
          <a:xfrm>
            <a:off x="331582" y="1021080"/>
            <a:ext cx="374229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Screenshots of reproduced code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B6503AF-DDF4-2C13-D626-84001EBA7D1C}"/>
              </a:ext>
            </a:extLst>
          </p:cNvPr>
          <p:cNvSpPr/>
          <p:nvPr/>
        </p:nvSpPr>
        <p:spPr>
          <a:xfrm>
            <a:off x="331582" y="1460169"/>
            <a:ext cx="3742294" cy="3177146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2B631F5-37BD-7240-88C8-E898B35A8CAF}"/>
              </a:ext>
            </a:extLst>
          </p:cNvPr>
          <p:cNvSpPr/>
          <p:nvPr/>
        </p:nvSpPr>
        <p:spPr>
          <a:xfrm>
            <a:off x="4268748" y="1460168"/>
            <a:ext cx="3742294" cy="3177146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A4951C7-521E-ADF6-1787-A5525E193DCD}"/>
              </a:ext>
            </a:extLst>
          </p:cNvPr>
          <p:cNvSpPr/>
          <p:nvPr/>
        </p:nvSpPr>
        <p:spPr>
          <a:xfrm>
            <a:off x="8196672" y="1443743"/>
            <a:ext cx="3742294" cy="3193571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3E9981-55F0-7DE7-0AD9-DA8128058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643" y="2911525"/>
            <a:ext cx="454672" cy="158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9B5D26-849F-8943-E99E-88F4BB91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103" y="2897628"/>
            <a:ext cx="454671" cy="158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DA37BAAD-3741-115F-3910-98C2862FD622}"/>
              </a:ext>
            </a:extLst>
          </p:cNvPr>
          <p:cNvSpPr/>
          <p:nvPr/>
        </p:nvSpPr>
        <p:spPr>
          <a:xfrm>
            <a:off x="8271661" y="1508027"/>
            <a:ext cx="3549792" cy="1083619"/>
          </a:xfrm>
          <a:prstGeom prst="roundRect">
            <a:avLst>
              <a:gd name="adj" fmla="val 16228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BDCBCD-B146-E4E1-8983-437C38197621}"/>
              </a:ext>
            </a:extLst>
          </p:cNvPr>
          <p:cNvSpPr txBox="1"/>
          <p:nvPr/>
        </p:nvSpPr>
        <p:spPr>
          <a:xfrm>
            <a:off x="8651709" y="253708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V3.3.1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57C665-A3D5-5DFF-9273-6B04777B8DFE}"/>
              </a:ext>
            </a:extLst>
          </p:cNvPr>
          <p:cNvSpPr txBox="1"/>
          <p:nvPr/>
        </p:nvSpPr>
        <p:spPr>
          <a:xfrm>
            <a:off x="10573621" y="2528296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V3.3.2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8D7F4F7-8872-093B-3649-B21D5D4A8EA0}"/>
              </a:ext>
            </a:extLst>
          </p:cNvPr>
          <p:cNvCxnSpPr>
            <a:cxnSpLocks/>
          </p:cNvCxnSpPr>
          <p:nvPr/>
        </p:nvCxnSpPr>
        <p:spPr>
          <a:xfrm>
            <a:off x="9543993" y="3586820"/>
            <a:ext cx="101941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E134A84-7632-6CFD-49CF-377DC71643BC}"/>
              </a:ext>
            </a:extLst>
          </p:cNvPr>
          <p:cNvSpPr/>
          <p:nvPr/>
        </p:nvSpPr>
        <p:spPr>
          <a:xfrm>
            <a:off x="4322732" y="1515839"/>
            <a:ext cx="3625085" cy="1321306"/>
          </a:xfrm>
          <a:prstGeom prst="roundRect">
            <a:avLst>
              <a:gd name="adj" fmla="val 1741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[Bug]: Babel crashes when using await as an identifier in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ForInOfHead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Input code for( await of [1, 2, 3] )  {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(await) } ... However, Babel fails to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transpile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FF62F4B-D41D-7244-10C3-F1E1EC233176}"/>
              </a:ext>
            </a:extLst>
          </p:cNvPr>
          <p:cNvSpPr/>
          <p:nvPr/>
        </p:nvSpPr>
        <p:spPr>
          <a:xfrm>
            <a:off x="412687" y="1515839"/>
            <a:ext cx="3589326" cy="1025704"/>
          </a:xfrm>
          <a:prstGeom prst="roundRect">
            <a:avLst>
              <a:gd name="adj" fmla="val 1503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F1F22917-6268-778C-5B17-5F752964E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349" y="3358896"/>
            <a:ext cx="3599092" cy="83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59825D61-BAF1-5EC1-A9A0-F72F9E202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46" y="2542784"/>
            <a:ext cx="3490518" cy="196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36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16391</TotalTime>
  <Words>386</Words>
  <Application>Microsoft Macintosh PowerPoint</Application>
  <PresentationFormat>宽屏</PresentationFormat>
  <Paragraphs>28</Paragraphs>
  <Slides>3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亮宏 郭</cp:lastModifiedBy>
  <cp:revision>80</cp:revision>
  <dcterms:created xsi:type="dcterms:W3CDTF">2024-10-13T15:23:45Z</dcterms:created>
  <dcterms:modified xsi:type="dcterms:W3CDTF">2024-11-01T01:26:36Z</dcterms:modified>
</cp:coreProperties>
</file>