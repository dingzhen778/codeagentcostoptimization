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65" r:id="rId2"/>
    <p:sldId id="266"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35CC6"/>
    <a:srgbClr val="C00000"/>
    <a:srgbClr val="D7DFE6"/>
    <a:srgbClr val="1F6CC4"/>
    <a:srgbClr val="D8E0E6"/>
    <a:srgbClr val="083067"/>
    <a:srgbClr val="072F69"/>
    <a:srgbClr val="89B4CF"/>
    <a:srgbClr val="6E43BF"/>
    <a:srgbClr val="DAFB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38"/>
    <p:restoredTop sz="94722"/>
  </p:normalViewPr>
  <p:slideViewPr>
    <p:cSldViewPr snapToGrid="0">
      <p:cViewPr>
        <p:scale>
          <a:sx n="115" d="100"/>
          <a:sy n="115" d="100"/>
        </p:scale>
        <p:origin x="928"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1AB0DB-98C9-0A40-8C7F-0CDB819CB832}" type="datetimeFigureOut">
              <a:rPr kumimoji="1" lang="zh-CN" altLang="en-US" smtClean="0"/>
              <a:t>2024/11/1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3E84C-F390-2C4E-B4E7-2DF9EDA96761}" type="slidenum">
              <a:rPr kumimoji="1" lang="zh-CN" altLang="en-US" smtClean="0"/>
              <a:t>‹#›</a:t>
            </a:fld>
            <a:endParaRPr kumimoji="1" lang="zh-CN" altLang="en-US"/>
          </a:p>
        </p:txBody>
      </p:sp>
    </p:spTree>
    <p:extLst>
      <p:ext uri="{BB962C8B-B14F-4D97-AF65-F5344CB8AC3E}">
        <p14:creationId xmlns:p14="http://schemas.microsoft.com/office/powerpoint/2010/main" val="282522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v3</a:t>
            </a:r>
            <a:endParaRPr lang="en-CN"/>
          </a:p>
        </p:txBody>
      </p:sp>
      <p:sp>
        <p:nvSpPr>
          <p:cNvPr id="4" name="Slide Number Placeholder 3"/>
          <p:cNvSpPr>
            <a:spLocks noGrp="1"/>
          </p:cNvSpPr>
          <p:nvPr>
            <p:ph type="sldNum" sz="quarter" idx="5"/>
          </p:nvPr>
        </p:nvSpPr>
        <p:spPr/>
        <p:txBody>
          <a:bodyPr/>
          <a:lstStyle/>
          <a:p>
            <a:fld id="{2523E84C-F390-2C4E-B4E7-2DF9EDA96761}" type="slidenum">
              <a:rPr kumimoji="1" lang="zh-CN" altLang="en-US" smtClean="0"/>
              <a:t>1</a:t>
            </a:fld>
            <a:endParaRPr kumimoji="1" lang="zh-CN" altLang="en-US"/>
          </a:p>
        </p:txBody>
      </p:sp>
    </p:spTree>
    <p:extLst>
      <p:ext uri="{BB962C8B-B14F-4D97-AF65-F5344CB8AC3E}">
        <p14:creationId xmlns:p14="http://schemas.microsoft.com/office/powerpoint/2010/main" val="823407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v4</a:t>
            </a:r>
            <a:endParaRPr lang="en-CN"/>
          </a:p>
        </p:txBody>
      </p:sp>
      <p:sp>
        <p:nvSpPr>
          <p:cNvPr id="4" name="Slide Number Placeholder 3"/>
          <p:cNvSpPr>
            <a:spLocks noGrp="1"/>
          </p:cNvSpPr>
          <p:nvPr>
            <p:ph type="sldNum" sz="quarter" idx="5"/>
          </p:nvPr>
        </p:nvSpPr>
        <p:spPr/>
        <p:txBody>
          <a:bodyPr/>
          <a:lstStyle/>
          <a:p>
            <a:fld id="{2523E84C-F390-2C4E-B4E7-2DF9EDA96761}" type="slidenum">
              <a:rPr kumimoji="1" lang="zh-CN" altLang="en-US" smtClean="0"/>
              <a:t>2</a:t>
            </a:fld>
            <a:endParaRPr kumimoji="1" lang="zh-CN" altLang="en-US"/>
          </a:p>
        </p:txBody>
      </p:sp>
    </p:spTree>
    <p:extLst>
      <p:ext uri="{BB962C8B-B14F-4D97-AF65-F5344CB8AC3E}">
        <p14:creationId xmlns:p14="http://schemas.microsoft.com/office/powerpoint/2010/main" val="2245864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602D3D-3C03-25FB-5CFB-DD8FC0D2161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32C8A78-6184-7971-3E10-222B9392DF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00C7C4E8-B3F0-B14F-BA18-AB358DF01C60}"/>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8F7F1643-D555-0E54-B817-1D5B18BD5E8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0FC94CB-717E-0BA5-C158-E51101115F36}"/>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2915352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88EF63-F747-8148-E0FC-FD7BFCAF6C6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F7A60A1-833D-4856-4F45-CD897E8D0DA4}"/>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7668026-248E-6431-4003-0F7DE63BE200}"/>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27795BDB-1E90-AE71-860E-5A516612E03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4592E14-60F6-9198-16D0-ED1C78AEC2A9}"/>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35055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DCF0E1-30B4-5BF1-F445-9DA35D0D605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84C208E-A6BC-5248-20A1-428B907C72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58ECD74-5BE4-1FA1-77FF-B4073CB63776}"/>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1865681F-35B0-B930-889E-80E4BDBD781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F1150BE-39B6-39E7-9482-C7E92CB40F9F}"/>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076742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852D9-9569-4A09-EF6C-AE854F270B6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7E8F5C2-FB2C-B752-A82B-C324E48F154C}"/>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58B995A-15E0-46A1-15FE-2AED4F56AC0C}"/>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BDE86D7A-F09E-A9D6-7566-7A3856A01E75}"/>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6" name="页脚占位符 5">
            <a:extLst>
              <a:ext uri="{FF2B5EF4-FFF2-40B4-BE49-F238E27FC236}">
                <a16:creationId xmlns:a16="http://schemas.microsoft.com/office/drawing/2014/main" id="{44064FA8-E352-2B96-B2F5-178004D32D3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2538B8C-DE82-3A0C-5571-C1E142880CAD}"/>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176793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4EA53-60D3-BD4E-FC8B-0345CE13762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87EE235-99D9-1C80-82EB-015033805D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CDF1A8BA-977E-F609-FD54-6D8DFB910776}"/>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450A95C-9C50-7609-0AF5-0A318452A5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D14E05A9-63F8-0B56-6EB9-C17B74ADBE8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7F075B0C-EEC0-9B7A-A6E9-5B4618964E0A}"/>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8" name="页脚占位符 7">
            <a:extLst>
              <a:ext uri="{FF2B5EF4-FFF2-40B4-BE49-F238E27FC236}">
                <a16:creationId xmlns:a16="http://schemas.microsoft.com/office/drawing/2014/main" id="{9B99A2C8-1669-FCA2-A191-6F48CF81A18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FCFBAC36-604E-6B33-E16F-59A62887D3F9}"/>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66703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19630-C3C5-60E4-6D94-7F396885C449}"/>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E564125-6218-FBD0-9366-5E61F632A728}"/>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4" name="页脚占位符 3">
            <a:extLst>
              <a:ext uri="{FF2B5EF4-FFF2-40B4-BE49-F238E27FC236}">
                <a16:creationId xmlns:a16="http://schemas.microsoft.com/office/drawing/2014/main" id="{9F01713F-1CE4-638D-00CA-FDD26E5EE51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0A80C8C-E40D-C74C-0237-10993DADD384}"/>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583505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5CCAC2C-5DA6-FFD5-D64D-773B06781DDA}"/>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3" name="页脚占位符 2">
            <a:extLst>
              <a:ext uri="{FF2B5EF4-FFF2-40B4-BE49-F238E27FC236}">
                <a16:creationId xmlns:a16="http://schemas.microsoft.com/office/drawing/2014/main" id="{EA34ADED-C821-8B18-7A0F-30FFA5A6BABE}"/>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970358FA-7C26-63F7-80AD-0CB7906DA85E}"/>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2631660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8EADB-2466-32D8-526F-BBDA1EB7E78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4A0727B-F6DA-870A-1634-0CA6EF650B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C588C22-F9B9-3CD7-3461-ED38584E6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8BD0A78-0B89-FE0D-CD15-51B40D79FF74}"/>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6" name="页脚占位符 5">
            <a:extLst>
              <a:ext uri="{FF2B5EF4-FFF2-40B4-BE49-F238E27FC236}">
                <a16:creationId xmlns:a16="http://schemas.microsoft.com/office/drawing/2014/main" id="{52B2233C-25E9-1ABB-8EEF-851D00029B4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ECE572-760E-AC40-9EBE-2286B862B9E7}"/>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831110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D7F59F-7997-785F-4EC4-F8B3BB8C22A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7C23628-EC96-C08B-AE46-5FBA90960B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FECF746C-1E10-9F76-492B-9DD02311D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89796498-83FB-75D7-A9E4-6BEC3C21F333}"/>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6" name="页脚占位符 5">
            <a:extLst>
              <a:ext uri="{FF2B5EF4-FFF2-40B4-BE49-F238E27FC236}">
                <a16:creationId xmlns:a16="http://schemas.microsoft.com/office/drawing/2014/main" id="{68DEDB00-CE8C-696E-BBF2-43C8DE0FA89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4409B6D-7236-8C2F-58A8-C7F75D10833C}"/>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49694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DD0496-7DB4-0932-E078-87D05C8D669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B78F30D-5308-E470-DA2C-0BD5352CA3AB}"/>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E12234C-37FE-FF5A-6D3E-88E8649FB3AF}"/>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9A6C760C-1174-297F-DCF3-B438A3833C8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5A11E53-B8FE-669C-8D5E-39AF64158B5F}"/>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833825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9E4A1E-BFD9-F879-C367-F6453A1F3C1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1527C87-BE8D-85B1-A828-6A264D76E2A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B4C0B87-C1B7-6F61-7EED-D9A52AC15455}"/>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7B4C7E06-537B-F290-43CC-6F1D9D68CA8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13E246-0E76-9709-4C7A-5C2BCCBD23B3}"/>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425040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FCE9ACE-882E-4864-9954-B7C8E3275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420A5C3-985A-9DDB-7FBF-C6BA572DB7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85C7037-F3A7-509D-E807-C89F601D66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9DDC179B-1F8D-B908-6A42-486385E17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38605FB-317E-C215-EFCE-81DE8F548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1166948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D37CAE-49BB-4E4A-E3C0-C4A752FB5999}"/>
            </a:ext>
          </a:extLst>
        </p:cNvPr>
        <p:cNvGrpSpPr/>
        <p:nvPr/>
      </p:nvGrpSpPr>
      <p:grpSpPr>
        <a:xfrm>
          <a:off x="0" y="0"/>
          <a:ext cx="0" cy="0"/>
          <a:chOff x="0" y="0"/>
          <a:chExt cx="0" cy="0"/>
        </a:xfrm>
      </p:grpSpPr>
      <p:sp>
        <p:nvSpPr>
          <p:cNvPr id="4" name="矩形: 圆角 129">
            <a:extLst>
              <a:ext uri="{FF2B5EF4-FFF2-40B4-BE49-F238E27FC236}">
                <a16:creationId xmlns:a16="http://schemas.microsoft.com/office/drawing/2014/main" id="{55E38AD3-C559-E1A4-4612-4C37272471BA}"/>
              </a:ext>
            </a:extLst>
          </p:cNvPr>
          <p:cNvSpPr/>
          <p:nvPr/>
        </p:nvSpPr>
        <p:spPr>
          <a:xfrm>
            <a:off x="792928" y="1274563"/>
            <a:ext cx="10544144" cy="4669037"/>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A62F7A33-430A-7F6E-3032-2CB64A2CF98D}"/>
              </a:ext>
            </a:extLst>
          </p:cNvPr>
          <p:cNvSpPr txBox="1"/>
          <p:nvPr/>
        </p:nvSpPr>
        <p:spPr>
          <a:xfrm>
            <a:off x="976407" y="1692714"/>
            <a:ext cx="3668353" cy="4154984"/>
          </a:xfrm>
          <a:prstGeom prst="rect">
            <a:avLst/>
          </a:prstGeom>
          <a:noFill/>
          <a:ln w="6350">
            <a:solidFill>
              <a:schemeClr val="tx1">
                <a:lumMod val="50000"/>
                <a:lumOff val="50000"/>
              </a:schemeClr>
            </a:solidFill>
          </a:ln>
        </p:spPr>
        <p:txBody>
          <a:bodyPr wrap="square" rtlCol="0">
            <a:spAutoFit/>
          </a:bodyPr>
          <a:lstStyle/>
          <a:p>
            <a:r>
              <a:rPr lang="en" altLang="zh-CN" sz="1200" b="0" dirty="0">
                <a:effectLst/>
                <a:latin typeface="Menlo" panose="020B0609030804020204" pitchFamily="49" charset="0"/>
              </a:rPr>
              <a:t>Please provide the class name, function or method name, or the exact line numbers that need to be edited.</a:t>
            </a:r>
          </a:p>
          <a:p>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 Examples:</a:t>
            </a:r>
          </a:p>
          <a:p>
            <a:endParaRPr lang="en" altLang="zh-CN" sz="1200" b="0" dirty="0">
              <a:effectLst/>
              <a:latin typeface="Menlo" panose="020B0609030804020204" pitchFamily="49" charset="0"/>
            </a:endParaRPr>
          </a:p>
          <a:p>
            <a:r>
              <a:rPr lang="en" altLang="zh-CN" sz="1200" b="1" dirty="0">
                <a:effectLst/>
                <a:latin typeface="Menlo" panose="020B0609030804020204" pitchFamily="49" charset="0"/>
              </a:rPr>
              <a:t>```</a:t>
            </a:r>
          </a:p>
          <a:p>
            <a:r>
              <a:rPr lang="en" altLang="zh-CN" sz="1200" b="0" dirty="0">
                <a:effectLst/>
                <a:latin typeface="Menlo" panose="020B0609030804020204" pitchFamily="49" charset="0"/>
              </a:rPr>
              <a:t>full_path1/file1.py</a:t>
            </a:r>
          </a:p>
          <a:p>
            <a:r>
              <a:rPr lang="en" altLang="zh-CN" sz="1200" b="0" dirty="0">
                <a:effectLst/>
                <a:latin typeface="Menlo" panose="020B0609030804020204" pitchFamily="49" charset="0"/>
              </a:rPr>
              <a:t>line: 10</a:t>
            </a:r>
          </a:p>
          <a:p>
            <a:r>
              <a:rPr lang="en" altLang="zh-CN" sz="1200" b="0" dirty="0">
                <a:effectLst/>
                <a:latin typeface="Menlo" panose="020B0609030804020204" pitchFamily="49" charset="0"/>
              </a:rPr>
              <a:t>class: MyClass1</a:t>
            </a:r>
          </a:p>
          <a:p>
            <a:r>
              <a:rPr lang="en" altLang="zh-CN" sz="1200" b="0" dirty="0">
                <a:effectLst/>
                <a:latin typeface="Menlo" panose="020B0609030804020204" pitchFamily="49" charset="0"/>
              </a:rPr>
              <a:t>line: 51</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full_path2/file2.py</a:t>
            </a:r>
          </a:p>
          <a:p>
            <a:r>
              <a:rPr lang="en" altLang="zh-CN" sz="1200" b="0" dirty="0">
                <a:effectLst/>
                <a:latin typeface="Menlo" panose="020B0609030804020204" pitchFamily="49" charset="0"/>
              </a:rPr>
              <a:t>function: MyClass2.my_method</a:t>
            </a:r>
          </a:p>
          <a:p>
            <a:r>
              <a:rPr lang="en" altLang="zh-CN" sz="1200" b="0" dirty="0">
                <a:effectLst/>
                <a:latin typeface="Menlo" panose="020B0609030804020204" pitchFamily="49" charset="0"/>
              </a:rPr>
              <a:t>line: 12</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full_path3/file3.py</a:t>
            </a:r>
          </a:p>
          <a:p>
            <a:r>
              <a:rPr lang="en" altLang="zh-CN" sz="1200" b="0" dirty="0">
                <a:effectLst/>
                <a:latin typeface="Menlo" panose="020B0609030804020204" pitchFamily="49" charset="0"/>
              </a:rPr>
              <a:t>function: </a:t>
            </a:r>
            <a:r>
              <a:rPr lang="en" altLang="zh-CN" sz="1200" b="0" dirty="0" err="1">
                <a:effectLst/>
                <a:latin typeface="Menlo" panose="020B0609030804020204" pitchFamily="49" charset="0"/>
              </a:rPr>
              <a:t>my_function</a:t>
            </a:r>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line: 24</a:t>
            </a:r>
          </a:p>
          <a:p>
            <a:r>
              <a:rPr lang="en" altLang="zh-CN" sz="1200" dirty="0">
                <a:effectLst/>
                <a:latin typeface="Menlo" panose="020B0609030804020204" pitchFamily="49" charset="0"/>
              </a:rPr>
              <a:t>line: 156</a:t>
            </a:r>
          </a:p>
          <a:p>
            <a:r>
              <a:rPr lang="en" altLang="zh-CN" sz="1200" b="1" dirty="0">
                <a:effectLst/>
                <a:latin typeface="Menlo" panose="020B0609030804020204" pitchFamily="49" charset="0"/>
              </a:rPr>
              <a:t>```</a:t>
            </a:r>
          </a:p>
          <a:p>
            <a:r>
              <a:rPr lang="en" altLang="zh-CN" sz="1200" dirty="0">
                <a:latin typeface="Menlo" panose="020B0609030804020204" pitchFamily="49" charset="0"/>
              </a:rPr>
              <a:t>Return just the location(s)</a:t>
            </a:r>
          </a:p>
        </p:txBody>
      </p:sp>
      <p:sp>
        <p:nvSpPr>
          <p:cNvPr id="6" name="文本框 5">
            <a:extLst>
              <a:ext uri="{FF2B5EF4-FFF2-40B4-BE49-F238E27FC236}">
                <a16:creationId xmlns:a16="http://schemas.microsoft.com/office/drawing/2014/main" id="{F21AFF82-A820-C80B-AA8A-DCBD339DF146}"/>
              </a:ext>
            </a:extLst>
          </p:cNvPr>
          <p:cNvSpPr txBox="1"/>
          <p:nvPr/>
        </p:nvSpPr>
        <p:spPr>
          <a:xfrm>
            <a:off x="976407" y="1346035"/>
            <a:ext cx="3668352"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Prompt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 name="图形 6">
            <a:extLst>
              <a:ext uri="{FF2B5EF4-FFF2-40B4-BE49-F238E27FC236}">
                <a16:creationId xmlns:a16="http://schemas.microsoft.com/office/drawing/2014/main" id="{DFDC4D16-F474-89A9-1DF5-3812EA09B2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65829" y="2075301"/>
            <a:ext cx="455541" cy="455541"/>
          </a:xfrm>
          <a:prstGeom prst="rect">
            <a:avLst/>
          </a:prstGeom>
        </p:spPr>
      </p:pic>
      <p:pic>
        <p:nvPicPr>
          <p:cNvPr id="8" name="图形 7">
            <a:extLst>
              <a:ext uri="{FF2B5EF4-FFF2-40B4-BE49-F238E27FC236}">
                <a16:creationId xmlns:a16="http://schemas.microsoft.com/office/drawing/2014/main" id="{83B06D9C-DF91-740B-B5A3-5542CA8FAC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7510" y="3652646"/>
            <a:ext cx="414666" cy="414666"/>
          </a:xfrm>
          <a:prstGeom prst="rect">
            <a:avLst/>
          </a:prstGeom>
        </p:spPr>
      </p:pic>
      <p:pic>
        <p:nvPicPr>
          <p:cNvPr id="9" name="图形 8">
            <a:extLst>
              <a:ext uri="{FF2B5EF4-FFF2-40B4-BE49-F238E27FC236}">
                <a16:creationId xmlns:a16="http://schemas.microsoft.com/office/drawing/2014/main" id="{F03B316B-880B-33FB-AA0D-5B6A6FD2D19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11889" y="5107612"/>
            <a:ext cx="585909" cy="585909"/>
          </a:xfrm>
          <a:prstGeom prst="rect">
            <a:avLst/>
          </a:prstGeom>
        </p:spPr>
      </p:pic>
      <p:sp>
        <p:nvSpPr>
          <p:cNvPr id="17" name="文本框 16">
            <a:extLst>
              <a:ext uri="{FF2B5EF4-FFF2-40B4-BE49-F238E27FC236}">
                <a16:creationId xmlns:a16="http://schemas.microsoft.com/office/drawing/2014/main" id="{E297AD5D-F32B-174C-BBFE-03D4001631F0}"/>
              </a:ext>
            </a:extLst>
          </p:cNvPr>
          <p:cNvSpPr txBox="1"/>
          <p:nvPr/>
        </p:nvSpPr>
        <p:spPr>
          <a:xfrm>
            <a:off x="6279827" y="2693047"/>
            <a:ext cx="4846082" cy="1785104"/>
          </a:xfrm>
          <a:prstGeom prst="rect">
            <a:avLst/>
          </a:prstGeom>
          <a:noFill/>
        </p:spPr>
        <p:txBody>
          <a:bodyPr wrap="square">
            <a:spAutoFit/>
          </a:bodyPr>
          <a:lstStyle/>
          <a:p>
            <a:r>
              <a:rPr lang="en" altLang="zh-CN" sz="1000" b="0" dirty="0">
                <a:effectLst/>
                <a:latin typeface="Menlo" panose="020B0609030804020204" pitchFamily="49" charset="0"/>
              </a:rPr>
              <a:t>Based on the problem description and the provided code skeleton, here are the locations that likely need inspection or editing to fix the ANSI color code issue in the progress bar:</a:t>
            </a:r>
          </a:p>
          <a:p>
            <a:br>
              <a:rPr lang="en" altLang="zh-CN" sz="1000" b="0" dirty="0">
                <a:effectLst/>
                <a:latin typeface="Menlo" panose="020B0609030804020204" pitchFamily="49" charset="0"/>
              </a:rPr>
            </a:b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class: </a:t>
            </a:r>
            <a:r>
              <a:rPr lang="en" altLang="zh-CN" sz="1000" b="0" dirty="0" err="1">
                <a:effectLst/>
                <a:latin typeface="Menlo" panose="020B0609030804020204" pitchFamily="49" charset="0"/>
              </a:rPr>
              <a:t>tqdm</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repr</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refresh</a:t>
            </a:r>
          </a:p>
        </p:txBody>
      </p:sp>
      <p:sp>
        <p:nvSpPr>
          <p:cNvPr id="19" name="文本框 18">
            <a:extLst>
              <a:ext uri="{FF2B5EF4-FFF2-40B4-BE49-F238E27FC236}">
                <a16:creationId xmlns:a16="http://schemas.microsoft.com/office/drawing/2014/main" id="{E1F12EB6-1137-821B-C985-BBC4B4515F2E}"/>
              </a:ext>
            </a:extLst>
          </p:cNvPr>
          <p:cNvSpPr txBox="1"/>
          <p:nvPr/>
        </p:nvSpPr>
        <p:spPr>
          <a:xfrm>
            <a:off x="6433415" y="1797195"/>
            <a:ext cx="5006287" cy="861774"/>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1" dirty="0">
                <a:effectLst/>
                <a:latin typeface="Menlo" panose="020B0609030804020204" pitchFamily="49" charset="0"/>
              </a:rPr>
              <a:t>```</a:t>
            </a:r>
          </a:p>
        </p:txBody>
      </p:sp>
      <p:sp>
        <p:nvSpPr>
          <p:cNvPr id="21" name="文本框 20">
            <a:extLst>
              <a:ext uri="{FF2B5EF4-FFF2-40B4-BE49-F238E27FC236}">
                <a16:creationId xmlns:a16="http://schemas.microsoft.com/office/drawing/2014/main" id="{4425DBB5-F41C-04D8-2CA9-418365D79105}"/>
              </a:ext>
            </a:extLst>
          </p:cNvPr>
          <p:cNvSpPr txBox="1"/>
          <p:nvPr/>
        </p:nvSpPr>
        <p:spPr>
          <a:xfrm>
            <a:off x="6379553" y="4530144"/>
            <a:ext cx="5006287" cy="1323439"/>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tqdm.set_description_str</a:t>
            </a:r>
            <a:endParaRPr lang="en" altLang="zh-CN" sz="1000" b="0" dirty="0">
              <a:effectLst/>
              <a:latin typeface="Menlo" panose="020B0609030804020204" pitchFamily="49" charset="0"/>
            </a:endParaRPr>
          </a:p>
          <a:p>
            <a:r>
              <a:rPr lang="en" altLang="zh-CN" sz="1000" dirty="0">
                <a:latin typeface="Menlo" panose="020B0609030804020204" pitchFamily="49" charset="0"/>
              </a:rPr>
              <a:t>....</a:t>
            </a:r>
            <a:endParaRPr lang="en" altLang="zh-CN" sz="1000" b="0" dirty="0">
              <a:effectLst/>
              <a:latin typeface="Menlo" panose="020B0609030804020204" pitchFamily="49" charset="0"/>
            </a:endParaRPr>
          </a:p>
          <a:p>
            <a:r>
              <a:rPr lang="en" altLang="zh-CN" sz="1000" b="1" dirty="0">
                <a:effectLst/>
                <a:latin typeface="Menlo" panose="020B0609030804020204" pitchFamily="49" charset="0"/>
              </a:rPr>
              <a:t>```</a:t>
            </a:r>
          </a:p>
        </p:txBody>
      </p:sp>
      <p:sp>
        <p:nvSpPr>
          <p:cNvPr id="22" name="矩形 21">
            <a:extLst>
              <a:ext uri="{FF2B5EF4-FFF2-40B4-BE49-F238E27FC236}">
                <a16:creationId xmlns:a16="http://schemas.microsoft.com/office/drawing/2014/main" id="{35DD4C9D-F419-F40A-EC0A-AB458FCC6399}"/>
              </a:ext>
            </a:extLst>
          </p:cNvPr>
          <p:cNvSpPr/>
          <p:nvPr/>
        </p:nvSpPr>
        <p:spPr>
          <a:xfrm>
            <a:off x="4938501" y="1693959"/>
            <a:ext cx="6192523" cy="928571"/>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DD6DD399-00E7-E415-CF6B-A50A49E290D4}"/>
              </a:ext>
            </a:extLst>
          </p:cNvPr>
          <p:cNvSpPr txBox="1"/>
          <p:nvPr/>
        </p:nvSpPr>
        <p:spPr>
          <a:xfrm>
            <a:off x="4907367" y="1346035"/>
            <a:ext cx="6192522"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Response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3407A005-BB09-50E9-7856-4CCC92928CCC}"/>
              </a:ext>
            </a:extLst>
          </p:cNvPr>
          <p:cNvSpPr/>
          <p:nvPr/>
        </p:nvSpPr>
        <p:spPr>
          <a:xfrm>
            <a:off x="4933385" y="2708271"/>
            <a:ext cx="6192523" cy="1712642"/>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2D819333-41A8-63AB-B381-AFCD611A9104}"/>
              </a:ext>
            </a:extLst>
          </p:cNvPr>
          <p:cNvSpPr/>
          <p:nvPr/>
        </p:nvSpPr>
        <p:spPr>
          <a:xfrm>
            <a:off x="4933385" y="4494302"/>
            <a:ext cx="6192523" cy="1352108"/>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A5F5665F-1887-BEDC-3063-55366FCE4794}"/>
              </a:ext>
            </a:extLst>
          </p:cNvPr>
          <p:cNvSpPr txBox="1"/>
          <p:nvPr/>
        </p:nvSpPr>
        <p:spPr>
          <a:xfrm>
            <a:off x="5276335" y="1764387"/>
            <a:ext cx="827471"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GPT-4o</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7" name="文本框 26">
            <a:extLst>
              <a:ext uri="{FF2B5EF4-FFF2-40B4-BE49-F238E27FC236}">
                <a16:creationId xmlns:a16="http://schemas.microsoft.com/office/drawing/2014/main" id="{6373B1D9-52EA-2C75-1A14-B2B9267F0736}"/>
              </a:ext>
            </a:extLst>
          </p:cNvPr>
          <p:cNvSpPr txBox="1"/>
          <p:nvPr/>
        </p:nvSpPr>
        <p:spPr>
          <a:xfrm>
            <a:off x="5131385" y="2997627"/>
            <a:ext cx="1112805" cy="523220"/>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Claude-3.5</a:t>
            </a:r>
          </a:p>
          <a:p>
            <a:pPr algn="ctr"/>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-Sonnet</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8" name="文本框 27">
            <a:extLst>
              <a:ext uri="{FF2B5EF4-FFF2-40B4-BE49-F238E27FC236}">
                <a16:creationId xmlns:a16="http://schemas.microsoft.com/office/drawing/2014/main" id="{E2E77E0C-4D40-C557-218A-666A9A66998F}"/>
              </a:ext>
            </a:extLst>
          </p:cNvPr>
          <p:cNvSpPr txBox="1"/>
          <p:nvPr/>
        </p:nvSpPr>
        <p:spPr>
          <a:xfrm>
            <a:off x="4944225" y="4729485"/>
            <a:ext cx="1489190"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DeepSeek-V2.5</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29" name="图片 28">
            <a:extLst>
              <a:ext uri="{FF2B5EF4-FFF2-40B4-BE49-F238E27FC236}">
                <a16:creationId xmlns:a16="http://schemas.microsoft.com/office/drawing/2014/main" id="{6AB7B172-17B8-64F1-4741-906D072C4DBF}"/>
              </a:ext>
            </a:extLst>
          </p:cNvPr>
          <p:cNvPicPr>
            <a:picLocks noChangeAspect="1"/>
          </p:cNvPicPr>
          <p:nvPr/>
        </p:nvPicPr>
        <p:blipFill>
          <a:blip r:embed="rId9"/>
          <a:stretch>
            <a:fillRect/>
          </a:stretch>
        </p:blipFill>
        <p:spPr>
          <a:xfrm>
            <a:off x="9070342" y="2220862"/>
            <a:ext cx="369332" cy="369332"/>
          </a:xfrm>
          <a:prstGeom prst="rect">
            <a:avLst/>
          </a:prstGeom>
        </p:spPr>
      </p:pic>
      <p:sp>
        <p:nvSpPr>
          <p:cNvPr id="30" name="文本框 29">
            <a:extLst>
              <a:ext uri="{FF2B5EF4-FFF2-40B4-BE49-F238E27FC236}">
                <a16:creationId xmlns:a16="http://schemas.microsoft.com/office/drawing/2014/main" id="{35578FF1-6676-FC13-0B52-B08B1CFAAFD3}"/>
              </a:ext>
            </a:extLst>
          </p:cNvPr>
          <p:cNvSpPr txBox="1"/>
          <p:nvPr/>
        </p:nvSpPr>
        <p:spPr>
          <a:xfrm>
            <a:off x="9395192" y="2250527"/>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8BE23629-58B2-1701-2892-8C72550CD3F0}"/>
              </a:ext>
            </a:extLst>
          </p:cNvPr>
          <p:cNvSpPr txBox="1"/>
          <p:nvPr/>
        </p:nvSpPr>
        <p:spPr>
          <a:xfrm>
            <a:off x="9392942" y="4001972"/>
            <a:ext cx="1651927"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Failure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3" name="图片 32">
            <a:extLst>
              <a:ext uri="{FF2B5EF4-FFF2-40B4-BE49-F238E27FC236}">
                <a16:creationId xmlns:a16="http://schemas.microsoft.com/office/drawing/2014/main" id="{02837927-3C30-A73B-1477-A6C4A03CF700}"/>
              </a:ext>
            </a:extLst>
          </p:cNvPr>
          <p:cNvPicPr>
            <a:picLocks noChangeAspect="1"/>
          </p:cNvPicPr>
          <p:nvPr/>
        </p:nvPicPr>
        <p:blipFill>
          <a:blip r:embed="rId9"/>
          <a:stretch>
            <a:fillRect/>
          </a:stretch>
        </p:blipFill>
        <p:spPr>
          <a:xfrm>
            <a:off x="9077683" y="5447230"/>
            <a:ext cx="369332" cy="369332"/>
          </a:xfrm>
          <a:prstGeom prst="rect">
            <a:avLst/>
          </a:prstGeom>
        </p:spPr>
      </p:pic>
      <p:sp>
        <p:nvSpPr>
          <p:cNvPr id="34" name="文本框 33">
            <a:extLst>
              <a:ext uri="{FF2B5EF4-FFF2-40B4-BE49-F238E27FC236}">
                <a16:creationId xmlns:a16="http://schemas.microsoft.com/office/drawing/2014/main" id="{747824D2-208C-72E1-5BDF-0CE930F8B49C}"/>
              </a:ext>
            </a:extLst>
          </p:cNvPr>
          <p:cNvSpPr txBox="1"/>
          <p:nvPr/>
        </p:nvSpPr>
        <p:spPr>
          <a:xfrm>
            <a:off x="9402533" y="5476895"/>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6" name="图片 35">
            <a:extLst>
              <a:ext uri="{FF2B5EF4-FFF2-40B4-BE49-F238E27FC236}">
                <a16:creationId xmlns:a16="http://schemas.microsoft.com/office/drawing/2014/main" id="{933CF14A-5C63-CDAF-E318-09093237E10C}"/>
              </a:ext>
            </a:extLst>
          </p:cNvPr>
          <p:cNvPicPr>
            <a:picLocks noChangeAspect="1"/>
          </p:cNvPicPr>
          <p:nvPr/>
        </p:nvPicPr>
        <p:blipFill>
          <a:blip r:embed="rId10"/>
          <a:stretch>
            <a:fillRect/>
          </a:stretch>
        </p:blipFill>
        <p:spPr>
          <a:xfrm>
            <a:off x="9070342" y="3990822"/>
            <a:ext cx="368355" cy="368355"/>
          </a:xfrm>
          <a:prstGeom prst="rect">
            <a:avLst/>
          </a:prstGeom>
        </p:spPr>
      </p:pic>
      <p:sp>
        <p:nvSpPr>
          <p:cNvPr id="37" name="矩形 36">
            <a:extLst>
              <a:ext uri="{FF2B5EF4-FFF2-40B4-BE49-F238E27FC236}">
                <a16:creationId xmlns:a16="http://schemas.microsoft.com/office/drawing/2014/main" id="{C6D4901F-9CE3-1900-5C8C-8BA76F09A442}"/>
              </a:ext>
            </a:extLst>
          </p:cNvPr>
          <p:cNvSpPr/>
          <p:nvPr/>
        </p:nvSpPr>
        <p:spPr>
          <a:xfrm>
            <a:off x="6448711" y="1797195"/>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3B04EEB1-AC89-DBDC-305A-836C9C6565C0}"/>
              </a:ext>
            </a:extLst>
          </p:cNvPr>
          <p:cNvSpPr/>
          <p:nvPr/>
        </p:nvSpPr>
        <p:spPr>
          <a:xfrm>
            <a:off x="6448711" y="2436188"/>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5C245508-82FB-0E60-7958-CA1EB7CE58EF}"/>
              </a:ext>
            </a:extLst>
          </p:cNvPr>
          <p:cNvSpPr/>
          <p:nvPr/>
        </p:nvSpPr>
        <p:spPr>
          <a:xfrm>
            <a:off x="6439095" y="454135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A3631166-6D55-D870-9A8F-9263F47261B9}"/>
              </a:ext>
            </a:extLst>
          </p:cNvPr>
          <p:cNvSpPr/>
          <p:nvPr/>
        </p:nvSpPr>
        <p:spPr>
          <a:xfrm>
            <a:off x="6439095" y="5644815"/>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2" name="图片 41">
            <a:extLst>
              <a:ext uri="{FF2B5EF4-FFF2-40B4-BE49-F238E27FC236}">
                <a16:creationId xmlns:a16="http://schemas.microsoft.com/office/drawing/2014/main" id="{6267E544-881D-B848-3513-7C2029A88AAA}"/>
              </a:ext>
            </a:extLst>
          </p:cNvPr>
          <p:cNvPicPr>
            <a:picLocks noChangeAspect="1"/>
          </p:cNvPicPr>
          <p:nvPr/>
        </p:nvPicPr>
        <p:blipFill>
          <a:blip r:embed="rId11"/>
          <a:stretch>
            <a:fillRect/>
          </a:stretch>
        </p:blipFill>
        <p:spPr>
          <a:xfrm>
            <a:off x="7715042" y="1773805"/>
            <a:ext cx="192558" cy="192558"/>
          </a:xfrm>
          <a:prstGeom prst="rect">
            <a:avLst/>
          </a:prstGeom>
        </p:spPr>
      </p:pic>
      <p:sp>
        <p:nvSpPr>
          <p:cNvPr id="45" name="文本框 44">
            <a:extLst>
              <a:ext uri="{FF2B5EF4-FFF2-40B4-BE49-F238E27FC236}">
                <a16:creationId xmlns:a16="http://schemas.microsoft.com/office/drawing/2014/main" id="{7A497D1B-FA4A-1CD8-D6B3-62FCD96E1D54}"/>
              </a:ext>
            </a:extLst>
          </p:cNvPr>
          <p:cNvSpPr txBox="1"/>
          <p:nvPr/>
        </p:nvSpPr>
        <p:spPr>
          <a:xfrm>
            <a:off x="7862958" y="1722566"/>
            <a:ext cx="1301959"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Block Found!</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6" name="文本框 45">
            <a:extLst>
              <a:ext uri="{FF2B5EF4-FFF2-40B4-BE49-F238E27FC236}">
                <a16:creationId xmlns:a16="http://schemas.microsoft.com/office/drawing/2014/main" id="{9719CC70-8E82-B701-52A1-06F0400D6193}"/>
              </a:ext>
            </a:extLst>
          </p:cNvPr>
          <p:cNvSpPr txBox="1"/>
          <p:nvPr/>
        </p:nvSpPr>
        <p:spPr>
          <a:xfrm>
            <a:off x="7865297" y="3332980"/>
            <a:ext cx="958917"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No Block</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7" name="图片 46">
            <a:extLst>
              <a:ext uri="{FF2B5EF4-FFF2-40B4-BE49-F238E27FC236}">
                <a16:creationId xmlns:a16="http://schemas.microsoft.com/office/drawing/2014/main" id="{E17161CF-C6BE-5A33-62C8-DECDFE47993F}"/>
              </a:ext>
            </a:extLst>
          </p:cNvPr>
          <p:cNvPicPr>
            <a:picLocks noChangeAspect="1"/>
          </p:cNvPicPr>
          <p:nvPr/>
        </p:nvPicPr>
        <p:blipFill>
          <a:blip r:embed="rId11"/>
          <a:stretch>
            <a:fillRect/>
          </a:stretch>
        </p:blipFill>
        <p:spPr>
          <a:xfrm>
            <a:off x="7701853" y="4571697"/>
            <a:ext cx="192558" cy="192558"/>
          </a:xfrm>
          <a:prstGeom prst="rect">
            <a:avLst/>
          </a:prstGeom>
        </p:spPr>
      </p:pic>
      <p:sp>
        <p:nvSpPr>
          <p:cNvPr id="48" name="文本框 47">
            <a:extLst>
              <a:ext uri="{FF2B5EF4-FFF2-40B4-BE49-F238E27FC236}">
                <a16:creationId xmlns:a16="http://schemas.microsoft.com/office/drawing/2014/main" id="{842250F9-1FED-7B5C-43F8-AB1768213CDA}"/>
              </a:ext>
            </a:extLst>
          </p:cNvPr>
          <p:cNvSpPr txBox="1"/>
          <p:nvPr/>
        </p:nvSpPr>
        <p:spPr>
          <a:xfrm>
            <a:off x="7853342" y="4509615"/>
            <a:ext cx="1301959"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Block Found!</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54D16F4C-91D7-564E-458F-D4C2E1788B5B}"/>
              </a:ext>
            </a:extLst>
          </p:cNvPr>
          <p:cNvPicPr>
            <a:picLocks noChangeAspect="1"/>
          </p:cNvPicPr>
          <p:nvPr/>
        </p:nvPicPr>
        <p:blipFill>
          <a:blip r:embed="rId12"/>
          <a:stretch>
            <a:fillRect/>
          </a:stretch>
        </p:blipFill>
        <p:spPr>
          <a:xfrm>
            <a:off x="7687871" y="3361222"/>
            <a:ext cx="211039" cy="211039"/>
          </a:xfrm>
          <a:prstGeom prst="rect">
            <a:avLst/>
          </a:prstGeom>
        </p:spPr>
      </p:pic>
    </p:spTree>
    <p:extLst>
      <p:ext uri="{BB962C8B-B14F-4D97-AF65-F5344CB8AC3E}">
        <p14:creationId xmlns:p14="http://schemas.microsoft.com/office/powerpoint/2010/main" val="2506487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37CAE-49BB-4E4A-E3C0-C4A752FB5999}"/>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35DD4C9D-F419-F40A-EC0A-AB458FCC6399}"/>
              </a:ext>
            </a:extLst>
          </p:cNvPr>
          <p:cNvSpPr/>
          <p:nvPr/>
        </p:nvSpPr>
        <p:spPr>
          <a:xfrm>
            <a:off x="4938501" y="1693959"/>
            <a:ext cx="6187407" cy="928571"/>
          </a:xfrm>
          <a:prstGeom prst="rect">
            <a:avLst/>
          </a:prstGeom>
          <a:solidFill>
            <a:srgbClr val="002060">
              <a:alpha val="777"/>
            </a:srgbClr>
          </a:solidFill>
          <a:ln w="6350">
            <a:solidFill>
              <a:srgbClr val="002060">
                <a:alpha val="69001"/>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3407A005-BB09-50E9-7856-4CCC92928CCC}"/>
              </a:ext>
            </a:extLst>
          </p:cNvPr>
          <p:cNvSpPr/>
          <p:nvPr/>
        </p:nvSpPr>
        <p:spPr>
          <a:xfrm>
            <a:off x="4933385" y="2708271"/>
            <a:ext cx="6192523" cy="1712642"/>
          </a:xfrm>
          <a:prstGeom prst="rect">
            <a:avLst/>
          </a:prstGeom>
          <a:solidFill>
            <a:srgbClr val="002060">
              <a:alpha val="777"/>
            </a:srgbClr>
          </a:solidFill>
          <a:ln w="6350">
            <a:solidFill>
              <a:srgbClr val="002060">
                <a:alpha val="69001"/>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2D819333-41A8-63AB-B381-AFCD611A9104}"/>
              </a:ext>
            </a:extLst>
          </p:cNvPr>
          <p:cNvSpPr/>
          <p:nvPr/>
        </p:nvSpPr>
        <p:spPr>
          <a:xfrm>
            <a:off x="4933385" y="4494302"/>
            <a:ext cx="6192523" cy="1352108"/>
          </a:xfrm>
          <a:prstGeom prst="rect">
            <a:avLst/>
          </a:prstGeom>
          <a:solidFill>
            <a:srgbClr val="002060">
              <a:alpha val="777"/>
            </a:srgbClr>
          </a:solidFill>
          <a:ln w="6350">
            <a:solidFill>
              <a:srgbClr val="002060">
                <a:alpha val="69001"/>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62F7A33-430A-7F6E-3032-2CB64A2CF98D}"/>
              </a:ext>
            </a:extLst>
          </p:cNvPr>
          <p:cNvSpPr txBox="1"/>
          <p:nvPr/>
        </p:nvSpPr>
        <p:spPr>
          <a:xfrm>
            <a:off x="1143672" y="1692714"/>
            <a:ext cx="3668353" cy="4154984"/>
          </a:xfrm>
          <a:prstGeom prst="rect">
            <a:avLst/>
          </a:prstGeom>
          <a:solidFill>
            <a:srgbClr val="7030A0">
              <a:alpha val="16518"/>
            </a:srgbClr>
          </a:solidFill>
          <a:ln w="6350">
            <a:noFill/>
          </a:ln>
        </p:spPr>
        <p:txBody>
          <a:bodyPr wrap="square" rtlCol="0">
            <a:spAutoFit/>
          </a:bodyPr>
          <a:lstStyle/>
          <a:p>
            <a:r>
              <a:rPr lang="en" altLang="zh-CN" sz="1200" b="0" dirty="0">
                <a:effectLst/>
                <a:latin typeface="Menlo" panose="020B0609030804020204" pitchFamily="49" charset="0"/>
              </a:rPr>
              <a:t>Please provide the class name, function or method name, or the exact line numbers that need to be edited.</a:t>
            </a:r>
          </a:p>
          <a:p>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 Examples:</a:t>
            </a:r>
          </a:p>
          <a:p>
            <a:endParaRPr lang="en" altLang="zh-CN" sz="1200" b="0" dirty="0">
              <a:effectLst/>
              <a:latin typeface="Menlo" panose="020B0609030804020204" pitchFamily="49" charset="0"/>
            </a:endParaRPr>
          </a:p>
          <a:p>
            <a:r>
              <a:rPr lang="en" altLang="zh-CN" sz="1200" b="1" dirty="0">
                <a:effectLst/>
                <a:latin typeface="Menlo" panose="020B0609030804020204" pitchFamily="49" charset="0"/>
              </a:rPr>
              <a:t>```</a:t>
            </a:r>
          </a:p>
          <a:p>
            <a:r>
              <a:rPr lang="en" altLang="zh-CN" sz="1200" b="0" dirty="0">
                <a:effectLst/>
                <a:latin typeface="Menlo" panose="020B0609030804020204" pitchFamily="49" charset="0"/>
              </a:rPr>
              <a:t>full_path1/file1.py</a:t>
            </a:r>
          </a:p>
          <a:p>
            <a:r>
              <a:rPr lang="en" altLang="zh-CN" sz="1200" b="0" dirty="0">
                <a:effectLst/>
                <a:latin typeface="Menlo" panose="020B0609030804020204" pitchFamily="49" charset="0"/>
              </a:rPr>
              <a:t>line: 10</a:t>
            </a:r>
          </a:p>
          <a:p>
            <a:r>
              <a:rPr lang="en" altLang="zh-CN" sz="1200" b="0" dirty="0">
                <a:effectLst/>
                <a:latin typeface="Menlo" panose="020B0609030804020204" pitchFamily="49" charset="0"/>
              </a:rPr>
              <a:t>class: MyClass1</a:t>
            </a:r>
          </a:p>
          <a:p>
            <a:r>
              <a:rPr lang="en" altLang="zh-CN" sz="1200" b="0" dirty="0">
                <a:effectLst/>
                <a:latin typeface="Menlo" panose="020B0609030804020204" pitchFamily="49" charset="0"/>
              </a:rPr>
              <a:t>line: 51</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full_path2/file2.py</a:t>
            </a:r>
          </a:p>
          <a:p>
            <a:r>
              <a:rPr lang="en" altLang="zh-CN" sz="1200" b="0" dirty="0">
                <a:effectLst/>
                <a:latin typeface="Menlo" panose="020B0609030804020204" pitchFamily="49" charset="0"/>
              </a:rPr>
              <a:t>function: MyClass2.my_method</a:t>
            </a:r>
          </a:p>
          <a:p>
            <a:r>
              <a:rPr lang="en" altLang="zh-CN" sz="1200" b="0" dirty="0">
                <a:effectLst/>
                <a:latin typeface="Menlo" panose="020B0609030804020204" pitchFamily="49" charset="0"/>
              </a:rPr>
              <a:t>line: 12</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full_path3/file3.py</a:t>
            </a:r>
          </a:p>
          <a:p>
            <a:r>
              <a:rPr lang="en" altLang="zh-CN" sz="1200" b="0" dirty="0">
                <a:effectLst/>
                <a:latin typeface="Menlo" panose="020B0609030804020204" pitchFamily="49" charset="0"/>
              </a:rPr>
              <a:t>function: </a:t>
            </a:r>
            <a:r>
              <a:rPr lang="en" altLang="zh-CN" sz="1200" b="0" dirty="0" err="1">
                <a:effectLst/>
                <a:latin typeface="Menlo" panose="020B0609030804020204" pitchFamily="49" charset="0"/>
              </a:rPr>
              <a:t>my_function</a:t>
            </a:r>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line: 24</a:t>
            </a:r>
          </a:p>
          <a:p>
            <a:r>
              <a:rPr lang="en" altLang="zh-CN" sz="1200" dirty="0">
                <a:effectLst/>
                <a:latin typeface="Menlo" panose="020B0609030804020204" pitchFamily="49" charset="0"/>
              </a:rPr>
              <a:t>line: 156</a:t>
            </a:r>
          </a:p>
          <a:p>
            <a:r>
              <a:rPr lang="en" altLang="zh-CN" sz="1200" b="1" dirty="0">
                <a:effectLst/>
                <a:latin typeface="Menlo" panose="020B0609030804020204" pitchFamily="49" charset="0"/>
              </a:rPr>
              <a:t>```</a:t>
            </a:r>
          </a:p>
          <a:p>
            <a:r>
              <a:rPr lang="en" altLang="zh-CN" sz="1200" dirty="0">
                <a:latin typeface="Menlo" panose="020B0609030804020204" pitchFamily="49" charset="0"/>
              </a:rPr>
              <a:t>Return just the location(s)</a:t>
            </a:r>
          </a:p>
        </p:txBody>
      </p:sp>
      <p:sp>
        <p:nvSpPr>
          <p:cNvPr id="6" name="文本框 5">
            <a:extLst>
              <a:ext uri="{FF2B5EF4-FFF2-40B4-BE49-F238E27FC236}">
                <a16:creationId xmlns:a16="http://schemas.microsoft.com/office/drawing/2014/main" id="{F21AFF82-A820-C80B-AA8A-DCBD339DF146}"/>
              </a:ext>
            </a:extLst>
          </p:cNvPr>
          <p:cNvSpPr txBox="1"/>
          <p:nvPr/>
        </p:nvSpPr>
        <p:spPr>
          <a:xfrm>
            <a:off x="1143672" y="1346035"/>
            <a:ext cx="3668352" cy="338554"/>
          </a:xfrm>
          <a:prstGeom prst="rect">
            <a:avLst/>
          </a:prstGeom>
          <a:solidFill>
            <a:srgbClr val="7030A0">
              <a:alpha val="78488"/>
            </a:srgbClr>
          </a:solidFill>
        </p:spPr>
        <p:txBody>
          <a:bodyPr wrap="square" rtlCol="0">
            <a:spAutoFit/>
          </a:bodyPr>
          <a:lstStyle/>
          <a:p>
            <a:pPr algn="ctr"/>
            <a:r>
              <a:rPr kumimoji="1" lang="en-US" altLang="zh-CN" sz="1600" b="1"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Prompt</a:t>
            </a:r>
            <a:endParaRPr kumimoji="1" lang="zh-CN" altLang="en-US" sz="1600" b="1"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 name="图形 6">
            <a:extLst>
              <a:ext uri="{FF2B5EF4-FFF2-40B4-BE49-F238E27FC236}">
                <a16:creationId xmlns:a16="http://schemas.microsoft.com/office/drawing/2014/main" id="{DFDC4D16-F474-89A9-1DF5-3812EA09B2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65829" y="2075301"/>
            <a:ext cx="455541" cy="455541"/>
          </a:xfrm>
          <a:prstGeom prst="rect">
            <a:avLst/>
          </a:prstGeom>
        </p:spPr>
      </p:pic>
      <p:pic>
        <p:nvPicPr>
          <p:cNvPr id="8" name="图形 7">
            <a:extLst>
              <a:ext uri="{FF2B5EF4-FFF2-40B4-BE49-F238E27FC236}">
                <a16:creationId xmlns:a16="http://schemas.microsoft.com/office/drawing/2014/main" id="{83B06D9C-DF91-740B-B5A3-5542CA8FAC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7510" y="3652646"/>
            <a:ext cx="414666" cy="414666"/>
          </a:xfrm>
          <a:prstGeom prst="rect">
            <a:avLst/>
          </a:prstGeom>
        </p:spPr>
      </p:pic>
      <p:pic>
        <p:nvPicPr>
          <p:cNvPr id="9" name="图形 8">
            <a:extLst>
              <a:ext uri="{FF2B5EF4-FFF2-40B4-BE49-F238E27FC236}">
                <a16:creationId xmlns:a16="http://schemas.microsoft.com/office/drawing/2014/main" id="{F03B316B-880B-33FB-AA0D-5B6A6FD2D19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11889" y="5107612"/>
            <a:ext cx="585909" cy="585909"/>
          </a:xfrm>
          <a:prstGeom prst="rect">
            <a:avLst/>
          </a:prstGeom>
        </p:spPr>
      </p:pic>
      <p:sp>
        <p:nvSpPr>
          <p:cNvPr id="17" name="文本框 16">
            <a:extLst>
              <a:ext uri="{FF2B5EF4-FFF2-40B4-BE49-F238E27FC236}">
                <a16:creationId xmlns:a16="http://schemas.microsoft.com/office/drawing/2014/main" id="{E297AD5D-F32B-174C-BBFE-03D4001631F0}"/>
              </a:ext>
            </a:extLst>
          </p:cNvPr>
          <p:cNvSpPr txBox="1"/>
          <p:nvPr/>
        </p:nvSpPr>
        <p:spPr>
          <a:xfrm>
            <a:off x="6279827" y="2693047"/>
            <a:ext cx="4846082" cy="1785104"/>
          </a:xfrm>
          <a:prstGeom prst="rect">
            <a:avLst/>
          </a:prstGeom>
          <a:noFill/>
        </p:spPr>
        <p:txBody>
          <a:bodyPr wrap="square">
            <a:spAutoFit/>
          </a:bodyPr>
          <a:lstStyle/>
          <a:p>
            <a:r>
              <a:rPr lang="en" altLang="zh-CN" sz="1000" b="0" dirty="0">
                <a:effectLst/>
                <a:latin typeface="Menlo" panose="020B0609030804020204" pitchFamily="49" charset="0"/>
              </a:rPr>
              <a:t>Based on the problem description and the provided code skeleton, here are the locations that likely need inspection or editing to fix the ANSI color code issue in the progress bar:</a:t>
            </a:r>
          </a:p>
          <a:p>
            <a:br>
              <a:rPr lang="en" altLang="zh-CN" sz="1000" b="0" dirty="0">
                <a:effectLst/>
                <a:latin typeface="Menlo" panose="020B0609030804020204" pitchFamily="49" charset="0"/>
              </a:rPr>
            </a:b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class: </a:t>
            </a:r>
            <a:r>
              <a:rPr lang="en" altLang="zh-CN" sz="1000" b="0" dirty="0" err="1">
                <a:effectLst/>
                <a:latin typeface="Menlo" panose="020B0609030804020204" pitchFamily="49" charset="0"/>
              </a:rPr>
              <a:t>tqdm</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repr</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refresh</a:t>
            </a:r>
          </a:p>
        </p:txBody>
      </p:sp>
      <p:sp>
        <p:nvSpPr>
          <p:cNvPr id="19" name="文本框 18">
            <a:extLst>
              <a:ext uri="{FF2B5EF4-FFF2-40B4-BE49-F238E27FC236}">
                <a16:creationId xmlns:a16="http://schemas.microsoft.com/office/drawing/2014/main" id="{E1F12EB6-1137-821B-C985-BBC4B4515F2E}"/>
              </a:ext>
            </a:extLst>
          </p:cNvPr>
          <p:cNvSpPr txBox="1"/>
          <p:nvPr/>
        </p:nvSpPr>
        <p:spPr>
          <a:xfrm>
            <a:off x="6433416" y="1797195"/>
            <a:ext cx="3172922" cy="861774"/>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1" dirty="0">
                <a:effectLst/>
                <a:latin typeface="Menlo" panose="020B0609030804020204" pitchFamily="49" charset="0"/>
              </a:rPr>
              <a:t>```</a:t>
            </a:r>
          </a:p>
        </p:txBody>
      </p:sp>
      <p:sp>
        <p:nvSpPr>
          <p:cNvPr id="21" name="文本框 20">
            <a:extLst>
              <a:ext uri="{FF2B5EF4-FFF2-40B4-BE49-F238E27FC236}">
                <a16:creationId xmlns:a16="http://schemas.microsoft.com/office/drawing/2014/main" id="{4425DBB5-F41C-04D8-2CA9-418365D79105}"/>
              </a:ext>
            </a:extLst>
          </p:cNvPr>
          <p:cNvSpPr txBox="1"/>
          <p:nvPr/>
        </p:nvSpPr>
        <p:spPr>
          <a:xfrm>
            <a:off x="6379553" y="4530144"/>
            <a:ext cx="5006287" cy="1323439"/>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tqdm.set_description_str</a:t>
            </a:r>
            <a:endParaRPr lang="en" altLang="zh-CN" sz="1000" b="0" dirty="0">
              <a:effectLst/>
              <a:latin typeface="Menlo" panose="020B0609030804020204" pitchFamily="49" charset="0"/>
            </a:endParaRPr>
          </a:p>
          <a:p>
            <a:r>
              <a:rPr lang="en" altLang="zh-CN" sz="1000" dirty="0">
                <a:latin typeface="Menlo" panose="020B0609030804020204" pitchFamily="49" charset="0"/>
              </a:rPr>
              <a:t>....</a:t>
            </a:r>
            <a:endParaRPr lang="en" altLang="zh-CN" sz="1000" b="0" dirty="0">
              <a:effectLst/>
              <a:latin typeface="Menlo" panose="020B0609030804020204" pitchFamily="49" charset="0"/>
            </a:endParaRPr>
          </a:p>
          <a:p>
            <a:r>
              <a:rPr lang="en" altLang="zh-CN" sz="1000" b="1" dirty="0">
                <a:effectLst/>
                <a:latin typeface="Menlo" panose="020B0609030804020204" pitchFamily="49" charset="0"/>
              </a:rPr>
              <a:t>```</a:t>
            </a:r>
          </a:p>
        </p:txBody>
      </p:sp>
      <p:sp>
        <p:nvSpPr>
          <p:cNvPr id="23" name="文本框 22">
            <a:extLst>
              <a:ext uri="{FF2B5EF4-FFF2-40B4-BE49-F238E27FC236}">
                <a16:creationId xmlns:a16="http://schemas.microsoft.com/office/drawing/2014/main" id="{DD6DD399-00E7-E415-CF6B-A50A49E290D4}"/>
              </a:ext>
            </a:extLst>
          </p:cNvPr>
          <p:cNvSpPr txBox="1"/>
          <p:nvPr/>
        </p:nvSpPr>
        <p:spPr>
          <a:xfrm>
            <a:off x="4933385" y="1346035"/>
            <a:ext cx="6192523" cy="338554"/>
          </a:xfrm>
          <a:prstGeom prst="rect">
            <a:avLst/>
          </a:prstGeom>
          <a:solidFill>
            <a:srgbClr val="002060">
              <a:alpha val="65133"/>
            </a:srgbClr>
          </a:solidFill>
        </p:spPr>
        <p:txBody>
          <a:bodyPr wrap="square" rtlCol="0">
            <a:spAutoFit/>
          </a:bodyPr>
          <a:lstStyle/>
          <a:p>
            <a:pPr algn="ctr"/>
            <a:r>
              <a:rPr kumimoji="1" lang="en-US" altLang="zh-CN" sz="1600" b="1"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Response</a:t>
            </a:r>
            <a:endParaRPr kumimoji="1" lang="zh-CN" altLang="en-US" sz="1600" b="1"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6" name="文本框 25">
            <a:extLst>
              <a:ext uri="{FF2B5EF4-FFF2-40B4-BE49-F238E27FC236}">
                <a16:creationId xmlns:a16="http://schemas.microsoft.com/office/drawing/2014/main" id="{A5F5665F-1887-BEDC-3063-55366FCE4794}"/>
              </a:ext>
            </a:extLst>
          </p:cNvPr>
          <p:cNvSpPr txBox="1"/>
          <p:nvPr/>
        </p:nvSpPr>
        <p:spPr>
          <a:xfrm>
            <a:off x="5276335" y="1764387"/>
            <a:ext cx="827471"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GPT-4o</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7" name="文本框 26">
            <a:extLst>
              <a:ext uri="{FF2B5EF4-FFF2-40B4-BE49-F238E27FC236}">
                <a16:creationId xmlns:a16="http://schemas.microsoft.com/office/drawing/2014/main" id="{6373B1D9-52EA-2C75-1A14-B2B9267F0736}"/>
              </a:ext>
            </a:extLst>
          </p:cNvPr>
          <p:cNvSpPr txBox="1"/>
          <p:nvPr/>
        </p:nvSpPr>
        <p:spPr>
          <a:xfrm>
            <a:off x="5131385" y="2997627"/>
            <a:ext cx="1112805" cy="523220"/>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Claude-3.5</a:t>
            </a:r>
          </a:p>
          <a:p>
            <a:pPr algn="ctr"/>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-Sonnet</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8" name="文本框 27">
            <a:extLst>
              <a:ext uri="{FF2B5EF4-FFF2-40B4-BE49-F238E27FC236}">
                <a16:creationId xmlns:a16="http://schemas.microsoft.com/office/drawing/2014/main" id="{E2E77E0C-4D40-C557-218A-666A9A66998F}"/>
              </a:ext>
            </a:extLst>
          </p:cNvPr>
          <p:cNvSpPr txBox="1"/>
          <p:nvPr/>
        </p:nvSpPr>
        <p:spPr>
          <a:xfrm>
            <a:off x="4944225" y="4729485"/>
            <a:ext cx="1489190"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DeepSeek-V2.5</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29" name="图片 28">
            <a:extLst>
              <a:ext uri="{FF2B5EF4-FFF2-40B4-BE49-F238E27FC236}">
                <a16:creationId xmlns:a16="http://schemas.microsoft.com/office/drawing/2014/main" id="{6AB7B172-17B8-64F1-4741-906D072C4DBF}"/>
              </a:ext>
            </a:extLst>
          </p:cNvPr>
          <p:cNvPicPr>
            <a:picLocks noChangeAspect="1"/>
          </p:cNvPicPr>
          <p:nvPr/>
        </p:nvPicPr>
        <p:blipFill>
          <a:blip r:embed="rId9"/>
          <a:stretch>
            <a:fillRect/>
          </a:stretch>
        </p:blipFill>
        <p:spPr>
          <a:xfrm>
            <a:off x="9272817" y="2220862"/>
            <a:ext cx="369332" cy="369332"/>
          </a:xfrm>
          <a:prstGeom prst="rect">
            <a:avLst/>
          </a:prstGeom>
        </p:spPr>
      </p:pic>
      <p:sp>
        <p:nvSpPr>
          <p:cNvPr id="30" name="文本框 29">
            <a:extLst>
              <a:ext uri="{FF2B5EF4-FFF2-40B4-BE49-F238E27FC236}">
                <a16:creationId xmlns:a16="http://schemas.microsoft.com/office/drawing/2014/main" id="{35578FF1-6676-FC13-0B52-B08B1CFAAFD3}"/>
              </a:ext>
            </a:extLst>
          </p:cNvPr>
          <p:cNvSpPr txBox="1"/>
          <p:nvPr/>
        </p:nvSpPr>
        <p:spPr>
          <a:xfrm>
            <a:off x="9609693" y="2250527"/>
            <a:ext cx="1438635" cy="338554"/>
          </a:xfrm>
          <a:prstGeom prst="rect">
            <a:avLst/>
          </a:prstGeom>
          <a:noFill/>
        </p:spPr>
        <p:txBody>
          <a:bodyPr wrap="square" rtlCol="0">
            <a:spAutoFit/>
          </a:bodyPr>
          <a:lstStyle/>
          <a:p>
            <a:r>
              <a:rPr kumimoji="1" lang="en-US" altLang="zh-CN" sz="1600" b="1" dirty="0">
                <a:latin typeface="Times New Roman" panose="02020603050405020304" pitchFamily="18" charset="0"/>
                <a:ea typeface="Microsoft YaHei" panose="020B0503020204020204" pitchFamily="34" charset="-122"/>
                <a:cs typeface="Times New Roman" panose="02020603050405020304" pitchFamily="18" charset="0"/>
              </a:rPr>
              <a:t>Parse Success</a:t>
            </a:r>
            <a:endParaRPr kumimoji="1" lang="zh-CN" altLang="en-US" sz="1600" b="1" dirty="0">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8BE23629-58B2-1701-2892-8C72550CD3F0}"/>
              </a:ext>
            </a:extLst>
          </p:cNvPr>
          <p:cNvSpPr txBox="1"/>
          <p:nvPr/>
        </p:nvSpPr>
        <p:spPr>
          <a:xfrm>
            <a:off x="9638265" y="4001972"/>
            <a:ext cx="1362361" cy="338554"/>
          </a:xfrm>
          <a:prstGeom prst="rect">
            <a:avLst/>
          </a:prstGeom>
          <a:noFill/>
        </p:spPr>
        <p:txBody>
          <a:bodyPr wrap="none" rtlCol="0">
            <a:spAutoFit/>
          </a:bodyPr>
          <a:lstStyle/>
          <a:p>
            <a:r>
              <a:rPr kumimoji="1" lang="en-US" altLang="zh-CN" sz="1600" b="1" dirty="0">
                <a:latin typeface="Times New Roman" panose="02020603050405020304" pitchFamily="18" charset="0"/>
                <a:ea typeface="Microsoft YaHei" panose="020B0503020204020204" pitchFamily="34" charset="-122"/>
                <a:cs typeface="Times New Roman" panose="02020603050405020304" pitchFamily="18" charset="0"/>
              </a:rPr>
              <a:t>Parse Failure</a:t>
            </a:r>
            <a:endParaRPr kumimoji="1" lang="zh-CN" altLang="en-US" sz="1600" b="1" dirty="0">
              <a:latin typeface="Times New Roman" panose="02020603050405020304" pitchFamily="18" charset="0"/>
              <a:ea typeface="Microsoft YaHei" panose="020B0503020204020204" pitchFamily="34" charset="-122"/>
              <a:cs typeface="Times New Roman" panose="02020603050405020304" pitchFamily="18" charset="0"/>
            </a:endParaRPr>
          </a:p>
        </p:txBody>
      </p:sp>
      <p:pic>
        <p:nvPicPr>
          <p:cNvPr id="33" name="图片 32">
            <a:extLst>
              <a:ext uri="{FF2B5EF4-FFF2-40B4-BE49-F238E27FC236}">
                <a16:creationId xmlns:a16="http://schemas.microsoft.com/office/drawing/2014/main" id="{02837927-3C30-A73B-1477-A6C4A03CF700}"/>
              </a:ext>
            </a:extLst>
          </p:cNvPr>
          <p:cNvPicPr>
            <a:picLocks noChangeAspect="1"/>
          </p:cNvPicPr>
          <p:nvPr/>
        </p:nvPicPr>
        <p:blipFill>
          <a:blip r:embed="rId9"/>
          <a:stretch>
            <a:fillRect/>
          </a:stretch>
        </p:blipFill>
        <p:spPr>
          <a:xfrm>
            <a:off x="9280158" y="5447230"/>
            <a:ext cx="369332" cy="369332"/>
          </a:xfrm>
          <a:prstGeom prst="rect">
            <a:avLst/>
          </a:prstGeom>
        </p:spPr>
      </p:pic>
      <p:sp>
        <p:nvSpPr>
          <p:cNvPr id="34" name="文本框 33">
            <a:extLst>
              <a:ext uri="{FF2B5EF4-FFF2-40B4-BE49-F238E27FC236}">
                <a16:creationId xmlns:a16="http://schemas.microsoft.com/office/drawing/2014/main" id="{747824D2-208C-72E1-5BDF-0CE930F8B49C}"/>
              </a:ext>
            </a:extLst>
          </p:cNvPr>
          <p:cNvSpPr txBox="1"/>
          <p:nvPr/>
        </p:nvSpPr>
        <p:spPr>
          <a:xfrm>
            <a:off x="9627307" y="5476895"/>
            <a:ext cx="1421021" cy="338554"/>
          </a:xfrm>
          <a:prstGeom prst="rect">
            <a:avLst/>
          </a:prstGeom>
          <a:noFill/>
        </p:spPr>
        <p:txBody>
          <a:bodyPr wrap="square" rtlCol="0">
            <a:spAutoFit/>
          </a:bodyPr>
          <a:lstStyle/>
          <a:p>
            <a:r>
              <a:rPr kumimoji="1" lang="en-US" altLang="zh-CN" sz="1600" b="1" dirty="0">
                <a:latin typeface="Times New Roman" panose="02020603050405020304" pitchFamily="18" charset="0"/>
                <a:ea typeface="Microsoft YaHei" panose="020B0503020204020204" pitchFamily="34" charset="-122"/>
                <a:cs typeface="Times New Roman" panose="02020603050405020304" pitchFamily="18" charset="0"/>
              </a:rPr>
              <a:t>Parse Success</a:t>
            </a:r>
            <a:endParaRPr kumimoji="1" lang="zh-CN" altLang="en-US" sz="1600" b="1" dirty="0">
              <a:latin typeface="Times New Roman" panose="02020603050405020304" pitchFamily="18" charset="0"/>
              <a:ea typeface="Microsoft YaHei" panose="020B0503020204020204" pitchFamily="34" charset="-122"/>
              <a:cs typeface="Times New Roman" panose="02020603050405020304" pitchFamily="18" charset="0"/>
            </a:endParaRPr>
          </a:p>
        </p:txBody>
      </p:sp>
      <p:pic>
        <p:nvPicPr>
          <p:cNvPr id="36" name="图片 35">
            <a:extLst>
              <a:ext uri="{FF2B5EF4-FFF2-40B4-BE49-F238E27FC236}">
                <a16:creationId xmlns:a16="http://schemas.microsoft.com/office/drawing/2014/main" id="{933CF14A-5C63-CDAF-E318-09093237E10C}"/>
              </a:ext>
            </a:extLst>
          </p:cNvPr>
          <p:cNvPicPr>
            <a:picLocks noChangeAspect="1"/>
          </p:cNvPicPr>
          <p:nvPr/>
        </p:nvPicPr>
        <p:blipFill>
          <a:blip r:embed="rId10"/>
          <a:stretch>
            <a:fillRect/>
          </a:stretch>
        </p:blipFill>
        <p:spPr>
          <a:xfrm>
            <a:off x="9293365" y="3990822"/>
            <a:ext cx="368355" cy="368355"/>
          </a:xfrm>
          <a:prstGeom prst="rect">
            <a:avLst/>
          </a:prstGeom>
        </p:spPr>
      </p:pic>
      <p:sp>
        <p:nvSpPr>
          <p:cNvPr id="37" name="矩形 36">
            <a:extLst>
              <a:ext uri="{FF2B5EF4-FFF2-40B4-BE49-F238E27FC236}">
                <a16:creationId xmlns:a16="http://schemas.microsoft.com/office/drawing/2014/main" id="{C6D4901F-9CE3-1900-5C8C-8BA76F09A442}"/>
              </a:ext>
            </a:extLst>
          </p:cNvPr>
          <p:cNvSpPr/>
          <p:nvPr/>
        </p:nvSpPr>
        <p:spPr>
          <a:xfrm>
            <a:off x="6448711" y="1797195"/>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3B04EEB1-AC89-DBDC-305A-836C9C6565C0}"/>
              </a:ext>
            </a:extLst>
          </p:cNvPr>
          <p:cNvSpPr/>
          <p:nvPr/>
        </p:nvSpPr>
        <p:spPr>
          <a:xfrm>
            <a:off x="6448711" y="2436188"/>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5C245508-82FB-0E60-7958-CA1EB7CE58EF}"/>
              </a:ext>
            </a:extLst>
          </p:cNvPr>
          <p:cNvSpPr/>
          <p:nvPr/>
        </p:nvSpPr>
        <p:spPr>
          <a:xfrm>
            <a:off x="6439095" y="454135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A3631166-6D55-D870-9A8F-9263F47261B9}"/>
              </a:ext>
            </a:extLst>
          </p:cNvPr>
          <p:cNvSpPr/>
          <p:nvPr/>
        </p:nvSpPr>
        <p:spPr>
          <a:xfrm>
            <a:off x="6439095" y="5644815"/>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2" name="图片 41">
            <a:extLst>
              <a:ext uri="{FF2B5EF4-FFF2-40B4-BE49-F238E27FC236}">
                <a16:creationId xmlns:a16="http://schemas.microsoft.com/office/drawing/2014/main" id="{6267E544-881D-B848-3513-7C2029A88AAA}"/>
              </a:ext>
            </a:extLst>
          </p:cNvPr>
          <p:cNvPicPr>
            <a:picLocks noChangeAspect="1"/>
          </p:cNvPicPr>
          <p:nvPr/>
        </p:nvPicPr>
        <p:blipFill>
          <a:blip r:embed="rId11"/>
          <a:stretch>
            <a:fillRect/>
          </a:stretch>
        </p:blipFill>
        <p:spPr>
          <a:xfrm>
            <a:off x="7715042" y="1773805"/>
            <a:ext cx="192558" cy="192558"/>
          </a:xfrm>
          <a:prstGeom prst="rect">
            <a:avLst/>
          </a:prstGeom>
        </p:spPr>
      </p:pic>
      <p:sp>
        <p:nvSpPr>
          <p:cNvPr id="45" name="文本框 44">
            <a:extLst>
              <a:ext uri="{FF2B5EF4-FFF2-40B4-BE49-F238E27FC236}">
                <a16:creationId xmlns:a16="http://schemas.microsoft.com/office/drawing/2014/main" id="{7A497D1B-FA4A-1CD8-D6B3-62FCD96E1D54}"/>
              </a:ext>
            </a:extLst>
          </p:cNvPr>
          <p:cNvSpPr txBox="1"/>
          <p:nvPr/>
        </p:nvSpPr>
        <p:spPr>
          <a:xfrm>
            <a:off x="7862958" y="1722566"/>
            <a:ext cx="1301959"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Block Found!</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6" name="文本框 45">
            <a:extLst>
              <a:ext uri="{FF2B5EF4-FFF2-40B4-BE49-F238E27FC236}">
                <a16:creationId xmlns:a16="http://schemas.microsoft.com/office/drawing/2014/main" id="{9719CC70-8E82-B701-52A1-06F0400D6193}"/>
              </a:ext>
            </a:extLst>
          </p:cNvPr>
          <p:cNvSpPr txBox="1"/>
          <p:nvPr/>
        </p:nvSpPr>
        <p:spPr>
          <a:xfrm>
            <a:off x="7865297" y="3332980"/>
            <a:ext cx="958917"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No Block</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7" name="图片 46">
            <a:extLst>
              <a:ext uri="{FF2B5EF4-FFF2-40B4-BE49-F238E27FC236}">
                <a16:creationId xmlns:a16="http://schemas.microsoft.com/office/drawing/2014/main" id="{E17161CF-C6BE-5A33-62C8-DECDFE47993F}"/>
              </a:ext>
            </a:extLst>
          </p:cNvPr>
          <p:cNvPicPr>
            <a:picLocks noChangeAspect="1"/>
          </p:cNvPicPr>
          <p:nvPr/>
        </p:nvPicPr>
        <p:blipFill>
          <a:blip r:embed="rId11"/>
          <a:stretch>
            <a:fillRect/>
          </a:stretch>
        </p:blipFill>
        <p:spPr>
          <a:xfrm>
            <a:off x="7701853" y="4571697"/>
            <a:ext cx="192558" cy="192558"/>
          </a:xfrm>
          <a:prstGeom prst="rect">
            <a:avLst/>
          </a:prstGeom>
        </p:spPr>
      </p:pic>
      <p:sp>
        <p:nvSpPr>
          <p:cNvPr id="48" name="文本框 47">
            <a:extLst>
              <a:ext uri="{FF2B5EF4-FFF2-40B4-BE49-F238E27FC236}">
                <a16:creationId xmlns:a16="http://schemas.microsoft.com/office/drawing/2014/main" id="{842250F9-1FED-7B5C-43F8-AB1768213CDA}"/>
              </a:ext>
            </a:extLst>
          </p:cNvPr>
          <p:cNvSpPr txBox="1"/>
          <p:nvPr/>
        </p:nvSpPr>
        <p:spPr>
          <a:xfrm>
            <a:off x="7853342" y="4509615"/>
            <a:ext cx="1301959"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Block Found!</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54D16F4C-91D7-564E-458F-D4C2E1788B5B}"/>
              </a:ext>
            </a:extLst>
          </p:cNvPr>
          <p:cNvPicPr>
            <a:picLocks noChangeAspect="1"/>
          </p:cNvPicPr>
          <p:nvPr/>
        </p:nvPicPr>
        <p:blipFill>
          <a:blip r:embed="rId12"/>
          <a:stretch>
            <a:fillRect/>
          </a:stretch>
        </p:blipFill>
        <p:spPr>
          <a:xfrm>
            <a:off x="7687871" y="3361222"/>
            <a:ext cx="211039" cy="211039"/>
          </a:xfrm>
          <a:prstGeom prst="rect">
            <a:avLst/>
          </a:prstGeom>
        </p:spPr>
      </p:pic>
    </p:spTree>
    <p:extLst>
      <p:ext uri="{BB962C8B-B14F-4D97-AF65-F5344CB8AC3E}">
        <p14:creationId xmlns:p14="http://schemas.microsoft.com/office/powerpoint/2010/main" val="218998094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16401</TotalTime>
  <Words>454</Words>
  <Application>Microsoft Macintosh PowerPoint</Application>
  <PresentationFormat>Widescreen</PresentationFormat>
  <Paragraphs>104</Paragraphs>
  <Slides>2</Slides>
  <Notes>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等线</vt:lpstr>
      <vt:lpstr>等线 Light</vt:lpstr>
      <vt:lpstr>Microsoft YaHei</vt:lpstr>
      <vt:lpstr>Microsoft YaHei</vt:lpstr>
      <vt:lpstr>Arial</vt:lpstr>
      <vt:lpstr>Menlo</vt:lpstr>
      <vt:lpstr>Times New Roman</vt:lpstr>
      <vt:lpstr>Office 主题​​</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亮宏 郭</dc:creator>
  <cp:lastModifiedBy>Yanlin Wang</cp:lastModifiedBy>
  <cp:revision>77</cp:revision>
  <dcterms:created xsi:type="dcterms:W3CDTF">2024-10-13T15:23:45Z</dcterms:created>
  <dcterms:modified xsi:type="dcterms:W3CDTF">2024-10-31T18:01:06Z</dcterms:modified>
</cp:coreProperties>
</file>