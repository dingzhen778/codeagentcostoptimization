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70" r:id="rId3"/>
    <p:sldId id="271" r:id="rId4"/>
    <p:sldId id="2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0"/>
    <p:restoredTop sz="94722"/>
  </p:normalViewPr>
  <p:slideViewPr>
    <p:cSldViewPr snapToGrid="0">
      <p:cViewPr varScale="1">
        <p:scale>
          <a:sx n="142" d="100"/>
          <a:sy n="142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772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v4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0373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76A16EAC-F6C8-F371-4FE6-AF2B63BFECD9}"/>
              </a:ext>
            </a:extLst>
          </p:cNvPr>
          <p:cNvSpPr/>
          <p:nvPr/>
        </p:nvSpPr>
        <p:spPr>
          <a:xfrm>
            <a:off x="329782" y="404734"/>
            <a:ext cx="10630686" cy="4993099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59EA44-9B40-3AB1-37FB-C71639FBD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6" y="1038269"/>
            <a:ext cx="4442265" cy="4069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97291E-FB7A-0FCE-CE46-16098B76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15" y="1053260"/>
            <a:ext cx="4074842" cy="4069143"/>
          </a:xfrm>
          <a:prstGeom prst="rect">
            <a:avLst/>
          </a:prstGeom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43FD98-A3E1-48BE-6708-959C8AD894E0}"/>
              </a:ext>
            </a:extLst>
          </p:cNvPr>
          <p:cNvSpPr/>
          <p:nvPr/>
        </p:nvSpPr>
        <p:spPr>
          <a:xfrm>
            <a:off x="1179441" y="4381907"/>
            <a:ext cx="3498575" cy="530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CB5C455-2B77-232B-D8DA-E2BFE66E543C}"/>
              </a:ext>
            </a:extLst>
          </p:cNvPr>
          <p:cNvCxnSpPr/>
          <p:nvPr/>
        </p:nvCxnSpPr>
        <p:spPr>
          <a:xfrm flipV="1">
            <a:off x="4678016" y="1053259"/>
            <a:ext cx="1597599" cy="3328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C459DEE-FB7C-F9C8-F89B-5B5704622BD8}"/>
              </a:ext>
            </a:extLst>
          </p:cNvPr>
          <p:cNvCxnSpPr>
            <a:cxnSpLocks/>
          </p:cNvCxnSpPr>
          <p:nvPr/>
        </p:nvCxnSpPr>
        <p:spPr>
          <a:xfrm>
            <a:off x="4678016" y="4911993"/>
            <a:ext cx="1597599" cy="210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AE4A61B-7A4F-A49B-D542-B4A4D9F85E3B}"/>
              </a:ext>
            </a:extLst>
          </p:cNvPr>
          <p:cNvSpPr/>
          <p:nvPr/>
        </p:nvSpPr>
        <p:spPr>
          <a:xfrm>
            <a:off x="6275614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AD1FAF-0048-803A-5E04-366DE5BF3FA7}"/>
              </a:ext>
            </a:extLst>
          </p:cNvPr>
          <p:cNvSpPr txBox="1"/>
          <p:nvPr/>
        </p:nvSpPr>
        <p:spPr>
          <a:xfrm>
            <a:off x="941273" y="588560"/>
            <a:ext cx="397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Issue: </a:t>
            </a:r>
            <a:r>
              <a:rPr kumimoji="1" lang="en-US" altLang="zh-CN" dirty="0" err="1"/>
              <a:t>tailwindlabs</a:t>
            </a:r>
            <a:r>
              <a:rPr kumimoji="1" lang="en-US" altLang="zh-CN" dirty="0"/>
              <a:t>/tailwindcss-12318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86E3BD-446E-3188-CECD-56AC2D7C2A57}"/>
              </a:ext>
            </a:extLst>
          </p:cNvPr>
          <p:cNvSpPr txBox="1"/>
          <p:nvPr/>
        </p:nvSpPr>
        <p:spPr>
          <a:xfrm>
            <a:off x="5533067" y="55932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Web </a:t>
            </a:r>
            <a:r>
              <a:rPr lang="en-US" altLang="zh-CN" b="1" dirty="0" err="1"/>
              <a:t>Url</a:t>
            </a:r>
            <a:r>
              <a:rPr lang="en-US" altLang="zh-CN" b="1" dirty="0"/>
              <a:t>: </a:t>
            </a:r>
            <a:r>
              <a:rPr lang="zh-CN" altLang="en-US" dirty="0"/>
              <a:t>https://play.tailwindcss.com/BuKHeMD2uv</a:t>
            </a:r>
          </a:p>
        </p:txBody>
      </p:sp>
    </p:spTree>
    <p:extLst>
      <p:ext uri="{BB962C8B-B14F-4D97-AF65-F5344CB8AC3E}">
        <p14:creationId xmlns:p14="http://schemas.microsoft.com/office/powerpoint/2010/main" val="176053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76A16EAC-F6C8-F371-4FE6-AF2B63BFECD9}"/>
              </a:ext>
            </a:extLst>
          </p:cNvPr>
          <p:cNvSpPr/>
          <p:nvPr/>
        </p:nvSpPr>
        <p:spPr>
          <a:xfrm>
            <a:off x="329782" y="404734"/>
            <a:ext cx="10630686" cy="4993099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59EA44-9B40-3AB1-37FB-C71639FBD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6" y="1038269"/>
            <a:ext cx="4442265" cy="4069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97291E-FB7A-0FCE-CE46-16098B76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15" y="1053260"/>
            <a:ext cx="4074842" cy="4069143"/>
          </a:xfrm>
          <a:prstGeom prst="rect">
            <a:avLst/>
          </a:prstGeom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43FD98-A3E1-48BE-6708-959C8AD894E0}"/>
              </a:ext>
            </a:extLst>
          </p:cNvPr>
          <p:cNvSpPr/>
          <p:nvPr/>
        </p:nvSpPr>
        <p:spPr>
          <a:xfrm>
            <a:off x="1179441" y="4381907"/>
            <a:ext cx="3498575" cy="530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CB5C455-2B77-232B-D8DA-E2BFE66E543C}"/>
              </a:ext>
            </a:extLst>
          </p:cNvPr>
          <p:cNvCxnSpPr/>
          <p:nvPr/>
        </p:nvCxnSpPr>
        <p:spPr>
          <a:xfrm flipV="1">
            <a:off x="4678016" y="1053259"/>
            <a:ext cx="1597599" cy="3328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C459DEE-FB7C-F9C8-F89B-5B5704622BD8}"/>
              </a:ext>
            </a:extLst>
          </p:cNvPr>
          <p:cNvCxnSpPr>
            <a:cxnSpLocks/>
          </p:cNvCxnSpPr>
          <p:nvPr/>
        </p:nvCxnSpPr>
        <p:spPr>
          <a:xfrm>
            <a:off x="4678016" y="4911993"/>
            <a:ext cx="1597599" cy="210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AE4A61B-7A4F-A49B-D542-B4A4D9F85E3B}"/>
              </a:ext>
            </a:extLst>
          </p:cNvPr>
          <p:cNvSpPr/>
          <p:nvPr/>
        </p:nvSpPr>
        <p:spPr>
          <a:xfrm>
            <a:off x="6275614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AD1FAF-0048-803A-5E04-366DE5BF3FA7}"/>
              </a:ext>
            </a:extLst>
          </p:cNvPr>
          <p:cNvSpPr txBox="1"/>
          <p:nvPr/>
        </p:nvSpPr>
        <p:spPr>
          <a:xfrm>
            <a:off x="941273" y="588560"/>
            <a:ext cx="397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Issue: </a:t>
            </a:r>
            <a:r>
              <a:rPr kumimoji="1" lang="en-US" altLang="zh-CN" dirty="0" err="1"/>
              <a:t>tailwindlabs</a:t>
            </a:r>
            <a:r>
              <a:rPr kumimoji="1" lang="en-US" altLang="zh-CN" dirty="0"/>
              <a:t>/tailwindcss-12318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86E3BD-446E-3188-CECD-56AC2D7C2A57}"/>
              </a:ext>
            </a:extLst>
          </p:cNvPr>
          <p:cNvSpPr txBox="1"/>
          <p:nvPr/>
        </p:nvSpPr>
        <p:spPr>
          <a:xfrm>
            <a:off x="5533067" y="55932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Web </a:t>
            </a:r>
            <a:r>
              <a:rPr lang="en-US" altLang="zh-CN" b="1" dirty="0" err="1"/>
              <a:t>Url</a:t>
            </a:r>
            <a:r>
              <a:rPr lang="en-US" altLang="zh-CN" b="1" dirty="0"/>
              <a:t>: </a:t>
            </a:r>
            <a:r>
              <a:rPr lang="zh-CN" altLang="en-US" dirty="0"/>
              <a:t>https://play.tailwindcss.com/BuKHeMD2uv</a:t>
            </a:r>
          </a:p>
        </p:txBody>
      </p:sp>
    </p:spTree>
    <p:extLst>
      <p:ext uri="{BB962C8B-B14F-4D97-AF65-F5344CB8AC3E}">
        <p14:creationId xmlns:p14="http://schemas.microsoft.com/office/powerpoint/2010/main" val="199980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6FB-60D7-5110-B588-0552C558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D564C42-95EC-9F4B-876E-C71A63896DCD}"/>
              </a:ext>
            </a:extLst>
          </p:cNvPr>
          <p:cNvSpPr/>
          <p:nvPr/>
        </p:nvSpPr>
        <p:spPr>
          <a:xfrm>
            <a:off x="329782" y="486137"/>
            <a:ext cx="10630686" cy="4911696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1E3BA-2A8E-9691-3839-3CE01D57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187"/>
          <a:stretch/>
        </p:blipFill>
        <p:spPr>
          <a:xfrm>
            <a:off x="726136" y="1038269"/>
            <a:ext cx="3972221" cy="41721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86C576-1F14-E2B1-D539-475B019DEE88}"/>
              </a:ext>
            </a:extLst>
          </p:cNvPr>
          <p:cNvSpPr/>
          <p:nvPr/>
        </p:nvSpPr>
        <p:spPr>
          <a:xfrm>
            <a:off x="1162559" y="3645409"/>
            <a:ext cx="1938199" cy="1950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2B0F6CC-CE7B-0F7A-7825-91D73D688534}"/>
              </a:ext>
            </a:extLst>
          </p:cNvPr>
          <p:cNvCxnSpPr>
            <a:cxnSpLocks/>
          </p:cNvCxnSpPr>
          <p:nvPr/>
        </p:nvCxnSpPr>
        <p:spPr>
          <a:xfrm flipV="1">
            <a:off x="3100758" y="1053259"/>
            <a:ext cx="3040745" cy="25921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6C10E29-99B7-0915-64C7-3937B86E08F2}"/>
              </a:ext>
            </a:extLst>
          </p:cNvPr>
          <p:cNvCxnSpPr>
            <a:cxnSpLocks/>
          </p:cNvCxnSpPr>
          <p:nvPr/>
        </p:nvCxnSpPr>
        <p:spPr>
          <a:xfrm>
            <a:off x="3100758" y="3840480"/>
            <a:ext cx="3040745" cy="1281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18E9BE-2E58-0B2B-3291-348457EA6FAA}"/>
              </a:ext>
            </a:extLst>
          </p:cNvPr>
          <p:cNvSpPr txBox="1"/>
          <p:nvPr/>
        </p:nvSpPr>
        <p:spPr>
          <a:xfrm>
            <a:off x="604216" y="588560"/>
            <a:ext cx="3971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/tailwindcss-12318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EDBF85-79CE-D909-AC19-371376D907A4}"/>
              </a:ext>
            </a:extLst>
          </p:cNvPr>
          <p:cNvSpPr txBox="1"/>
          <p:nvPr/>
        </p:nvSpPr>
        <p:spPr>
          <a:xfrm>
            <a:off x="5357705" y="588560"/>
            <a:ext cx="5539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Website Links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https://play.tailwindcss.com/BuKHeMD2uv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1E6B94-82CD-CBF3-6A0D-C9ED1636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72"/>
          <a:stretch/>
        </p:blipFill>
        <p:spPr>
          <a:xfrm>
            <a:off x="6164651" y="1066878"/>
            <a:ext cx="3972221" cy="405552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E96D237-BF0F-4F91-9BB8-33FD5F5057C8}"/>
              </a:ext>
            </a:extLst>
          </p:cNvPr>
          <p:cNvSpPr/>
          <p:nvPr/>
        </p:nvSpPr>
        <p:spPr>
          <a:xfrm>
            <a:off x="6164652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083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6FB-60D7-5110-B588-0552C558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D564C42-95EC-9F4B-876E-C71A63896DCD}"/>
              </a:ext>
            </a:extLst>
          </p:cNvPr>
          <p:cNvSpPr/>
          <p:nvPr/>
        </p:nvSpPr>
        <p:spPr>
          <a:xfrm>
            <a:off x="541867" y="648125"/>
            <a:ext cx="8822266" cy="4749707"/>
          </a:xfrm>
          <a:prstGeom prst="roundRect">
            <a:avLst>
              <a:gd name="adj" fmla="val 0"/>
            </a:avLst>
          </a:prstGeom>
          <a:solidFill>
            <a:srgbClr val="002060">
              <a:alpha val="100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1E3BA-2A8E-9691-3839-3CE01D57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187"/>
          <a:stretch/>
        </p:blipFill>
        <p:spPr>
          <a:xfrm>
            <a:off x="726136" y="1038269"/>
            <a:ext cx="3972221" cy="41721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86C576-1F14-E2B1-D539-475B019DEE88}"/>
              </a:ext>
            </a:extLst>
          </p:cNvPr>
          <p:cNvSpPr/>
          <p:nvPr/>
        </p:nvSpPr>
        <p:spPr>
          <a:xfrm>
            <a:off x="1162559" y="3645409"/>
            <a:ext cx="1938199" cy="1950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2B0F6CC-CE7B-0F7A-7825-91D73D688534}"/>
              </a:ext>
            </a:extLst>
          </p:cNvPr>
          <p:cNvCxnSpPr>
            <a:cxnSpLocks/>
          </p:cNvCxnSpPr>
          <p:nvPr/>
        </p:nvCxnSpPr>
        <p:spPr>
          <a:xfrm flipV="1">
            <a:off x="3100758" y="1066878"/>
            <a:ext cx="1993953" cy="25785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6C10E29-99B7-0915-64C7-3937B86E08F2}"/>
              </a:ext>
            </a:extLst>
          </p:cNvPr>
          <p:cNvCxnSpPr>
            <a:cxnSpLocks/>
          </p:cNvCxnSpPr>
          <p:nvPr/>
        </p:nvCxnSpPr>
        <p:spPr>
          <a:xfrm>
            <a:off x="3100758" y="3840480"/>
            <a:ext cx="1993953" cy="13698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18E9BE-2E58-0B2B-3291-348457EA6FAA}"/>
              </a:ext>
            </a:extLst>
          </p:cNvPr>
          <p:cNvSpPr txBox="1"/>
          <p:nvPr/>
        </p:nvSpPr>
        <p:spPr>
          <a:xfrm>
            <a:off x="726136" y="704698"/>
            <a:ext cx="397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/tailwindcss-12318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EDBF85-79CE-D909-AC19-371376D907A4}"/>
              </a:ext>
            </a:extLst>
          </p:cNvPr>
          <p:cNvSpPr txBox="1"/>
          <p:nvPr/>
        </p:nvSpPr>
        <p:spPr>
          <a:xfrm>
            <a:off x="4311222" y="704698"/>
            <a:ext cx="5539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Website Links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https://play.tailwindcss.com/BuKHeMD2uv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1E6B94-82CD-CBF3-6A0D-C9ED1636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72"/>
          <a:stretch/>
        </p:blipFill>
        <p:spPr>
          <a:xfrm>
            <a:off x="5094711" y="1066878"/>
            <a:ext cx="3972221" cy="41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3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16412</TotalTime>
  <Words>64</Words>
  <Application>Microsoft Macintosh PowerPoint</Application>
  <PresentationFormat>Widescreen</PresentationFormat>
  <Paragraphs>12</Paragraphs>
  <Slides>4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Yanlin Wang</cp:lastModifiedBy>
  <cp:revision>79</cp:revision>
  <dcterms:created xsi:type="dcterms:W3CDTF">2024-10-13T15:23:45Z</dcterms:created>
  <dcterms:modified xsi:type="dcterms:W3CDTF">2024-10-31T18:50:21Z</dcterms:modified>
</cp:coreProperties>
</file>