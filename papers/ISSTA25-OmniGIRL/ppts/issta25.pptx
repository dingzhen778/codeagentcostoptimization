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8"/>
  </p:notesMasterIdLst>
  <p:sldIdLst>
    <p:sldId id="256" r:id="rId2"/>
    <p:sldId id="257" r:id="rId3"/>
    <p:sldId id="258" r:id="rId4"/>
    <p:sldId id="259" r:id="rId5"/>
    <p:sldId id="260" r:id="rId6"/>
    <p:sldId id="261" r:id="rId7"/>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7DFE6"/>
    <a:srgbClr val="1F6CC4"/>
    <a:srgbClr val="D8E0E6"/>
    <a:srgbClr val="835CC6"/>
    <a:srgbClr val="083067"/>
    <a:srgbClr val="072F69"/>
    <a:srgbClr val="89B4CF"/>
    <a:srgbClr val="6E43BF"/>
    <a:srgbClr val="DAFBE1"/>
    <a:srgbClr val="FFECE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5000"/>
    <p:restoredTop sz="94662"/>
  </p:normalViewPr>
  <p:slideViewPr>
    <p:cSldViewPr snapToGrid="0">
      <p:cViewPr>
        <p:scale>
          <a:sx n="48" d="100"/>
          <a:sy n="48" d="100"/>
        </p:scale>
        <p:origin x="1592" y="14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81AB0DB-98C9-0A40-8C7F-0CDB819CB832}" type="datetimeFigureOut">
              <a:rPr kumimoji="1" lang="zh-CN" altLang="en-US" smtClean="0"/>
              <a:t>2024/10/16</a:t>
            </a:fld>
            <a:endParaRPr kumimoji="1"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523E84C-F390-2C4E-B4E7-2DF9EDA96761}" type="slidenum">
              <a:rPr kumimoji="1" lang="zh-CN" altLang="en-US" smtClean="0"/>
              <a:t>‹#›</a:t>
            </a:fld>
            <a:endParaRPr kumimoji="1" lang="zh-CN" altLang="en-US"/>
          </a:p>
        </p:txBody>
      </p:sp>
    </p:spTree>
    <p:extLst>
      <p:ext uri="{BB962C8B-B14F-4D97-AF65-F5344CB8AC3E}">
        <p14:creationId xmlns:p14="http://schemas.microsoft.com/office/powerpoint/2010/main" val="282522752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2523E84C-F390-2C4E-B4E7-2DF9EDA96761}" type="slidenum">
              <a:rPr kumimoji="1" lang="zh-CN" altLang="en-US" smtClean="0"/>
              <a:t>2</a:t>
            </a:fld>
            <a:endParaRPr kumimoji="1" lang="zh-CN" altLang="en-US"/>
          </a:p>
        </p:txBody>
      </p:sp>
    </p:spTree>
    <p:extLst>
      <p:ext uri="{BB962C8B-B14F-4D97-AF65-F5344CB8AC3E}">
        <p14:creationId xmlns:p14="http://schemas.microsoft.com/office/powerpoint/2010/main" val="213423649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4602D3D-3C03-25FB-5CFB-DD8FC0D21610}"/>
              </a:ext>
            </a:extLst>
          </p:cNvPr>
          <p:cNvSpPr>
            <a:spLocks noGrp="1"/>
          </p:cNvSpPr>
          <p:nvPr>
            <p:ph type="ctrTitle"/>
          </p:nvPr>
        </p:nvSpPr>
        <p:spPr>
          <a:xfrm>
            <a:off x="1524000" y="1122363"/>
            <a:ext cx="9144000" cy="2387600"/>
          </a:xfrm>
        </p:spPr>
        <p:txBody>
          <a:bodyPr anchor="b"/>
          <a:lstStyle>
            <a:lvl1pPr algn="ctr">
              <a:defRPr sz="6000"/>
            </a:lvl1pPr>
          </a:lstStyle>
          <a:p>
            <a:r>
              <a:rPr kumimoji="1" lang="zh-CN" altLang="en-US"/>
              <a:t>单击此处编辑母版标题样式</a:t>
            </a:r>
          </a:p>
        </p:txBody>
      </p:sp>
      <p:sp>
        <p:nvSpPr>
          <p:cNvPr id="3" name="副标题 2">
            <a:extLst>
              <a:ext uri="{FF2B5EF4-FFF2-40B4-BE49-F238E27FC236}">
                <a16:creationId xmlns:a16="http://schemas.microsoft.com/office/drawing/2014/main" id="{E32C8A78-6184-7971-3E10-222B9392DFD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zh-CN" altLang="en-US"/>
              <a:t>单击此处编辑母版副标题样式</a:t>
            </a:r>
          </a:p>
        </p:txBody>
      </p:sp>
      <p:sp>
        <p:nvSpPr>
          <p:cNvPr id="4" name="日期占位符 3">
            <a:extLst>
              <a:ext uri="{FF2B5EF4-FFF2-40B4-BE49-F238E27FC236}">
                <a16:creationId xmlns:a16="http://schemas.microsoft.com/office/drawing/2014/main" id="{00C7C4E8-B3F0-B14F-BA18-AB358DF01C60}"/>
              </a:ext>
            </a:extLst>
          </p:cNvPr>
          <p:cNvSpPr>
            <a:spLocks noGrp="1"/>
          </p:cNvSpPr>
          <p:nvPr>
            <p:ph type="dt" sz="half" idx="10"/>
          </p:nvPr>
        </p:nvSpPr>
        <p:spPr/>
        <p:txBody>
          <a:bodyPr/>
          <a:lstStyle/>
          <a:p>
            <a:fld id="{303AF01C-BEA4-094A-98E3-E23B7A7C3377}" type="datetimeFigureOut">
              <a:rPr kumimoji="1" lang="zh-CN" altLang="en-US" smtClean="0"/>
              <a:t>2024/10/14</a:t>
            </a:fld>
            <a:endParaRPr kumimoji="1" lang="zh-CN" altLang="en-US"/>
          </a:p>
        </p:txBody>
      </p:sp>
      <p:sp>
        <p:nvSpPr>
          <p:cNvPr id="5" name="页脚占位符 4">
            <a:extLst>
              <a:ext uri="{FF2B5EF4-FFF2-40B4-BE49-F238E27FC236}">
                <a16:creationId xmlns:a16="http://schemas.microsoft.com/office/drawing/2014/main" id="{8F7F1643-D555-0E54-B817-1D5B18BD5E86}"/>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70FC94CB-717E-0BA5-C158-E51101115F36}"/>
              </a:ext>
            </a:extLst>
          </p:cNvPr>
          <p:cNvSpPr>
            <a:spLocks noGrp="1"/>
          </p:cNvSpPr>
          <p:nvPr>
            <p:ph type="sldNum" sz="quarter" idx="12"/>
          </p:nvPr>
        </p:nvSpPr>
        <p:spPr/>
        <p:txBody>
          <a:bodyPr/>
          <a:lstStyle/>
          <a:p>
            <a:fld id="{5C141032-0F92-7549-AF33-519A96698BCA}" type="slidenum">
              <a:rPr kumimoji="1" lang="zh-CN" altLang="en-US" smtClean="0"/>
              <a:t>‹#›</a:t>
            </a:fld>
            <a:endParaRPr kumimoji="1" lang="zh-CN" altLang="en-US"/>
          </a:p>
        </p:txBody>
      </p:sp>
    </p:spTree>
    <p:extLst>
      <p:ext uri="{BB962C8B-B14F-4D97-AF65-F5344CB8AC3E}">
        <p14:creationId xmlns:p14="http://schemas.microsoft.com/office/powerpoint/2010/main" val="291535224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B88EF63-F747-8148-E0FC-FD7BFCAF6C6D}"/>
              </a:ext>
            </a:extLst>
          </p:cNvPr>
          <p:cNvSpPr>
            <a:spLocks noGrp="1"/>
          </p:cNvSpPr>
          <p:nvPr>
            <p:ph type="title"/>
          </p:nvPr>
        </p:nvSpPr>
        <p:spPr/>
        <p:txBody>
          <a:bodyPr/>
          <a:lstStyle/>
          <a:p>
            <a:r>
              <a:rPr kumimoji="1" lang="zh-CN" altLang="en-US"/>
              <a:t>单击此处编辑母版标题样式</a:t>
            </a:r>
          </a:p>
        </p:txBody>
      </p:sp>
      <p:sp>
        <p:nvSpPr>
          <p:cNvPr id="3" name="内容占位符 2">
            <a:extLst>
              <a:ext uri="{FF2B5EF4-FFF2-40B4-BE49-F238E27FC236}">
                <a16:creationId xmlns:a16="http://schemas.microsoft.com/office/drawing/2014/main" id="{1F7A60A1-833D-4856-4F45-CD897E8D0DA4}"/>
              </a:ext>
            </a:extLst>
          </p:cNvPr>
          <p:cNvSpPr>
            <a:spLocks noGrp="1"/>
          </p:cNvSpPr>
          <p:nvPr>
            <p:ph idx="1"/>
          </p:nvPr>
        </p:nvSpPr>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17668026-248E-6431-4003-0F7DE63BE200}"/>
              </a:ext>
            </a:extLst>
          </p:cNvPr>
          <p:cNvSpPr>
            <a:spLocks noGrp="1"/>
          </p:cNvSpPr>
          <p:nvPr>
            <p:ph type="dt" sz="half" idx="10"/>
          </p:nvPr>
        </p:nvSpPr>
        <p:spPr/>
        <p:txBody>
          <a:bodyPr/>
          <a:lstStyle/>
          <a:p>
            <a:fld id="{303AF01C-BEA4-094A-98E3-E23B7A7C3377}" type="datetimeFigureOut">
              <a:rPr kumimoji="1" lang="zh-CN" altLang="en-US" smtClean="0"/>
              <a:t>2024/10/14</a:t>
            </a:fld>
            <a:endParaRPr kumimoji="1" lang="zh-CN" altLang="en-US"/>
          </a:p>
        </p:txBody>
      </p:sp>
      <p:sp>
        <p:nvSpPr>
          <p:cNvPr id="5" name="页脚占位符 4">
            <a:extLst>
              <a:ext uri="{FF2B5EF4-FFF2-40B4-BE49-F238E27FC236}">
                <a16:creationId xmlns:a16="http://schemas.microsoft.com/office/drawing/2014/main" id="{27795BDB-1E90-AE71-860E-5A516612E035}"/>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24592E14-60F6-9198-16D0-ED1C78AEC2A9}"/>
              </a:ext>
            </a:extLst>
          </p:cNvPr>
          <p:cNvSpPr>
            <a:spLocks noGrp="1"/>
          </p:cNvSpPr>
          <p:nvPr>
            <p:ph type="sldNum" sz="quarter" idx="12"/>
          </p:nvPr>
        </p:nvSpPr>
        <p:spPr/>
        <p:txBody>
          <a:bodyPr/>
          <a:lstStyle/>
          <a:p>
            <a:fld id="{5C141032-0F92-7549-AF33-519A96698BCA}" type="slidenum">
              <a:rPr kumimoji="1" lang="zh-CN" altLang="en-US" smtClean="0"/>
              <a:t>‹#›</a:t>
            </a:fld>
            <a:endParaRPr kumimoji="1" lang="zh-CN" altLang="en-US"/>
          </a:p>
        </p:txBody>
      </p:sp>
    </p:spTree>
    <p:extLst>
      <p:ext uri="{BB962C8B-B14F-4D97-AF65-F5344CB8AC3E}">
        <p14:creationId xmlns:p14="http://schemas.microsoft.com/office/powerpoint/2010/main" val="33505505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0DCF0E1-30B4-5BF1-F445-9DA35D0D6058}"/>
              </a:ext>
            </a:extLst>
          </p:cNvPr>
          <p:cNvSpPr>
            <a:spLocks noGrp="1"/>
          </p:cNvSpPr>
          <p:nvPr>
            <p:ph type="title"/>
          </p:nvPr>
        </p:nvSpPr>
        <p:spPr>
          <a:xfrm>
            <a:off x="831850" y="1709738"/>
            <a:ext cx="10515600" cy="2852737"/>
          </a:xfrm>
        </p:spPr>
        <p:txBody>
          <a:bodyPr anchor="b"/>
          <a:lstStyle>
            <a:lvl1pPr>
              <a:defRPr sz="6000"/>
            </a:lvl1pPr>
          </a:lstStyle>
          <a:p>
            <a:r>
              <a:rPr kumimoji="1" lang="zh-CN" altLang="en-US"/>
              <a:t>单击此处编辑母版标题样式</a:t>
            </a:r>
          </a:p>
        </p:txBody>
      </p:sp>
      <p:sp>
        <p:nvSpPr>
          <p:cNvPr id="3" name="文本占位符 2">
            <a:extLst>
              <a:ext uri="{FF2B5EF4-FFF2-40B4-BE49-F238E27FC236}">
                <a16:creationId xmlns:a16="http://schemas.microsoft.com/office/drawing/2014/main" id="{C84C208E-A6BC-5248-20A1-428B907C728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zh-CN" altLang="en-US"/>
              <a:t>单击此处编辑母版文本样式</a:t>
            </a:r>
          </a:p>
        </p:txBody>
      </p:sp>
      <p:sp>
        <p:nvSpPr>
          <p:cNvPr id="4" name="日期占位符 3">
            <a:extLst>
              <a:ext uri="{FF2B5EF4-FFF2-40B4-BE49-F238E27FC236}">
                <a16:creationId xmlns:a16="http://schemas.microsoft.com/office/drawing/2014/main" id="{D58ECD74-5BE4-1FA1-77FF-B4073CB63776}"/>
              </a:ext>
            </a:extLst>
          </p:cNvPr>
          <p:cNvSpPr>
            <a:spLocks noGrp="1"/>
          </p:cNvSpPr>
          <p:nvPr>
            <p:ph type="dt" sz="half" idx="10"/>
          </p:nvPr>
        </p:nvSpPr>
        <p:spPr/>
        <p:txBody>
          <a:bodyPr/>
          <a:lstStyle/>
          <a:p>
            <a:fld id="{303AF01C-BEA4-094A-98E3-E23B7A7C3377}" type="datetimeFigureOut">
              <a:rPr kumimoji="1" lang="zh-CN" altLang="en-US" smtClean="0"/>
              <a:t>2024/10/14</a:t>
            </a:fld>
            <a:endParaRPr kumimoji="1" lang="zh-CN" altLang="en-US"/>
          </a:p>
        </p:txBody>
      </p:sp>
      <p:sp>
        <p:nvSpPr>
          <p:cNvPr id="5" name="页脚占位符 4">
            <a:extLst>
              <a:ext uri="{FF2B5EF4-FFF2-40B4-BE49-F238E27FC236}">
                <a16:creationId xmlns:a16="http://schemas.microsoft.com/office/drawing/2014/main" id="{1865681F-35B0-B930-889E-80E4BDBD781C}"/>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4F1150BE-39B6-39E7-9482-C7E92CB40F9F}"/>
              </a:ext>
            </a:extLst>
          </p:cNvPr>
          <p:cNvSpPr>
            <a:spLocks noGrp="1"/>
          </p:cNvSpPr>
          <p:nvPr>
            <p:ph type="sldNum" sz="quarter" idx="12"/>
          </p:nvPr>
        </p:nvSpPr>
        <p:spPr/>
        <p:txBody>
          <a:bodyPr/>
          <a:lstStyle/>
          <a:p>
            <a:fld id="{5C141032-0F92-7549-AF33-519A96698BCA}" type="slidenum">
              <a:rPr kumimoji="1" lang="zh-CN" altLang="en-US" smtClean="0"/>
              <a:t>‹#›</a:t>
            </a:fld>
            <a:endParaRPr kumimoji="1" lang="zh-CN" altLang="en-US"/>
          </a:p>
        </p:txBody>
      </p:sp>
    </p:spTree>
    <p:extLst>
      <p:ext uri="{BB962C8B-B14F-4D97-AF65-F5344CB8AC3E}">
        <p14:creationId xmlns:p14="http://schemas.microsoft.com/office/powerpoint/2010/main" val="30767423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9D852D9-9569-4A09-EF6C-AE854F270B67}"/>
              </a:ext>
            </a:extLst>
          </p:cNvPr>
          <p:cNvSpPr>
            <a:spLocks noGrp="1"/>
          </p:cNvSpPr>
          <p:nvPr>
            <p:ph type="title"/>
          </p:nvPr>
        </p:nvSpPr>
        <p:spPr/>
        <p:txBody>
          <a:bodyPr/>
          <a:lstStyle/>
          <a:p>
            <a:r>
              <a:rPr kumimoji="1" lang="zh-CN" altLang="en-US"/>
              <a:t>单击此处编辑母版标题样式</a:t>
            </a:r>
          </a:p>
        </p:txBody>
      </p:sp>
      <p:sp>
        <p:nvSpPr>
          <p:cNvPr id="3" name="内容占位符 2">
            <a:extLst>
              <a:ext uri="{FF2B5EF4-FFF2-40B4-BE49-F238E27FC236}">
                <a16:creationId xmlns:a16="http://schemas.microsoft.com/office/drawing/2014/main" id="{67E8F5C2-FB2C-B752-A82B-C324E48F154C}"/>
              </a:ext>
            </a:extLst>
          </p:cNvPr>
          <p:cNvSpPr>
            <a:spLocks noGrp="1"/>
          </p:cNvSpPr>
          <p:nvPr>
            <p:ph sz="half" idx="1"/>
          </p:nvPr>
        </p:nvSpPr>
        <p:spPr>
          <a:xfrm>
            <a:off x="838200" y="1825625"/>
            <a:ext cx="5181600" cy="435133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内容占位符 3">
            <a:extLst>
              <a:ext uri="{FF2B5EF4-FFF2-40B4-BE49-F238E27FC236}">
                <a16:creationId xmlns:a16="http://schemas.microsoft.com/office/drawing/2014/main" id="{E58B995A-15E0-46A1-15FE-2AED4F56AC0C}"/>
              </a:ext>
            </a:extLst>
          </p:cNvPr>
          <p:cNvSpPr>
            <a:spLocks noGrp="1"/>
          </p:cNvSpPr>
          <p:nvPr>
            <p:ph sz="half" idx="2"/>
          </p:nvPr>
        </p:nvSpPr>
        <p:spPr>
          <a:xfrm>
            <a:off x="6172200" y="1825625"/>
            <a:ext cx="5181600" cy="435133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5" name="日期占位符 4">
            <a:extLst>
              <a:ext uri="{FF2B5EF4-FFF2-40B4-BE49-F238E27FC236}">
                <a16:creationId xmlns:a16="http://schemas.microsoft.com/office/drawing/2014/main" id="{BDE86D7A-F09E-A9D6-7566-7A3856A01E75}"/>
              </a:ext>
            </a:extLst>
          </p:cNvPr>
          <p:cNvSpPr>
            <a:spLocks noGrp="1"/>
          </p:cNvSpPr>
          <p:nvPr>
            <p:ph type="dt" sz="half" idx="10"/>
          </p:nvPr>
        </p:nvSpPr>
        <p:spPr/>
        <p:txBody>
          <a:bodyPr/>
          <a:lstStyle/>
          <a:p>
            <a:fld id="{303AF01C-BEA4-094A-98E3-E23B7A7C3377}" type="datetimeFigureOut">
              <a:rPr kumimoji="1" lang="zh-CN" altLang="en-US" smtClean="0"/>
              <a:t>2024/10/14</a:t>
            </a:fld>
            <a:endParaRPr kumimoji="1" lang="zh-CN" altLang="en-US"/>
          </a:p>
        </p:txBody>
      </p:sp>
      <p:sp>
        <p:nvSpPr>
          <p:cNvPr id="6" name="页脚占位符 5">
            <a:extLst>
              <a:ext uri="{FF2B5EF4-FFF2-40B4-BE49-F238E27FC236}">
                <a16:creationId xmlns:a16="http://schemas.microsoft.com/office/drawing/2014/main" id="{44064FA8-E352-2B96-B2F5-178004D32D3E}"/>
              </a:ext>
            </a:extLst>
          </p:cNvPr>
          <p:cNvSpPr>
            <a:spLocks noGrp="1"/>
          </p:cNvSpPr>
          <p:nvPr>
            <p:ph type="ftr" sz="quarter" idx="11"/>
          </p:nvPr>
        </p:nvSpPr>
        <p:spPr/>
        <p:txBody>
          <a:bodyPr/>
          <a:lstStyle/>
          <a:p>
            <a:endParaRPr kumimoji="1" lang="zh-CN" altLang="en-US"/>
          </a:p>
        </p:txBody>
      </p:sp>
      <p:sp>
        <p:nvSpPr>
          <p:cNvPr id="7" name="灯片编号占位符 6">
            <a:extLst>
              <a:ext uri="{FF2B5EF4-FFF2-40B4-BE49-F238E27FC236}">
                <a16:creationId xmlns:a16="http://schemas.microsoft.com/office/drawing/2014/main" id="{82538B8C-DE82-3A0C-5571-C1E142880CAD}"/>
              </a:ext>
            </a:extLst>
          </p:cNvPr>
          <p:cNvSpPr>
            <a:spLocks noGrp="1"/>
          </p:cNvSpPr>
          <p:nvPr>
            <p:ph type="sldNum" sz="quarter" idx="12"/>
          </p:nvPr>
        </p:nvSpPr>
        <p:spPr/>
        <p:txBody>
          <a:bodyPr/>
          <a:lstStyle/>
          <a:p>
            <a:fld id="{5C141032-0F92-7549-AF33-519A96698BCA}" type="slidenum">
              <a:rPr kumimoji="1" lang="zh-CN" altLang="en-US" smtClean="0"/>
              <a:t>‹#›</a:t>
            </a:fld>
            <a:endParaRPr kumimoji="1" lang="zh-CN" altLang="en-US"/>
          </a:p>
        </p:txBody>
      </p:sp>
    </p:spTree>
    <p:extLst>
      <p:ext uri="{BB962C8B-B14F-4D97-AF65-F5344CB8AC3E}">
        <p14:creationId xmlns:p14="http://schemas.microsoft.com/office/powerpoint/2010/main" val="317679312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034EA53-60D3-BD4E-FC8B-0345CE137621}"/>
              </a:ext>
            </a:extLst>
          </p:cNvPr>
          <p:cNvSpPr>
            <a:spLocks noGrp="1"/>
          </p:cNvSpPr>
          <p:nvPr>
            <p:ph type="title"/>
          </p:nvPr>
        </p:nvSpPr>
        <p:spPr>
          <a:xfrm>
            <a:off x="839788" y="365125"/>
            <a:ext cx="10515600" cy="1325563"/>
          </a:xfrm>
        </p:spPr>
        <p:txBody>
          <a:bodyPr/>
          <a:lstStyle/>
          <a:p>
            <a:r>
              <a:rPr kumimoji="1" lang="zh-CN" altLang="en-US"/>
              <a:t>单击此处编辑母版标题样式</a:t>
            </a:r>
          </a:p>
        </p:txBody>
      </p:sp>
      <p:sp>
        <p:nvSpPr>
          <p:cNvPr id="3" name="文本占位符 2">
            <a:extLst>
              <a:ext uri="{FF2B5EF4-FFF2-40B4-BE49-F238E27FC236}">
                <a16:creationId xmlns:a16="http://schemas.microsoft.com/office/drawing/2014/main" id="{887EE235-99D9-1C80-82EB-015033805DC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a:t>单击此处编辑母版文本样式</a:t>
            </a:r>
          </a:p>
        </p:txBody>
      </p:sp>
      <p:sp>
        <p:nvSpPr>
          <p:cNvPr id="4" name="内容占位符 3">
            <a:extLst>
              <a:ext uri="{FF2B5EF4-FFF2-40B4-BE49-F238E27FC236}">
                <a16:creationId xmlns:a16="http://schemas.microsoft.com/office/drawing/2014/main" id="{CDF1A8BA-977E-F609-FD54-6D8DFB910776}"/>
              </a:ext>
            </a:extLst>
          </p:cNvPr>
          <p:cNvSpPr>
            <a:spLocks noGrp="1"/>
          </p:cNvSpPr>
          <p:nvPr>
            <p:ph sz="half" idx="2"/>
          </p:nvPr>
        </p:nvSpPr>
        <p:spPr>
          <a:xfrm>
            <a:off x="839788" y="2505075"/>
            <a:ext cx="5157787" cy="368458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5" name="文本占位符 4">
            <a:extLst>
              <a:ext uri="{FF2B5EF4-FFF2-40B4-BE49-F238E27FC236}">
                <a16:creationId xmlns:a16="http://schemas.microsoft.com/office/drawing/2014/main" id="{7450A95C-9C50-7609-0AF5-0A318452A53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a:t>单击此处编辑母版文本样式</a:t>
            </a:r>
          </a:p>
        </p:txBody>
      </p:sp>
      <p:sp>
        <p:nvSpPr>
          <p:cNvPr id="6" name="内容占位符 5">
            <a:extLst>
              <a:ext uri="{FF2B5EF4-FFF2-40B4-BE49-F238E27FC236}">
                <a16:creationId xmlns:a16="http://schemas.microsoft.com/office/drawing/2014/main" id="{D14E05A9-63F8-0B56-6EB9-C17B74ADBE83}"/>
              </a:ext>
            </a:extLst>
          </p:cNvPr>
          <p:cNvSpPr>
            <a:spLocks noGrp="1"/>
          </p:cNvSpPr>
          <p:nvPr>
            <p:ph sz="quarter" idx="4"/>
          </p:nvPr>
        </p:nvSpPr>
        <p:spPr>
          <a:xfrm>
            <a:off x="6172200" y="2505075"/>
            <a:ext cx="5183188" cy="368458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7" name="日期占位符 6">
            <a:extLst>
              <a:ext uri="{FF2B5EF4-FFF2-40B4-BE49-F238E27FC236}">
                <a16:creationId xmlns:a16="http://schemas.microsoft.com/office/drawing/2014/main" id="{7F075B0C-EEC0-9B7A-A6E9-5B4618964E0A}"/>
              </a:ext>
            </a:extLst>
          </p:cNvPr>
          <p:cNvSpPr>
            <a:spLocks noGrp="1"/>
          </p:cNvSpPr>
          <p:nvPr>
            <p:ph type="dt" sz="half" idx="10"/>
          </p:nvPr>
        </p:nvSpPr>
        <p:spPr/>
        <p:txBody>
          <a:bodyPr/>
          <a:lstStyle/>
          <a:p>
            <a:fld id="{303AF01C-BEA4-094A-98E3-E23B7A7C3377}" type="datetimeFigureOut">
              <a:rPr kumimoji="1" lang="zh-CN" altLang="en-US" smtClean="0"/>
              <a:t>2024/10/14</a:t>
            </a:fld>
            <a:endParaRPr kumimoji="1" lang="zh-CN" altLang="en-US"/>
          </a:p>
        </p:txBody>
      </p:sp>
      <p:sp>
        <p:nvSpPr>
          <p:cNvPr id="8" name="页脚占位符 7">
            <a:extLst>
              <a:ext uri="{FF2B5EF4-FFF2-40B4-BE49-F238E27FC236}">
                <a16:creationId xmlns:a16="http://schemas.microsoft.com/office/drawing/2014/main" id="{9B99A2C8-1669-FCA2-A191-6F48CF81A18E}"/>
              </a:ext>
            </a:extLst>
          </p:cNvPr>
          <p:cNvSpPr>
            <a:spLocks noGrp="1"/>
          </p:cNvSpPr>
          <p:nvPr>
            <p:ph type="ftr" sz="quarter" idx="11"/>
          </p:nvPr>
        </p:nvSpPr>
        <p:spPr/>
        <p:txBody>
          <a:bodyPr/>
          <a:lstStyle/>
          <a:p>
            <a:endParaRPr kumimoji="1" lang="zh-CN" altLang="en-US"/>
          </a:p>
        </p:txBody>
      </p:sp>
      <p:sp>
        <p:nvSpPr>
          <p:cNvPr id="9" name="灯片编号占位符 8">
            <a:extLst>
              <a:ext uri="{FF2B5EF4-FFF2-40B4-BE49-F238E27FC236}">
                <a16:creationId xmlns:a16="http://schemas.microsoft.com/office/drawing/2014/main" id="{FCFBAC36-604E-6B33-E16F-59A62887D3F9}"/>
              </a:ext>
            </a:extLst>
          </p:cNvPr>
          <p:cNvSpPr>
            <a:spLocks noGrp="1"/>
          </p:cNvSpPr>
          <p:nvPr>
            <p:ph type="sldNum" sz="quarter" idx="12"/>
          </p:nvPr>
        </p:nvSpPr>
        <p:spPr/>
        <p:txBody>
          <a:bodyPr/>
          <a:lstStyle/>
          <a:p>
            <a:fld id="{5C141032-0F92-7549-AF33-519A96698BCA}" type="slidenum">
              <a:rPr kumimoji="1" lang="zh-CN" altLang="en-US" smtClean="0"/>
              <a:t>‹#›</a:t>
            </a:fld>
            <a:endParaRPr kumimoji="1" lang="zh-CN" altLang="en-US"/>
          </a:p>
        </p:txBody>
      </p:sp>
    </p:spTree>
    <p:extLst>
      <p:ext uri="{BB962C8B-B14F-4D97-AF65-F5344CB8AC3E}">
        <p14:creationId xmlns:p14="http://schemas.microsoft.com/office/powerpoint/2010/main" val="6670313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4319630-C3C5-60E4-6D94-7F396885C449}"/>
              </a:ext>
            </a:extLst>
          </p:cNvPr>
          <p:cNvSpPr>
            <a:spLocks noGrp="1"/>
          </p:cNvSpPr>
          <p:nvPr>
            <p:ph type="title"/>
          </p:nvPr>
        </p:nvSpPr>
        <p:spPr/>
        <p:txBody>
          <a:bodyPr/>
          <a:lstStyle/>
          <a:p>
            <a:r>
              <a:rPr kumimoji="1" lang="zh-CN" altLang="en-US"/>
              <a:t>单击此处编辑母版标题样式</a:t>
            </a:r>
          </a:p>
        </p:txBody>
      </p:sp>
      <p:sp>
        <p:nvSpPr>
          <p:cNvPr id="3" name="日期占位符 2">
            <a:extLst>
              <a:ext uri="{FF2B5EF4-FFF2-40B4-BE49-F238E27FC236}">
                <a16:creationId xmlns:a16="http://schemas.microsoft.com/office/drawing/2014/main" id="{0E564125-6218-FBD0-9366-5E61F632A728}"/>
              </a:ext>
            </a:extLst>
          </p:cNvPr>
          <p:cNvSpPr>
            <a:spLocks noGrp="1"/>
          </p:cNvSpPr>
          <p:nvPr>
            <p:ph type="dt" sz="half" idx="10"/>
          </p:nvPr>
        </p:nvSpPr>
        <p:spPr/>
        <p:txBody>
          <a:bodyPr/>
          <a:lstStyle/>
          <a:p>
            <a:fld id="{303AF01C-BEA4-094A-98E3-E23B7A7C3377}" type="datetimeFigureOut">
              <a:rPr kumimoji="1" lang="zh-CN" altLang="en-US" smtClean="0"/>
              <a:t>2024/10/14</a:t>
            </a:fld>
            <a:endParaRPr kumimoji="1" lang="zh-CN" altLang="en-US"/>
          </a:p>
        </p:txBody>
      </p:sp>
      <p:sp>
        <p:nvSpPr>
          <p:cNvPr id="4" name="页脚占位符 3">
            <a:extLst>
              <a:ext uri="{FF2B5EF4-FFF2-40B4-BE49-F238E27FC236}">
                <a16:creationId xmlns:a16="http://schemas.microsoft.com/office/drawing/2014/main" id="{9F01713F-1CE4-638D-00CA-FDD26E5EE51A}"/>
              </a:ext>
            </a:extLst>
          </p:cNvPr>
          <p:cNvSpPr>
            <a:spLocks noGrp="1"/>
          </p:cNvSpPr>
          <p:nvPr>
            <p:ph type="ftr" sz="quarter" idx="11"/>
          </p:nvPr>
        </p:nvSpPr>
        <p:spPr/>
        <p:txBody>
          <a:bodyPr/>
          <a:lstStyle/>
          <a:p>
            <a:endParaRPr kumimoji="1" lang="zh-CN" altLang="en-US"/>
          </a:p>
        </p:txBody>
      </p:sp>
      <p:sp>
        <p:nvSpPr>
          <p:cNvPr id="5" name="灯片编号占位符 4">
            <a:extLst>
              <a:ext uri="{FF2B5EF4-FFF2-40B4-BE49-F238E27FC236}">
                <a16:creationId xmlns:a16="http://schemas.microsoft.com/office/drawing/2014/main" id="{50A80C8C-E40D-C74C-0237-10993DADD384}"/>
              </a:ext>
            </a:extLst>
          </p:cNvPr>
          <p:cNvSpPr>
            <a:spLocks noGrp="1"/>
          </p:cNvSpPr>
          <p:nvPr>
            <p:ph type="sldNum" sz="quarter" idx="12"/>
          </p:nvPr>
        </p:nvSpPr>
        <p:spPr/>
        <p:txBody>
          <a:bodyPr/>
          <a:lstStyle/>
          <a:p>
            <a:fld id="{5C141032-0F92-7549-AF33-519A96698BCA}" type="slidenum">
              <a:rPr kumimoji="1" lang="zh-CN" altLang="en-US" smtClean="0"/>
              <a:t>‹#›</a:t>
            </a:fld>
            <a:endParaRPr kumimoji="1" lang="zh-CN" altLang="en-US"/>
          </a:p>
        </p:txBody>
      </p:sp>
    </p:spTree>
    <p:extLst>
      <p:ext uri="{BB962C8B-B14F-4D97-AF65-F5344CB8AC3E}">
        <p14:creationId xmlns:p14="http://schemas.microsoft.com/office/powerpoint/2010/main" val="358350583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A5CCAC2C-5DA6-FFD5-D64D-773B06781DDA}"/>
              </a:ext>
            </a:extLst>
          </p:cNvPr>
          <p:cNvSpPr>
            <a:spLocks noGrp="1"/>
          </p:cNvSpPr>
          <p:nvPr>
            <p:ph type="dt" sz="half" idx="10"/>
          </p:nvPr>
        </p:nvSpPr>
        <p:spPr/>
        <p:txBody>
          <a:bodyPr/>
          <a:lstStyle/>
          <a:p>
            <a:fld id="{303AF01C-BEA4-094A-98E3-E23B7A7C3377}" type="datetimeFigureOut">
              <a:rPr kumimoji="1" lang="zh-CN" altLang="en-US" smtClean="0"/>
              <a:t>2024/10/14</a:t>
            </a:fld>
            <a:endParaRPr kumimoji="1" lang="zh-CN" altLang="en-US"/>
          </a:p>
        </p:txBody>
      </p:sp>
      <p:sp>
        <p:nvSpPr>
          <p:cNvPr id="3" name="页脚占位符 2">
            <a:extLst>
              <a:ext uri="{FF2B5EF4-FFF2-40B4-BE49-F238E27FC236}">
                <a16:creationId xmlns:a16="http://schemas.microsoft.com/office/drawing/2014/main" id="{EA34ADED-C821-8B18-7A0F-30FFA5A6BABE}"/>
              </a:ext>
            </a:extLst>
          </p:cNvPr>
          <p:cNvSpPr>
            <a:spLocks noGrp="1"/>
          </p:cNvSpPr>
          <p:nvPr>
            <p:ph type="ftr" sz="quarter" idx="11"/>
          </p:nvPr>
        </p:nvSpPr>
        <p:spPr/>
        <p:txBody>
          <a:bodyPr/>
          <a:lstStyle/>
          <a:p>
            <a:endParaRPr kumimoji="1" lang="zh-CN" altLang="en-US"/>
          </a:p>
        </p:txBody>
      </p:sp>
      <p:sp>
        <p:nvSpPr>
          <p:cNvPr id="4" name="灯片编号占位符 3">
            <a:extLst>
              <a:ext uri="{FF2B5EF4-FFF2-40B4-BE49-F238E27FC236}">
                <a16:creationId xmlns:a16="http://schemas.microsoft.com/office/drawing/2014/main" id="{970358FA-7C26-63F7-80AD-0CB7906DA85E}"/>
              </a:ext>
            </a:extLst>
          </p:cNvPr>
          <p:cNvSpPr>
            <a:spLocks noGrp="1"/>
          </p:cNvSpPr>
          <p:nvPr>
            <p:ph type="sldNum" sz="quarter" idx="12"/>
          </p:nvPr>
        </p:nvSpPr>
        <p:spPr/>
        <p:txBody>
          <a:bodyPr/>
          <a:lstStyle/>
          <a:p>
            <a:fld id="{5C141032-0F92-7549-AF33-519A96698BCA}" type="slidenum">
              <a:rPr kumimoji="1" lang="zh-CN" altLang="en-US" smtClean="0"/>
              <a:t>‹#›</a:t>
            </a:fld>
            <a:endParaRPr kumimoji="1" lang="zh-CN" altLang="en-US"/>
          </a:p>
        </p:txBody>
      </p:sp>
    </p:spTree>
    <p:extLst>
      <p:ext uri="{BB962C8B-B14F-4D97-AF65-F5344CB8AC3E}">
        <p14:creationId xmlns:p14="http://schemas.microsoft.com/office/powerpoint/2010/main" val="263166076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578EADB-2466-32D8-526F-BBDA1EB7E785}"/>
              </a:ext>
            </a:extLst>
          </p:cNvPr>
          <p:cNvSpPr>
            <a:spLocks noGrp="1"/>
          </p:cNvSpPr>
          <p:nvPr>
            <p:ph type="title"/>
          </p:nvPr>
        </p:nvSpPr>
        <p:spPr>
          <a:xfrm>
            <a:off x="839788" y="457200"/>
            <a:ext cx="3932237" cy="1600200"/>
          </a:xfrm>
        </p:spPr>
        <p:txBody>
          <a:bodyPr anchor="b"/>
          <a:lstStyle>
            <a:lvl1pPr>
              <a:defRPr sz="3200"/>
            </a:lvl1pPr>
          </a:lstStyle>
          <a:p>
            <a:r>
              <a:rPr kumimoji="1" lang="zh-CN" altLang="en-US"/>
              <a:t>单击此处编辑母版标题样式</a:t>
            </a:r>
          </a:p>
        </p:txBody>
      </p:sp>
      <p:sp>
        <p:nvSpPr>
          <p:cNvPr id="3" name="内容占位符 2">
            <a:extLst>
              <a:ext uri="{FF2B5EF4-FFF2-40B4-BE49-F238E27FC236}">
                <a16:creationId xmlns:a16="http://schemas.microsoft.com/office/drawing/2014/main" id="{14A0727B-F6DA-870A-1634-0CA6EF650B3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文本占位符 3">
            <a:extLst>
              <a:ext uri="{FF2B5EF4-FFF2-40B4-BE49-F238E27FC236}">
                <a16:creationId xmlns:a16="http://schemas.microsoft.com/office/drawing/2014/main" id="{0C588C22-F9B9-3CD7-3461-ED38584E6F5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CN" altLang="en-US"/>
              <a:t>单击此处编辑母版文本样式</a:t>
            </a:r>
          </a:p>
        </p:txBody>
      </p:sp>
      <p:sp>
        <p:nvSpPr>
          <p:cNvPr id="5" name="日期占位符 4">
            <a:extLst>
              <a:ext uri="{FF2B5EF4-FFF2-40B4-BE49-F238E27FC236}">
                <a16:creationId xmlns:a16="http://schemas.microsoft.com/office/drawing/2014/main" id="{08BD0A78-0B89-FE0D-CD15-51B40D79FF74}"/>
              </a:ext>
            </a:extLst>
          </p:cNvPr>
          <p:cNvSpPr>
            <a:spLocks noGrp="1"/>
          </p:cNvSpPr>
          <p:nvPr>
            <p:ph type="dt" sz="half" idx="10"/>
          </p:nvPr>
        </p:nvSpPr>
        <p:spPr/>
        <p:txBody>
          <a:bodyPr/>
          <a:lstStyle/>
          <a:p>
            <a:fld id="{303AF01C-BEA4-094A-98E3-E23B7A7C3377}" type="datetimeFigureOut">
              <a:rPr kumimoji="1" lang="zh-CN" altLang="en-US" smtClean="0"/>
              <a:t>2024/10/14</a:t>
            </a:fld>
            <a:endParaRPr kumimoji="1" lang="zh-CN" altLang="en-US"/>
          </a:p>
        </p:txBody>
      </p:sp>
      <p:sp>
        <p:nvSpPr>
          <p:cNvPr id="6" name="页脚占位符 5">
            <a:extLst>
              <a:ext uri="{FF2B5EF4-FFF2-40B4-BE49-F238E27FC236}">
                <a16:creationId xmlns:a16="http://schemas.microsoft.com/office/drawing/2014/main" id="{52B2233C-25E9-1ABB-8EEF-851D00029B46}"/>
              </a:ext>
            </a:extLst>
          </p:cNvPr>
          <p:cNvSpPr>
            <a:spLocks noGrp="1"/>
          </p:cNvSpPr>
          <p:nvPr>
            <p:ph type="ftr" sz="quarter" idx="11"/>
          </p:nvPr>
        </p:nvSpPr>
        <p:spPr/>
        <p:txBody>
          <a:bodyPr/>
          <a:lstStyle/>
          <a:p>
            <a:endParaRPr kumimoji="1" lang="zh-CN" altLang="en-US"/>
          </a:p>
        </p:txBody>
      </p:sp>
      <p:sp>
        <p:nvSpPr>
          <p:cNvPr id="7" name="灯片编号占位符 6">
            <a:extLst>
              <a:ext uri="{FF2B5EF4-FFF2-40B4-BE49-F238E27FC236}">
                <a16:creationId xmlns:a16="http://schemas.microsoft.com/office/drawing/2014/main" id="{0BECE572-760E-AC40-9EBE-2286B862B9E7}"/>
              </a:ext>
            </a:extLst>
          </p:cNvPr>
          <p:cNvSpPr>
            <a:spLocks noGrp="1"/>
          </p:cNvSpPr>
          <p:nvPr>
            <p:ph type="sldNum" sz="quarter" idx="12"/>
          </p:nvPr>
        </p:nvSpPr>
        <p:spPr/>
        <p:txBody>
          <a:bodyPr/>
          <a:lstStyle/>
          <a:p>
            <a:fld id="{5C141032-0F92-7549-AF33-519A96698BCA}" type="slidenum">
              <a:rPr kumimoji="1" lang="zh-CN" altLang="en-US" smtClean="0"/>
              <a:t>‹#›</a:t>
            </a:fld>
            <a:endParaRPr kumimoji="1" lang="zh-CN" altLang="en-US"/>
          </a:p>
        </p:txBody>
      </p:sp>
    </p:spTree>
    <p:extLst>
      <p:ext uri="{BB962C8B-B14F-4D97-AF65-F5344CB8AC3E}">
        <p14:creationId xmlns:p14="http://schemas.microsoft.com/office/powerpoint/2010/main" val="38311105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4D7F59F-7997-785F-4EC4-F8B3BB8C22A6}"/>
              </a:ext>
            </a:extLst>
          </p:cNvPr>
          <p:cNvSpPr>
            <a:spLocks noGrp="1"/>
          </p:cNvSpPr>
          <p:nvPr>
            <p:ph type="title"/>
          </p:nvPr>
        </p:nvSpPr>
        <p:spPr>
          <a:xfrm>
            <a:off x="839788" y="457200"/>
            <a:ext cx="3932237" cy="1600200"/>
          </a:xfrm>
        </p:spPr>
        <p:txBody>
          <a:bodyPr anchor="b"/>
          <a:lstStyle>
            <a:lvl1pPr>
              <a:defRPr sz="3200"/>
            </a:lvl1pPr>
          </a:lstStyle>
          <a:p>
            <a:r>
              <a:rPr kumimoji="1" lang="zh-CN" altLang="en-US"/>
              <a:t>单击此处编辑母版标题样式</a:t>
            </a:r>
          </a:p>
        </p:txBody>
      </p:sp>
      <p:sp>
        <p:nvSpPr>
          <p:cNvPr id="3" name="图片占位符 2">
            <a:extLst>
              <a:ext uri="{FF2B5EF4-FFF2-40B4-BE49-F238E27FC236}">
                <a16:creationId xmlns:a16="http://schemas.microsoft.com/office/drawing/2014/main" id="{D7C23628-EC96-C08B-AE46-5FBA90960B1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zh-CN" altLang="en-US"/>
          </a:p>
        </p:txBody>
      </p:sp>
      <p:sp>
        <p:nvSpPr>
          <p:cNvPr id="4" name="文本占位符 3">
            <a:extLst>
              <a:ext uri="{FF2B5EF4-FFF2-40B4-BE49-F238E27FC236}">
                <a16:creationId xmlns:a16="http://schemas.microsoft.com/office/drawing/2014/main" id="{FECF746C-1E10-9F76-492B-9DD02311DB2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CN" altLang="en-US"/>
              <a:t>单击此处编辑母版文本样式</a:t>
            </a:r>
          </a:p>
        </p:txBody>
      </p:sp>
      <p:sp>
        <p:nvSpPr>
          <p:cNvPr id="5" name="日期占位符 4">
            <a:extLst>
              <a:ext uri="{FF2B5EF4-FFF2-40B4-BE49-F238E27FC236}">
                <a16:creationId xmlns:a16="http://schemas.microsoft.com/office/drawing/2014/main" id="{89796498-83FB-75D7-A9E4-6BEC3C21F333}"/>
              </a:ext>
            </a:extLst>
          </p:cNvPr>
          <p:cNvSpPr>
            <a:spLocks noGrp="1"/>
          </p:cNvSpPr>
          <p:nvPr>
            <p:ph type="dt" sz="half" idx="10"/>
          </p:nvPr>
        </p:nvSpPr>
        <p:spPr/>
        <p:txBody>
          <a:bodyPr/>
          <a:lstStyle/>
          <a:p>
            <a:fld id="{303AF01C-BEA4-094A-98E3-E23B7A7C3377}" type="datetimeFigureOut">
              <a:rPr kumimoji="1" lang="zh-CN" altLang="en-US" smtClean="0"/>
              <a:t>2024/10/14</a:t>
            </a:fld>
            <a:endParaRPr kumimoji="1" lang="zh-CN" altLang="en-US"/>
          </a:p>
        </p:txBody>
      </p:sp>
      <p:sp>
        <p:nvSpPr>
          <p:cNvPr id="6" name="页脚占位符 5">
            <a:extLst>
              <a:ext uri="{FF2B5EF4-FFF2-40B4-BE49-F238E27FC236}">
                <a16:creationId xmlns:a16="http://schemas.microsoft.com/office/drawing/2014/main" id="{68DEDB00-CE8C-696E-BBF2-43C8DE0FA890}"/>
              </a:ext>
            </a:extLst>
          </p:cNvPr>
          <p:cNvSpPr>
            <a:spLocks noGrp="1"/>
          </p:cNvSpPr>
          <p:nvPr>
            <p:ph type="ftr" sz="quarter" idx="11"/>
          </p:nvPr>
        </p:nvSpPr>
        <p:spPr/>
        <p:txBody>
          <a:bodyPr/>
          <a:lstStyle/>
          <a:p>
            <a:endParaRPr kumimoji="1" lang="zh-CN" altLang="en-US"/>
          </a:p>
        </p:txBody>
      </p:sp>
      <p:sp>
        <p:nvSpPr>
          <p:cNvPr id="7" name="灯片编号占位符 6">
            <a:extLst>
              <a:ext uri="{FF2B5EF4-FFF2-40B4-BE49-F238E27FC236}">
                <a16:creationId xmlns:a16="http://schemas.microsoft.com/office/drawing/2014/main" id="{54409B6D-7236-8C2F-58A8-C7F75D10833C}"/>
              </a:ext>
            </a:extLst>
          </p:cNvPr>
          <p:cNvSpPr>
            <a:spLocks noGrp="1"/>
          </p:cNvSpPr>
          <p:nvPr>
            <p:ph type="sldNum" sz="quarter" idx="12"/>
          </p:nvPr>
        </p:nvSpPr>
        <p:spPr/>
        <p:txBody>
          <a:bodyPr/>
          <a:lstStyle/>
          <a:p>
            <a:fld id="{5C141032-0F92-7549-AF33-519A96698BCA}" type="slidenum">
              <a:rPr kumimoji="1" lang="zh-CN" altLang="en-US" smtClean="0"/>
              <a:t>‹#›</a:t>
            </a:fld>
            <a:endParaRPr kumimoji="1" lang="zh-CN" altLang="en-US"/>
          </a:p>
        </p:txBody>
      </p:sp>
    </p:spTree>
    <p:extLst>
      <p:ext uri="{BB962C8B-B14F-4D97-AF65-F5344CB8AC3E}">
        <p14:creationId xmlns:p14="http://schemas.microsoft.com/office/powerpoint/2010/main" val="349694829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2DD0496-7DB4-0932-E078-87D05C8D6694}"/>
              </a:ext>
            </a:extLst>
          </p:cNvPr>
          <p:cNvSpPr>
            <a:spLocks noGrp="1"/>
          </p:cNvSpPr>
          <p:nvPr>
            <p:ph type="title"/>
          </p:nvPr>
        </p:nvSpPr>
        <p:spPr/>
        <p:txBody>
          <a:bodyPr/>
          <a:lstStyle/>
          <a:p>
            <a:r>
              <a:rPr kumimoji="1" lang="zh-CN" altLang="en-US"/>
              <a:t>单击此处编辑母版标题样式</a:t>
            </a:r>
          </a:p>
        </p:txBody>
      </p:sp>
      <p:sp>
        <p:nvSpPr>
          <p:cNvPr id="3" name="竖排文字占位符 2">
            <a:extLst>
              <a:ext uri="{FF2B5EF4-FFF2-40B4-BE49-F238E27FC236}">
                <a16:creationId xmlns:a16="http://schemas.microsoft.com/office/drawing/2014/main" id="{AB78F30D-5308-E470-DA2C-0BD5352CA3AB}"/>
              </a:ext>
            </a:extLst>
          </p:cNvPr>
          <p:cNvSpPr>
            <a:spLocks noGrp="1"/>
          </p:cNvSpPr>
          <p:nvPr>
            <p:ph type="body" orient="vert" idx="1"/>
          </p:nvPr>
        </p:nvSpPr>
        <p:spPr/>
        <p:txBody>
          <a:bodyPr vert="eaVert"/>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8E12234C-37FE-FF5A-6D3E-88E8649FB3AF}"/>
              </a:ext>
            </a:extLst>
          </p:cNvPr>
          <p:cNvSpPr>
            <a:spLocks noGrp="1"/>
          </p:cNvSpPr>
          <p:nvPr>
            <p:ph type="dt" sz="half" idx="10"/>
          </p:nvPr>
        </p:nvSpPr>
        <p:spPr/>
        <p:txBody>
          <a:bodyPr/>
          <a:lstStyle/>
          <a:p>
            <a:fld id="{303AF01C-BEA4-094A-98E3-E23B7A7C3377}" type="datetimeFigureOut">
              <a:rPr kumimoji="1" lang="zh-CN" altLang="en-US" smtClean="0"/>
              <a:t>2024/10/14</a:t>
            </a:fld>
            <a:endParaRPr kumimoji="1" lang="zh-CN" altLang="en-US"/>
          </a:p>
        </p:txBody>
      </p:sp>
      <p:sp>
        <p:nvSpPr>
          <p:cNvPr id="5" name="页脚占位符 4">
            <a:extLst>
              <a:ext uri="{FF2B5EF4-FFF2-40B4-BE49-F238E27FC236}">
                <a16:creationId xmlns:a16="http://schemas.microsoft.com/office/drawing/2014/main" id="{9A6C760C-1174-297F-DCF3-B438A3833C8B}"/>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25A11E53-B8FE-669C-8D5E-39AF64158B5F}"/>
              </a:ext>
            </a:extLst>
          </p:cNvPr>
          <p:cNvSpPr>
            <a:spLocks noGrp="1"/>
          </p:cNvSpPr>
          <p:nvPr>
            <p:ph type="sldNum" sz="quarter" idx="12"/>
          </p:nvPr>
        </p:nvSpPr>
        <p:spPr/>
        <p:txBody>
          <a:bodyPr/>
          <a:lstStyle/>
          <a:p>
            <a:fld id="{5C141032-0F92-7549-AF33-519A96698BCA}" type="slidenum">
              <a:rPr kumimoji="1" lang="zh-CN" altLang="en-US" smtClean="0"/>
              <a:t>‹#›</a:t>
            </a:fld>
            <a:endParaRPr kumimoji="1" lang="zh-CN" altLang="en-US"/>
          </a:p>
        </p:txBody>
      </p:sp>
    </p:spTree>
    <p:extLst>
      <p:ext uri="{BB962C8B-B14F-4D97-AF65-F5344CB8AC3E}">
        <p14:creationId xmlns:p14="http://schemas.microsoft.com/office/powerpoint/2010/main" val="8338256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9A9E4A1E-BFD9-F879-C367-F6453A1F3C14}"/>
              </a:ext>
            </a:extLst>
          </p:cNvPr>
          <p:cNvSpPr>
            <a:spLocks noGrp="1"/>
          </p:cNvSpPr>
          <p:nvPr>
            <p:ph type="title" orient="vert"/>
          </p:nvPr>
        </p:nvSpPr>
        <p:spPr>
          <a:xfrm>
            <a:off x="8724900" y="365125"/>
            <a:ext cx="2628900" cy="5811838"/>
          </a:xfrm>
        </p:spPr>
        <p:txBody>
          <a:bodyPr vert="eaVert"/>
          <a:lstStyle/>
          <a:p>
            <a:r>
              <a:rPr kumimoji="1" lang="zh-CN" altLang="en-US"/>
              <a:t>单击此处编辑母版标题样式</a:t>
            </a:r>
          </a:p>
        </p:txBody>
      </p:sp>
      <p:sp>
        <p:nvSpPr>
          <p:cNvPr id="3" name="竖排文字占位符 2">
            <a:extLst>
              <a:ext uri="{FF2B5EF4-FFF2-40B4-BE49-F238E27FC236}">
                <a16:creationId xmlns:a16="http://schemas.microsoft.com/office/drawing/2014/main" id="{91527C87-BE8D-85B1-A828-6A264D76E2A8}"/>
              </a:ext>
            </a:extLst>
          </p:cNvPr>
          <p:cNvSpPr>
            <a:spLocks noGrp="1"/>
          </p:cNvSpPr>
          <p:nvPr>
            <p:ph type="body" orient="vert" idx="1"/>
          </p:nvPr>
        </p:nvSpPr>
        <p:spPr>
          <a:xfrm>
            <a:off x="838200" y="365125"/>
            <a:ext cx="7734300" cy="5811838"/>
          </a:xfrm>
        </p:spPr>
        <p:txBody>
          <a:bodyPr vert="eaVert"/>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4B4C0B87-C1B7-6F61-7EED-D9A52AC15455}"/>
              </a:ext>
            </a:extLst>
          </p:cNvPr>
          <p:cNvSpPr>
            <a:spLocks noGrp="1"/>
          </p:cNvSpPr>
          <p:nvPr>
            <p:ph type="dt" sz="half" idx="10"/>
          </p:nvPr>
        </p:nvSpPr>
        <p:spPr/>
        <p:txBody>
          <a:bodyPr/>
          <a:lstStyle/>
          <a:p>
            <a:fld id="{303AF01C-BEA4-094A-98E3-E23B7A7C3377}" type="datetimeFigureOut">
              <a:rPr kumimoji="1" lang="zh-CN" altLang="en-US" smtClean="0"/>
              <a:t>2024/10/14</a:t>
            </a:fld>
            <a:endParaRPr kumimoji="1" lang="zh-CN" altLang="en-US"/>
          </a:p>
        </p:txBody>
      </p:sp>
      <p:sp>
        <p:nvSpPr>
          <p:cNvPr id="5" name="页脚占位符 4">
            <a:extLst>
              <a:ext uri="{FF2B5EF4-FFF2-40B4-BE49-F238E27FC236}">
                <a16:creationId xmlns:a16="http://schemas.microsoft.com/office/drawing/2014/main" id="{7B4C7E06-537B-F290-43CC-6F1D9D68CA8E}"/>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0813E246-0E76-9709-4C7A-5C2BCCBD23B3}"/>
              </a:ext>
            </a:extLst>
          </p:cNvPr>
          <p:cNvSpPr>
            <a:spLocks noGrp="1"/>
          </p:cNvSpPr>
          <p:nvPr>
            <p:ph type="sldNum" sz="quarter" idx="12"/>
          </p:nvPr>
        </p:nvSpPr>
        <p:spPr/>
        <p:txBody>
          <a:bodyPr/>
          <a:lstStyle/>
          <a:p>
            <a:fld id="{5C141032-0F92-7549-AF33-519A96698BCA}" type="slidenum">
              <a:rPr kumimoji="1" lang="zh-CN" altLang="en-US" smtClean="0"/>
              <a:t>‹#›</a:t>
            </a:fld>
            <a:endParaRPr kumimoji="1" lang="zh-CN" altLang="en-US"/>
          </a:p>
        </p:txBody>
      </p:sp>
    </p:spTree>
    <p:extLst>
      <p:ext uri="{BB962C8B-B14F-4D97-AF65-F5344CB8AC3E}">
        <p14:creationId xmlns:p14="http://schemas.microsoft.com/office/powerpoint/2010/main" val="425040819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BFCE9ACE-882E-4864-9954-B7C8E32757F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zh-CN" altLang="en-US"/>
              <a:t>单击此处编辑母版标题样式</a:t>
            </a:r>
          </a:p>
        </p:txBody>
      </p:sp>
      <p:sp>
        <p:nvSpPr>
          <p:cNvPr id="3" name="文本占位符 2">
            <a:extLst>
              <a:ext uri="{FF2B5EF4-FFF2-40B4-BE49-F238E27FC236}">
                <a16:creationId xmlns:a16="http://schemas.microsoft.com/office/drawing/2014/main" id="{D420A5C3-985A-9DDB-7FBF-C6BA572DB74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485C7037-F3A7-509D-E807-C89F601D661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03AF01C-BEA4-094A-98E3-E23B7A7C3377}" type="datetimeFigureOut">
              <a:rPr kumimoji="1" lang="zh-CN" altLang="en-US" smtClean="0"/>
              <a:t>2024/10/14</a:t>
            </a:fld>
            <a:endParaRPr kumimoji="1" lang="zh-CN" altLang="en-US"/>
          </a:p>
        </p:txBody>
      </p:sp>
      <p:sp>
        <p:nvSpPr>
          <p:cNvPr id="5" name="页脚占位符 4">
            <a:extLst>
              <a:ext uri="{FF2B5EF4-FFF2-40B4-BE49-F238E27FC236}">
                <a16:creationId xmlns:a16="http://schemas.microsoft.com/office/drawing/2014/main" id="{9DDC179B-1F8D-B908-6A42-486385E1786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zh-CN" altLang="en-US"/>
          </a:p>
        </p:txBody>
      </p:sp>
      <p:sp>
        <p:nvSpPr>
          <p:cNvPr id="6" name="灯片编号占位符 5">
            <a:extLst>
              <a:ext uri="{FF2B5EF4-FFF2-40B4-BE49-F238E27FC236}">
                <a16:creationId xmlns:a16="http://schemas.microsoft.com/office/drawing/2014/main" id="{138605FB-317E-C215-EFCE-81DE8F5485D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C141032-0F92-7549-AF33-519A96698BCA}" type="slidenum">
              <a:rPr kumimoji="1" lang="zh-CN" altLang="en-US" smtClean="0"/>
              <a:t>‹#›</a:t>
            </a:fld>
            <a:endParaRPr kumimoji="1" lang="zh-CN" altLang="en-US"/>
          </a:p>
        </p:txBody>
      </p:sp>
    </p:spTree>
    <p:extLst>
      <p:ext uri="{BB962C8B-B14F-4D97-AF65-F5344CB8AC3E}">
        <p14:creationId xmlns:p14="http://schemas.microsoft.com/office/powerpoint/2010/main" val="116694884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4.svg"/><Relationship Id="rId7" Type="http://schemas.openxmlformats.org/officeDocument/2006/relationships/image" Target="../media/image18.svg"/><Relationship Id="rId2" Type="http://schemas.openxmlformats.org/officeDocument/2006/relationships/image" Target="../media/image13.png"/><Relationship Id="rId1" Type="http://schemas.openxmlformats.org/officeDocument/2006/relationships/slideLayout" Target="../slideLayouts/slideLayout2.xml"/><Relationship Id="rId6" Type="http://schemas.openxmlformats.org/officeDocument/2006/relationships/image" Target="../media/image17.png"/><Relationship Id="rId11" Type="http://schemas.openxmlformats.org/officeDocument/2006/relationships/image" Target="../media/image21.png"/><Relationship Id="rId5" Type="http://schemas.openxmlformats.org/officeDocument/2006/relationships/image" Target="../media/image16.svg"/><Relationship Id="rId10" Type="http://schemas.openxmlformats.org/officeDocument/2006/relationships/image" Target="../media/image20.png"/><Relationship Id="rId4" Type="http://schemas.openxmlformats.org/officeDocument/2006/relationships/image" Target="../media/image15.png"/><Relationship Id="rId9" Type="http://schemas.openxmlformats.org/officeDocument/2006/relationships/image" Target="../media/image19.png"/></Relationships>
</file>

<file path=ppt/slides/_rels/slide5.xml.rels><?xml version="1.0" encoding="UTF-8" standalone="yes"?>
<Relationships xmlns="http://schemas.openxmlformats.org/package/2006/relationships"><Relationship Id="rId13" Type="http://schemas.openxmlformats.org/officeDocument/2006/relationships/image" Target="../media/image33.svg"/><Relationship Id="rId18" Type="http://schemas.openxmlformats.org/officeDocument/2006/relationships/image" Target="../media/image38.png"/><Relationship Id="rId26" Type="http://schemas.openxmlformats.org/officeDocument/2006/relationships/image" Target="../media/image45.png"/><Relationship Id="rId3" Type="http://schemas.openxmlformats.org/officeDocument/2006/relationships/image" Target="../media/image23.svg"/><Relationship Id="rId21" Type="http://schemas.openxmlformats.org/officeDocument/2006/relationships/image" Target="../media/image41.png"/><Relationship Id="rId34" Type="http://schemas.openxmlformats.org/officeDocument/2006/relationships/image" Target="../media/image53.png"/><Relationship Id="rId7" Type="http://schemas.openxmlformats.org/officeDocument/2006/relationships/image" Target="../media/image27.svg"/><Relationship Id="rId12" Type="http://schemas.openxmlformats.org/officeDocument/2006/relationships/image" Target="../media/image32.png"/><Relationship Id="rId17" Type="http://schemas.openxmlformats.org/officeDocument/2006/relationships/image" Target="../media/image37.svg"/><Relationship Id="rId25" Type="http://schemas.openxmlformats.org/officeDocument/2006/relationships/image" Target="../media/image6.png"/><Relationship Id="rId33" Type="http://schemas.openxmlformats.org/officeDocument/2006/relationships/image" Target="../media/image52.png"/><Relationship Id="rId2" Type="http://schemas.openxmlformats.org/officeDocument/2006/relationships/image" Target="../media/image22.png"/><Relationship Id="rId16" Type="http://schemas.openxmlformats.org/officeDocument/2006/relationships/image" Target="../media/image36.png"/><Relationship Id="rId20" Type="http://schemas.openxmlformats.org/officeDocument/2006/relationships/image" Target="../media/image40.svg"/><Relationship Id="rId29" Type="http://schemas.openxmlformats.org/officeDocument/2006/relationships/image" Target="../media/image48.png"/><Relationship Id="rId1" Type="http://schemas.openxmlformats.org/officeDocument/2006/relationships/slideLayout" Target="../slideLayouts/slideLayout2.xml"/><Relationship Id="rId6" Type="http://schemas.openxmlformats.org/officeDocument/2006/relationships/image" Target="../media/image26.png"/><Relationship Id="rId11" Type="http://schemas.openxmlformats.org/officeDocument/2006/relationships/image" Target="../media/image31.png"/><Relationship Id="rId24" Type="http://schemas.openxmlformats.org/officeDocument/2006/relationships/image" Target="../media/image44.svg"/><Relationship Id="rId32" Type="http://schemas.openxmlformats.org/officeDocument/2006/relationships/image" Target="../media/image51.png"/><Relationship Id="rId5" Type="http://schemas.openxmlformats.org/officeDocument/2006/relationships/image" Target="../media/image25.svg"/><Relationship Id="rId15" Type="http://schemas.openxmlformats.org/officeDocument/2006/relationships/image" Target="../media/image35.svg"/><Relationship Id="rId23" Type="http://schemas.openxmlformats.org/officeDocument/2006/relationships/image" Target="../media/image43.png"/><Relationship Id="rId28" Type="http://schemas.openxmlformats.org/officeDocument/2006/relationships/image" Target="../media/image47.png"/><Relationship Id="rId10" Type="http://schemas.openxmlformats.org/officeDocument/2006/relationships/image" Target="../media/image30.png"/><Relationship Id="rId19" Type="http://schemas.openxmlformats.org/officeDocument/2006/relationships/image" Target="../media/image39.png"/><Relationship Id="rId31" Type="http://schemas.openxmlformats.org/officeDocument/2006/relationships/image" Target="../media/image50.png"/><Relationship Id="rId4" Type="http://schemas.openxmlformats.org/officeDocument/2006/relationships/image" Target="../media/image24.png"/><Relationship Id="rId9" Type="http://schemas.openxmlformats.org/officeDocument/2006/relationships/image" Target="../media/image29.png"/><Relationship Id="rId14" Type="http://schemas.openxmlformats.org/officeDocument/2006/relationships/image" Target="../media/image34.png"/><Relationship Id="rId22" Type="http://schemas.openxmlformats.org/officeDocument/2006/relationships/image" Target="../media/image42.svg"/><Relationship Id="rId27" Type="http://schemas.openxmlformats.org/officeDocument/2006/relationships/image" Target="../media/image46.svg"/><Relationship Id="rId30" Type="http://schemas.openxmlformats.org/officeDocument/2006/relationships/image" Target="../media/image49.png"/><Relationship Id="rId8" Type="http://schemas.openxmlformats.org/officeDocument/2006/relationships/image" Target="../media/image28.png"/></Relationships>
</file>

<file path=ppt/slides/_rels/slide6.xml.rels><?xml version="1.0" encoding="UTF-8" standalone="yes"?>
<Relationships xmlns="http://schemas.openxmlformats.org/package/2006/relationships"><Relationship Id="rId3" Type="http://schemas.openxmlformats.org/officeDocument/2006/relationships/hyperlink" Target="https://play.tailwindcss.com/0VLICQ8oUW" TargetMode="External"/><Relationship Id="rId2" Type="http://schemas.openxmlformats.org/officeDocument/2006/relationships/image" Target="../media/image54.png"/><Relationship Id="rId1" Type="http://schemas.openxmlformats.org/officeDocument/2006/relationships/slideLayout" Target="../slideLayouts/slideLayout2.xml"/><Relationship Id="rId5" Type="http://schemas.openxmlformats.org/officeDocument/2006/relationships/image" Target="../media/image55.png"/><Relationship Id="rId4" Type="http://schemas.openxmlformats.org/officeDocument/2006/relationships/hyperlink" Target="https://play.tailwindcss.com/5KJf7xDKv6"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圆角 129">
            <a:extLst>
              <a:ext uri="{FF2B5EF4-FFF2-40B4-BE49-F238E27FC236}">
                <a16:creationId xmlns:a16="http://schemas.microsoft.com/office/drawing/2014/main" id="{0BE1779F-67DD-C2FB-5ECF-D77E14A99DF3}"/>
              </a:ext>
            </a:extLst>
          </p:cNvPr>
          <p:cNvSpPr/>
          <p:nvPr/>
        </p:nvSpPr>
        <p:spPr>
          <a:xfrm>
            <a:off x="914235" y="592016"/>
            <a:ext cx="10532993" cy="5323010"/>
          </a:xfrm>
          <a:prstGeom prst="roundRect">
            <a:avLst>
              <a:gd name="adj" fmla="val 5285"/>
            </a:avLst>
          </a:prstGeom>
          <a:solidFill>
            <a:schemeClr val="bg1">
              <a:lumMod val="95000"/>
            </a:schemeClr>
          </a:solidFill>
          <a:ln w="28575">
            <a:solidFill>
              <a:schemeClr val="bg1">
                <a:lumMod val="8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bg1"/>
              </a:solidFill>
              <a:latin typeface="微软雅黑" panose="020B0503020204020204" pitchFamily="34" charset="-122"/>
              <a:ea typeface="微软雅黑" panose="020B0503020204020204" pitchFamily="34" charset="-122"/>
            </a:endParaRPr>
          </a:p>
        </p:txBody>
      </p:sp>
      <p:sp>
        <p:nvSpPr>
          <p:cNvPr id="7" name="圆角矩形 6">
            <a:extLst>
              <a:ext uri="{FF2B5EF4-FFF2-40B4-BE49-F238E27FC236}">
                <a16:creationId xmlns:a16="http://schemas.microsoft.com/office/drawing/2014/main" id="{97540578-8C01-654F-20BE-F4BD9B97CDCA}"/>
              </a:ext>
            </a:extLst>
          </p:cNvPr>
          <p:cNvSpPr/>
          <p:nvPr/>
        </p:nvSpPr>
        <p:spPr>
          <a:xfrm>
            <a:off x="1537275" y="1378845"/>
            <a:ext cx="2028093" cy="911590"/>
          </a:xfrm>
          <a:prstGeom prst="roundRect">
            <a:avLst>
              <a:gd name="adj" fmla="val 10952"/>
            </a:avLst>
          </a:prstGeom>
          <a:solidFill>
            <a:srgbClr val="F5CCCE"/>
          </a:solidFill>
          <a:ln w="28575">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pic>
        <p:nvPicPr>
          <p:cNvPr id="6" name="图片 5">
            <a:extLst>
              <a:ext uri="{FF2B5EF4-FFF2-40B4-BE49-F238E27FC236}">
                <a16:creationId xmlns:a16="http://schemas.microsoft.com/office/drawing/2014/main" id="{9B057826-B426-C589-1263-291F60DAD71F}"/>
              </a:ext>
            </a:extLst>
          </p:cNvPr>
          <p:cNvPicPr>
            <a:picLocks noChangeAspect="1"/>
          </p:cNvPicPr>
          <p:nvPr/>
        </p:nvPicPr>
        <p:blipFill>
          <a:blip r:embed="rId2"/>
          <a:stretch>
            <a:fillRect/>
          </a:stretch>
        </p:blipFill>
        <p:spPr>
          <a:xfrm>
            <a:off x="1636924" y="1466770"/>
            <a:ext cx="275490" cy="275490"/>
          </a:xfrm>
          <a:prstGeom prst="rect">
            <a:avLst/>
          </a:prstGeom>
          <a:noFill/>
        </p:spPr>
      </p:pic>
      <p:sp>
        <p:nvSpPr>
          <p:cNvPr id="8" name="文本框 7">
            <a:extLst>
              <a:ext uri="{FF2B5EF4-FFF2-40B4-BE49-F238E27FC236}">
                <a16:creationId xmlns:a16="http://schemas.microsoft.com/office/drawing/2014/main" id="{508D3FA8-E4A0-FC3D-70BE-CE866631E52F}"/>
              </a:ext>
            </a:extLst>
          </p:cNvPr>
          <p:cNvSpPr txBox="1"/>
          <p:nvPr/>
        </p:nvSpPr>
        <p:spPr>
          <a:xfrm>
            <a:off x="1824857" y="1416183"/>
            <a:ext cx="838691" cy="369332"/>
          </a:xfrm>
          <a:prstGeom prst="rect">
            <a:avLst/>
          </a:prstGeom>
          <a:noFill/>
        </p:spPr>
        <p:txBody>
          <a:bodyPr wrap="none" rtlCol="0">
            <a:spAutoFit/>
          </a:bodyPr>
          <a:lstStyle/>
          <a:p>
            <a:r>
              <a:rPr kumimoji="1" lang="en-US" altLang="zh-CN" b="1" dirty="0">
                <a:latin typeface="Microsoft YaHei" panose="020B0503020204020204" pitchFamily="34" charset="-122"/>
                <a:ea typeface="Microsoft YaHei" panose="020B0503020204020204" pitchFamily="34" charset="-122"/>
                <a:cs typeface="Times New Roman" panose="02020603050405020304" pitchFamily="18" charset="0"/>
              </a:rPr>
              <a:t>Issue:</a:t>
            </a:r>
            <a:endParaRPr kumimoji="1" lang="zh-CN" altLang="en-US" b="1" dirty="0">
              <a:latin typeface="Microsoft YaHei" panose="020B0503020204020204" pitchFamily="34" charset="-122"/>
              <a:ea typeface="Microsoft YaHei" panose="020B0503020204020204" pitchFamily="34" charset="-122"/>
              <a:cs typeface="Times New Roman" panose="02020603050405020304" pitchFamily="18" charset="0"/>
            </a:endParaRPr>
          </a:p>
        </p:txBody>
      </p:sp>
      <p:cxnSp>
        <p:nvCxnSpPr>
          <p:cNvPr id="10" name="直线箭头连接符 9">
            <a:extLst>
              <a:ext uri="{FF2B5EF4-FFF2-40B4-BE49-F238E27FC236}">
                <a16:creationId xmlns:a16="http://schemas.microsoft.com/office/drawing/2014/main" id="{02D796A2-C03B-8941-98F7-E3C4FCF0C2C8}"/>
              </a:ext>
            </a:extLst>
          </p:cNvPr>
          <p:cNvCxnSpPr>
            <a:cxnSpLocks/>
          </p:cNvCxnSpPr>
          <p:nvPr/>
        </p:nvCxnSpPr>
        <p:spPr>
          <a:xfrm>
            <a:off x="3689925" y="1834640"/>
            <a:ext cx="1708709" cy="0"/>
          </a:xfrm>
          <a:prstGeom prst="straightConnector1">
            <a:avLst/>
          </a:prstGeom>
          <a:ln w="60325">
            <a:headEnd w="lg" len="lg"/>
            <a:tailEnd type="triangle" w="med" len="lg"/>
          </a:ln>
        </p:spPr>
        <p:style>
          <a:lnRef idx="1">
            <a:schemeClr val="dk1"/>
          </a:lnRef>
          <a:fillRef idx="0">
            <a:schemeClr val="dk1"/>
          </a:fillRef>
          <a:effectRef idx="0">
            <a:schemeClr val="dk1"/>
          </a:effectRef>
          <a:fontRef idx="minor">
            <a:schemeClr val="tx1"/>
          </a:fontRef>
        </p:style>
      </p:cxnSp>
      <p:sp>
        <p:nvSpPr>
          <p:cNvPr id="16" name="文本框 15">
            <a:extLst>
              <a:ext uri="{FF2B5EF4-FFF2-40B4-BE49-F238E27FC236}">
                <a16:creationId xmlns:a16="http://schemas.microsoft.com/office/drawing/2014/main" id="{E4213A94-C794-E665-7614-FEFA14513D64}"/>
              </a:ext>
            </a:extLst>
          </p:cNvPr>
          <p:cNvSpPr txBox="1"/>
          <p:nvPr/>
        </p:nvSpPr>
        <p:spPr>
          <a:xfrm>
            <a:off x="1537275" y="1785515"/>
            <a:ext cx="2028093" cy="461665"/>
          </a:xfrm>
          <a:prstGeom prst="rect">
            <a:avLst/>
          </a:prstGeom>
          <a:noFill/>
        </p:spPr>
        <p:txBody>
          <a:bodyPr wrap="square">
            <a:spAutoFit/>
          </a:bodyPr>
          <a:lstStyle/>
          <a:p>
            <a:r>
              <a:rPr lang="zh-CN" altLang="en-US" sz="1200" b="1" i="1" dirty="0">
                <a:latin typeface="Arial" panose="020B0604020202020204" pitchFamily="34" charset="0"/>
                <a:ea typeface="Apple Symbols" panose="02000000000000000000" pitchFamily="2" charset="-79"/>
                <a:cs typeface="Arial" panose="020B0604020202020204" pitchFamily="34" charset="0"/>
              </a:rPr>
              <a:t>@apply</a:t>
            </a:r>
            <a:r>
              <a:rPr lang="en-US" altLang="zh-CN" sz="1200" b="1" i="1" dirty="0">
                <a:latin typeface="Arial" panose="020B0604020202020204" pitchFamily="34" charset="0"/>
                <a:ea typeface="Apple Symbols" panose="02000000000000000000" pitchFamily="2" charset="-79"/>
                <a:cs typeface="Arial" panose="020B0604020202020204" pitchFamily="34" charset="0"/>
              </a:rPr>
              <a:t> </a:t>
            </a:r>
            <a:r>
              <a:rPr lang="zh-CN" altLang="en-US" sz="1200" b="1" i="1" dirty="0">
                <a:latin typeface="Arial" panose="020B0604020202020204" pitchFamily="34" charset="0"/>
                <a:ea typeface="Apple Symbols" panose="02000000000000000000" pitchFamily="2" charset="-79"/>
                <a:cs typeface="Arial" panose="020B0604020202020204" pitchFamily="34" charset="0"/>
              </a:rPr>
              <a:t>method is</a:t>
            </a:r>
            <a:r>
              <a:rPr lang="en-US" altLang="zh-CN" sz="1200" b="1" i="1" dirty="0">
                <a:latin typeface="Arial" panose="020B0604020202020204" pitchFamily="34" charset="0"/>
                <a:ea typeface="Apple Symbols" panose="02000000000000000000" pitchFamily="2" charset="-79"/>
                <a:cs typeface="Arial" panose="020B0604020202020204" pitchFamily="34" charset="0"/>
              </a:rPr>
              <a:t> </a:t>
            </a:r>
            <a:r>
              <a:rPr lang="zh-CN" altLang="en-US" sz="1200" b="1" i="1" dirty="0">
                <a:latin typeface="Arial" panose="020B0604020202020204" pitchFamily="34" charset="0"/>
                <a:ea typeface="Apple Symbols" panose="02000000000000000000" pitchFamily="2" charset="-79"/>
                <a:cs typeface="Arial" panose="020B0604020202020204" pitchFamily="34" charset="0"/>
              </a:rPr>
              <a:t>invalid after upgrade to 3.3.1</a:t>
            </a:r>
            <a:r>
              <a:rPr lang="en-US" altLang="zh-CN" sz="1200" b="1" i="1" dirty="0">
                <a:latin typeface="Arial" panose="020B0604020202020204" pitchFamily="34" charset="0"/>
                <a:ea typeface="Apple Symbols" panose="02000000000000000000" pitchFamily="2" charset="-79"/>
                <a:cs typeface="Arial" panose="020B0604020202020204" pitchFamily="34" charset="0"/>
              </a:rPr>
              <a:t>…</a:t>
            </a:r>
            <a:r>
              <a:rPr lang="zh-CN" altLang="en-US" sz="1200" b="1" i="1" dirty="0">
                <a:latin typeface="Arial" panose="020B0604020202020204" pitchFamily="34" charset="0"/>
                <a:ea typeface="Apple Symbols" panose="02000000000000000000" pitchFamily="2" charset="-79"/>
                <a:cs typeface="Arial" panose="020B0604020202020204" pitchFamily="34" charset="0"/>
              </a:rPr>
              <a:t> </a:t>
            </a:r>
          </a:p>
        </p:txBody>
      </p:sp>
      <p:pic>
        <p:nvPicPr>
          <p:cNvPr id="20" name="图片 19">
            <a:extLst>
              <a:ext uri="{FF2B5EF4-FFF2-40B4-BE49-F238E27FC236}">
                <a16:creationId xmlns:a16="http://schemas.microsoft.com/office/drawing/2014/main" id="{FC59DFD8-4319-900F-C26E-33D99A027B21}"/>
              </a:ext>
            </a:extLst>
          </p:cNvPr>
          <p:cNvPicPr>
            <a:picLocks noChangeAspect="1"/>
          </p:cNvPicPr>
          <p:nvPr/>
        </p:nvPicPr>
        <p:blipFill>
          <a:blip r:embed="rId3"/>
          <a:stretch>
            <a:fillRect/>
          </a:stretch>
        </p:blipFill>
        <p:spPr>
          <a:xfrm>
            <a:off x="5560049" y="1609768"/>
            <a:ext cx="680667" cy="680667"/>
          </a:xfrm>
          <a:prstGeom prst="rect">
            <a:avLst/>
          </a:prstGeom>
        </p:spPr>
      </p:pic>
      <p:sp>
        <p:nvSpPr>
          <p:cNvPr id="21" name="文本框 20">
            <a:extLst>
              <a:ext uri="{FF2B5EF4-FFF2-40B4-BE49-F238E27FC236}">
                <a16:creationId xmlns:a16="http://schemas.microsoft.com/office/drawing/2014/main" id="{109FC951-5859-8CE0-FCA0-FB73770D2BE4}"/>
              </a:ext>
            </a:extLst>
          </p:cNvPr>
          <p:cNvSpPr txBox="1"/>
          <p:nvPr/>
        </p:nvSpPr>
        <p:spPr>
          <a:xfrm>
            <a:off x="5560049" y="1326069"/>
            <a:ext cx="620683" cy="338554"/>
          </a:xfrm>
          <a:prstGeom prst="rect">
            <a:avLst/>
          </a:prstGeom>
          <a:noFill/>
        </p:spPr>
        <p:txBody>
          <a:bodyPr wrap="none" rtlCol="0">
            <a:spAutoFit/>
          </a:bodyPr>
          <a:lstStyle/>
          <a:p>
            <a:r>
              <a:rPr kumimoji="1" lang="en-US" altLang="zh-CN" sz="1600" b="1" dirty="0">
                <a:latin typeface="Microsoft YaHei" panose="020B0503020204020204" pitchFamily="34" charset="-122"/>
                <a:ea typeface="Microsoft YaHei" panose="020B0503020204020204" pitchFamily="34" charset="-122"/>
                <a:cs typeface="Times New Roman" panose="02020603050405020304" pitchFamily="18" charset="0"/>
              </a:rPr>
              <a:t>LLM</a:t>
            </a:r>
            <a:endParaRPr kumimoji="1" lang="zh-CN" altLang="en-US" sz="1600" b="1" dirty="0">
              <a:latin typeface="Microsoft YaHei" panose="020B0503020204020204" pitchFamily="34" charset="-122"/>
              <a:ea typeface="Microsoft YaHei" panose="020B0503020204020204" pitchFamily="34" charset="-122"/>
              <a:cs typeface="Times New Roman" panose="02020603050405020304" pitchFamily="18" charset="0"/>
            </a:endParaRPr>
          </a:p>
        </p:txBody>
      </p:sp>
      <p:cxnSp>
        <p:nvCxnSpPr>
          <p:cNvPr id="24" name="直线箭头连接符 23">
            <a:extLst>
              <a:ext uri="{FF2B5EF4-FFF2-40B4-BE49-F238E27FC236}">
                <a16:creationId xmlns:a16="http://schemas.microsoft.com/office/drawing/2014/main" id="{1A1833BD-1C4A-D490-9125-7C7BFBE14CD1}"/>
              </a:ext>
            </a:extLst>
          </p:cNvPr>
          <p:cNvCxnSpPr>
            <a:cxnSpLocks/>
          </p:cNvCxnSpPr>
          <p:nvPr/>
        </p:nvCxnSpPr>
        <p:spPr>
          <a:xfrm flipV="1">
            <a:off x="6444417" y="1875909"/>
            <a:ext cx="1698251" cy="1595"/>
          </a:xfrm>
          <a:prstGeom prst="straightConnector1">
            <a:avLst/>
          </a:prstGeom>
          <a:ln w="60325">
            <a:headEnd w="lg" len="lg"/>
            <a:tailEnd type="triangle" w="med" len="lg"/>
          </a:ln>
        </p:spPr>
        <p:style>
          <a:lnRef idx="1">
            <a:schemeClr val="dk1"/>
          </a:lnRef>
          <a:fillRef idx="0">
            <a:schemeClr val="dk1"/>
          </a:fillRef>
          <a:effectRef idx="0">
            <a:schemeClr val="dk1"/>
          </a:effectRef>
          <a:fontRef idx="minor">
            <a:schemeClr val="tx1"/>
          </a:fontRef>
        </p:style>
      </p:cxnSp>
      <p:sp>
        <p:nvSpPr>
          <p:cNvPr id="26" name="圆角矩形 25">
            <a:extLst>
              <a:ext uri="{FF2B5EF4-FFF2-40B4-BE49-F238E27FC236}">
                <a16:creationId xmlns:a16="http://schemas.microsoft.com/office/drawing/2014/main" id="{223C89AD-0A39-A10D-2E33-C061CC97142F}"/>
              </a:ext>
            </a:extLst>
          </p:cNvPr>
          <p:cNvSpPr/>
          <p:nvPr/>
        </p:nvSpPr>
        <p:spPr>
          <a:xfrm>
            <a:off x="8258780" y="1378845"/>
            <a:ext cx="2607149" cy="911587"/>
          </a:xfrm>
          <a:prstGeom prst="roundRect">
            <a:avLst>
              <a:gd name="adj" fmla="val 1690"/>
            </a:avLst>
          </a:prstGeom>
          <a:solidFill>
            <a:srgbClr val="F3F3F5"/>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29" name="文本框 28">
            <a:extLst>
              <a:ext uri="{FF2B5EF4-FFF2-40B4-BE49-F238E27FC236}">
                <a16:creationId xmlns:a16="http://schemas.microsoft.com/office/drawing/2014/main" id="{5DC4C41A-FEB7-C73D-D006-D51D38D9AA9D}"/>
              </a:ext>
            </a:extLst>
          </p:cNvPr>
          <p:cNvSpPr txBox="1"/>
          <p:nvPr/>
        </p:nvSpPr>
        <p:spPr>
          <a:xfrm>
            <a:off x="8481275" y="1395330"/>
            <a:ext cx="892039" cy="369332"/>
          </a:xfrm>
          <a:prstGeom prst="rect">
            <a:avLst/>
          </a:prstGeom>
          <a:noFill/>
        </p:spPr>
        <p:txBody>
          <a:bodyPr wrap="none" rtlCol="0">
            <a:spAutoFit/>
          </a:bodyPr>
          <a:lstStyle/>
          <a:p>
            <a:r>
              <a:rPr kumimoji="1" lang="en-US" altLang="zh-CN" b="1" dirty="0">
                <a:latin typeface="Microsoft YaHei" panose="020B0503020204020204" pitchFamily="34" charset="-122"/>
                <a:ea typeface="Microsoft YaHei" panose="020B0503020204020204" pitchFamily="34" charset="-122"/>
                <a:cs typeface="Times New Roman" panose="02020603050405020304" pitchFamily="18" charset="0"/>
              </a:rPr>
              <a:t>Patch:</a:t>
            </a:r>
            <a:endParaRPr kumimoji="1" lang="zh-CN" altLang="en-US" b="1" dirty="0">
              <a:latin typeface="Microsoft YaHei" panose="020B0503020204020204" pitchFamily="34" charset="-122"/>
              <a:ea typeface="Microsoft YaHei" panose="020B0503020204020204" pitchFamily="34" charset="-122"/>
              <a:cs typeface="Times New Roman" panose="02020603050405020304" pitchFamily="18" charset="0"/>
            </a:endParaRPr>
          </a:p>
        </p:txBody>
      </p:sp>
      <p:sp>
        <p:nvSpPr>
          <p:cNvPr id="30" name="文本框 29">
            <a:extLst>
              <a:ext uri="{FF2B5EF4-FFF2-40B4-BE49-F238E27FC236}">
                <a16:creationId xmlns:a16="http://schemas.microsoft.com/office/drawing/2014/main" id="{5DF42FF4-6625-13AB-DE03-923142E65A16}"/>
              </a:ext>
            </a:extLst>
          </p:cNvPr>
          <p:cNvSpPr txBox="1"/>
          <p:nvPr/>
        </p:nvSpPr>
        <p:spPr>
          <a:xfrm>
            <a:off x="9245796" y="1467177"/>
            <a:ext cx="487634" cy="307777"/>
          </a:xfrm>
          <a:prstGeom prst="rect">
            <a:avLst/>
          </a:prstGeom>
          <a:noFill/>
        </p:spPr>
        <p:txBody>
          <a:bodyPr wrap="none" rtlCol="0">
            <a:spAutoFit/>
          </a:bodyPr>
          <a:lstStyle/>
          <a:p>
            <a:r>
              <a:rPr kumimoji="1" lang="en-US" altLang="zh-CN" sz="1400" b="1" dirty="0">
                <a:solidFill>
                  <a:schemeClr val="accent6">
                    <a:lumMod val="75000"/>
                  </a:schemeClr>
                </a:solidFill>
                <a:latin typeface="Arial" panose="020B0604020202020204" pitchFamily="34" charset="0"/>
                <a:cs typeface="Arial" panose="020B0604020202020204" pitchFamily="34" charset="0"/>
              </a:rPr>
              <a:t>+12</a:t>
            </a:r>
            <a:endParaRPr kumimoji="1" lang="zh-CN" altLang="en-US" sz="1400" b="1" dirty="0">
              <a:solidFill>
                <a:schemeClr val="accent6">
                  <a:lumMod val="75000"/>
                </a:schemeClr>
              </a:solidFill>
              <a:latin typeface="Arial" panose="020B0604020202020204" pitchFamily="34" charset="0"/>
              <a:cs typeface="Arial" panose="020B0604020202020204" pitchFamily="34" charset="0"/>
            </a:endParaRPr>
          </a:p>
        </p:txBody>
      </p:sp>
      <p:sp>
        <p:nvSpPr>
          <p:cNvPr id="31" name="文本框 30">
            <a:extLst>
              <a:ext uri="{FF2B5EF4-FFF2-40B4-BE49-F238E27FC236}">
                <a16:creationId xmlns:a16="http://schemas.microsoft.com/office/drawing/2014/main" id="{EAED3414-5E45-6AFE-27C5-00BD52D7C945}"/>
              </a:ext>
            </a:extLst>
          </p:cNvPr>
          <p:cNvSpPr txBox="1"/>
          <p:nvPr/>
        </p:nvSpPr>
        <p:spPr>
          <a:xfrm>
            <a:off x="9684435" y="1467177"/>
            <a:ext cx="442750" cy="307777"/>
          </a:xfrm>
          <a:prstGeom prst="rect">
            <a:avLst/>
          </a:prstGeom>
          <a:noFill/>
        </p:spPr>
        <p:txBody>
          <a:bodyPr wrap="none" rtlCol="0">
            <a:spAutoFit/>
          </a:bodyPr>
          <a:lstStyle/>
          <a:p>
            <a:r>
              <a:rPr kumimoji="1" lang="en-US" altLang="zh-CN" sz="1400" b="1" dirty="0">
                <a:solidFill>
                  <a:srgbClr val="C00000"/>
                </a:solidFill>
                <a:latin typeface="Arial" panose="020B0604020202020204" pitchFamily="34" charset="0"/>
                <a:cs typeface="Arial" panose="020B0604020202020204" pitchFamily="34" charset="0"/>
              </a:rPr>
              <a:t>-20</a:t>
            </a:r>
            <a:endParaRPr kumimoji="1" lang="zh-CN" altLang="en-US" sz="1400" b="1" dirty="0">
              <a:solidFill>
                <a:srgbClr val="C00000"/>
              </a:solidFill>
              <a:latin typeface="Arial" panose="020B0604020202020204" pitchFamily="34" charset="0"/>
              <a:cs typeface="Arial" panose="020B0604020202020204" pitchFamily="34" charset="0"/>
            </a:endParaRPr>
          </a:p>
        </p:txBody>
      </p:sp>
      <p:sp>
        <p:nvSpPr>
          <p:cNvPr id="32" name="矩形 31">
            <a:extLst>
              <a:ext uri="{FF2B5EF4-FFF2-40B4-BE49-F238E27FC236}">
                <a16:creationId xmlns:a16="http://schemas.microsoft.com/office/drawing/2014/main" id="{51A2D782-9C94-41AF-E874-463B2E3F2C8D}"/>
              </a:ext>
            </a:extLst>
          </p:cNvPr>
          <p:cNvSpPr/>
          <p:nvPr/>
        </p:nvSpPr>
        <p:spPr>
          <a:xfrm>
            <a:off x="10151678" y="1610623"/>
            <a:ext cx="108000" cy="108000"/>
          </a:xfrm>
          <a:prstGeom prst="rect">
            <a:avLst/>
          </a:prstGeom>
          <a:solidFill>
            <a:schemeClr val="accent6">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5" name="矩形 34">
            <a:extLst>
              <a:ext uri="{FF2B5EF4-FFF2-40B4-BE49-F238E27FC236}">
                <a16:creationId xmlns:a16="http://schemas.microsoft.com/office/drawing/2014/main" id="{A3CF4752-93F4-440B-A1AA-755519704312}"/>
              </a:ext>
            </a:extLst>
          </p:cNvPr>
          <p:cNvSpPr/>
          <p:nvPr/>
        </p:nvSpPr>
        <p:spPr>
          <a:xfrm>
            <a:off x="10280441" y="1610623"/>
            <a:ext cx="108000" cy="108000"/>
          </a:xfrm>
          <a:prstGeom prst="rect">
            <a:avLst/>
          </a:prstGeom>
          <a:solidFill>
            <a:schemeClr val="accent6">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6" name="矩形 35">
            <a:extLst>
              <a:ext uri="{FF2B5EF4-FFF2-40B4-BE49-F238E27FC236}">
                <a16:creationId xmlns:a16="http://schemas.microsoft.com/office/drawing/2014/main" id="{A3437CA4-6625-C86F-7CF2-CFA6CF9919FA}"/>
              </a:ext>
            </a:extLst>
          </p:cNvPr>
          <p:cNvSpPr/>
          <p:nvPr/>
        </p:nvSpPr>
        <p:spPr>
          <a:xfrm>
            <a:off x="10408189" y="1609768"/>
            <a:ext cx="108000" cy="108000"/>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7" name="矩形 36">
            <a:extLst>
              <a:ext uri="{FF2B5EF4-FFF2-40B4-BE49-F238E27FC236}">
                <a16:creationId xmlns:a16="http://schemas.microsoft.com/office/drawing/2014/main" id="{6E1C5352-0803-94CB-2740-612FCD8D38F1}"/>
              </a:ext>
            </a:extLst>
          </p:cNvPr>
          <p:cNvSpPr/>
          <p:nvPr/>
        </p:nvSpPr>
        <p:spPr>
          <a:xfrm>
            <a:off x="10536952" y="1609768"/>
            <a:ext cx="108000" cy="108000"/>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8" name="矩形 37">
            <a:extLst>
              <a:ext uri="{FF2B5EF4-FFF2-40B4-BE49-F238E27FC236}">
                <a16:creationId xmlns:a16="http://schemas.microsoft.com/office/drawing/2014/main" id="{5BF1D6DC-CA34-1AFA-190B-7F67F4837FD9}"/>
              </a:ext>
            </a:extLst>
          </p:cNvPr>
          <p:cNvSpPr/>
          <p:nvPr/>
        </p:nvSpPr>
        <p:spPr>
          <a:xfrm>
            <a:off x="10665715" y="1609768"/>
            <a:ext cx="108000" cy="108000"/>
          </a:xfrm>
          <a:prstGeom prst="rect">
            <a:avLst/>
          </a:prstGeom>
          <a:solidFill>
            <a:srgbClr val="D9D9D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9" name="矩形 38">
            <a:extLst>
              <a:ext uri="{FF2B5EF4-FFF2-40B4-BE49-F238E27FC236}">
                <a16:creationId xmlns:a16="http://schemas.microsoft.com/office/drawing/2014/main" id="{43783161-E436-7DBE-B399-EF42E2C35DE9}"/>
              </a:ext>
            </a:extLst>
          </p:cNvPr>
          <p:cNvSpPr/>
          <p:nvPr/>
        </p:nvSpPr>
        <p:spPr>
          <a:xfrm>
            <a:off x="8334726" y="1757713"/>
            <a:ext cx="2468824" cy="48946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0" name="矩形 39">
            <a:extLst>
              <a:ext uri="{FF2B5EF4-FFF2-40B4-BE49-F238E27FC236}">
                <a16:creationId xmlns:a16="http://schemas.microsoft.com/office/drawing/2014/main" id="{D00B9600-FB50-B112-F828-F625A67701B7}"/>
              </a:ext>
            </a:extLst>
          </p:cNvPr>
          <p:cNvSpPr/>
          <p:nvPr/>
        </p:nvSpPr>
        <p:spPr>
          <a:xfrm>
            <a:off x="8408067" y="1842542"/>
            <a:ext cx="108000" cy="108000"/>
          </a:xfrm>
          <a:prstGeom prst="rect">
            <a:avLst/>
          </a:prstGeom>
          <a:solidFill>
            <a:schemeClr val="accent6">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1" name="矩形 40">
            <a:extLst>
              <a:ext uri="{FF2B5EF4-FFF2-40B4-BE49-F238E27FC236}">
                <a16:creationId xmlns:a16="http://schemas.microsoft.com/office/drawing/2014/main" id="{C2EBB53B-3D48-30E6-0890-1E7284C34071}"/>
              </a:ext>
            </a:extLst>
          </p:cNvPr>
          <p:cNvSpPr/>
          <p:nvPr/>
        </p:nvSpPr>
        <p:spPr>
          <a:xfrm>
            <a:off x="8408067" y="1948446"/>
            <a:ext cx="108000" cy="216000"/>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2" name="矩形 41">
            <a:extLst>
              <a:ext uri="{FF2B5EF4-FFF2-40B4-BE49-F238E27FC236}">
                <a16:creationId xmlns:a16="http://schemas.microsoft.com/office/drawing/2014/main" id="{1FEE1EBA-6467-F154-1EA7-8116F4560FE8}"/>
              </a:ext>
            </a:extLst>
          </p:cNvPr>
          <p:cNvSpPr/>
          <p:nvPr/>
        </p:nvSpPr>
        <p:spPr>
          <a:xfrm>
            <a:off x="8516210" y="1840446"/>
            <a:ext cx="2250000" cy="108000"/>
          </a:xfrm>
          <a:prstGeom prst="rect">
            <a:avLst/>
          </a:prstGeom>
          <a:solidFill>
            <a:srgbClr val="D8EAD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3" name="矩形 42">
            <a:extLst>
              <a:ext uri="{FF2B5EF4-FFF2-40B4-BE49-F238E27FC236}">
                <a16:creationId xmlns:a16="http://schemas.microsoft.com/office/drawing/2014/main" id="{E70DBB8A-0506-47C2-DC7E-97C5BF930C87}"/>
              </a:ext>
            </a:extLst>
          </p:cNvPr>
          <p:cNvSpPr/>
          <p:nvPr/>
        </p:nvSpPr>
        <p:spPr>
          <a:xfrm>
            <a:off x="8518549" y="1951450"/>
            <a:ext cx="2250000" cy="216000"/>
          </a:xfrm>
          <a:prstGeom prst="rect">
            <a:avLst/>
          </a:prstGeom>
          <a:solidFill>
            <a:srgbClr val="F4CC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6" name="文本框 45">
            <a:extLst>
              <a:ext uri="{FF2B5EF4-FFF2-40B4-BE49-F238E27FC236}">
                <a16:creationId xmlns:a16="http://schemas.microsoft.com/office/drawing/2014/main" id="{AD98FDB7-221A-9F41-47C4-D058732A982D}"/>
              </a:ext>
            </a:extLst>
          </p:cNvPr>
          <p:cNvSpPr txBox="1"/>
          <p:nvPr/>
        </p:nvSpPr>
        <p:spPr>
          <a:xfrm>
            <a:off x="4105984" y="1438325"/>
            <a:ext cx="740908" cy="338554"/>
          </a:xfrm>
          <a:prstGeom prst="rect">
            <a:avLst/>
          </a:prstGeom>
          <a:noFill/>
        </p:spPr>
        <p:txBody>
          <a:bodyPr wrap="none" rtlCol="0">
            <a:spAutoFit/>
          </a:bodyPr>
          <a:lstStyle/>
          <a:p>
            <a:r>
              <a:rPr kumimoji="1" lang="en-US" altLang="zh-CN" sz="1600" b="1" dirty="0">
                <a:latin typeface="Microsoft YaHei" panose="020B0503020204020204" pitchFamily="34" charset="-122"/>
                <a:ea typeface="Microsoft YaHei" panose="020B0503020204020204" pitchFamily="34" charset="-122"/>
                <a:cs typeface="Times New Roman" panose="02020603050405020304" pitchFamily="18" charset="0"/>
              </a:rPr>
              <a:t>Input</a:t>
            </a:r>
            <a:endParaRPr kumimoji="1" lang="zh-CN" altLang="en-US" sz="1600" b="1" dirty="0">
              <a:latin typeface="Microsoft YaHei" panose="020B0503020204020204" pitchFamily="34" charset="-122"/>
              <a:ea typeface="Microsoft YaHei" panose="020B0503020204020204" pitchFamily="34" charset="-122"/>
              <a:cs typeface="Times New Roman" panose="02020603050405020304" pitchFamily="18" charset="0"/>
            </a:endParaRPr>
          </a:p>
        </p:txBody>
      </p:sp>
      <p:sp>
        <p:nvSpPr>
          <p:cNvPr id="47" name="文本框 46">
            <a:extLst>
              <a:ext uri="{FF2B5EF4-FFF2-40B4-BE49-F238E27FC236}">
                <a16:creationId xmlns:a16="http://schemas.microsoft.com/office/drawing/2014/main" id="{A50B886D-493D-B5FD-57FC-14F61B383E20}"/>
              </a:ext>
            </a:extLst>
          </p:cNvPr>
          <p:cNvSpPr txBox="1"/>
          <p:nvPr/>
        </p:nvSpPr>
        <p:spPr>
          <a:xfrm>
            <a:off x="6579192" y="1495346"/>
            <a:ext cx="1124731" cy="338554"/>
          </a:xfrm>
          <a:prstGeom prst="rect">
            <a:avLst/>
          </a:prstGeom>
          <a:noFill/>
        </p:spPr>
        <p:txBody>
          <a:bodyPr wrap="none" rtlCol="0">
            <a:spAutoFit/>
          </a:bodyPr>
          <a:lstStyle/>
          <a:p>
            <a:r>
              <a:rPr kumimoji="1" lang="en-US" altLang="zh-CN" sz="1600" b="1" dirty="0">
                <a:latin typeface="Microsoft YaHei" panose="020B0503020204020204" pitchFamily="34" charset="-122"/>
                <a:ea typeface="Microsoft YaHei" panose="020B0503020204020204" pitchFamily="34" charset="-122"/>
                <a:cs typeface="Times New Roman" panose="02020603050405020304" pitchFamily="18" charset="0"/>
              </a:rPr>
              <a:t>Generate</a:t>
            </a:r>
            <a:endParaRPr kumimoji="1" lang="zh-CN" altLang="en-US" sz="1600" b="1" dirty="0">
              <a:latin typeface="Microsoft YaHei" panose="020B0503020204020204" pitchFamily="34" charset="-122"/>
              <a:ea typeface="Microsoft YaHei" panose="020B0503020204020204" pitchFamily="34" charset="-122"/>
              <a:cs typeface="Times New Roman" panose="02020603050405020304" pitchFamily="18" charset="0"/>
            </a:endParaRPr>
          </a:p>
        </p:txBody>
      </p:sp>
      <p:pic>
        <p:nvPicPr>
          <p:cNvPr id="50" name="图片 49">
            <a:extLst>
              <a:ext uri="{FF2B5EF4-FFF2-40B4-BE49-F238E27FC236}">
                <a16:creationId xmlns:a16="http://schemas.microsoft.com/office/drawing/2014/main" id="{24D56835-2921-322A-4A55-FC5704CC6F38}"/>
              </a:ext>
            </a:extLst>
          </p:cNvPr>
          <p:cNvPicPr>
            <a:picLocks noChangeAspect="1"/>
          </p:cNvPicPr>
          <p:nvPr/>
        </p:nvPicPr>
        <p:blipFill>
          <a:blip r:embed="rId4"/>
          <a:stretch>
            <a:fillRect/>
          </a:stretch>
        </p:blipFill>
        <p:spPr>
          <a:xfrm>
            <a:off x="8308192" y="1450182"/>
            <a:ext cx="261239" cy="261239"/>
          </a:xfrm>
          <a:prstGeom prst="rect">
            <a:avLst/>
          </a:prstGeom>
        </p:spPr>
      </p:pic>
      <p:cxnSp>
        <p:nvCxnSpPr>
          <p:cNvPr id="52" name="直线连接符 51">
            <a:extLst>
              <a:ext uri="{FF2B5EF4-FFF2-40B4-BE49-F238E27FC236}">
                <a16:creationId xmlns:a16="http://schemas.microsoft.com/office/drawing/2014/main" id="{0D4ED090-AD1E-E577-881A-07574A128655}"/>
              </a:ext>
            </a:extLst>
          </p:cNvPr>
          <p:cNvCxnSpPr>
            <a:cxnSpLocks/>
          </p:cNvCxnSpPr>
          <p:nvPr/>
        </p:nvCxnSpPr>
        <p:spPr>
          <a:xfrm>
            <a:off x="1408316" y="2812069"/>
            <a:ext cx="9721642" cy="0"/>
          </a:xfrm>
          <a:prstGeom prst="line">
            <a:avLst/>
          </a:prstGeom>
          <a:ln w="38100">
            <a:prstDash val="dash"/>
          </a:ln>
        </p:spPr>
        <p:style>
          <a:lnRef idx="1">
            <a:schemeClr val="dk1"/>
          </a:lnRef>
          <a:fillRef idx="0">
            <a:schemeClr val="dk1"/>
          </a:fillRef>
          <a:effectRef idx="0">
            <a:schemeClr val="dk1"/>
          </a:effectRef>
          <a:fontRef idx="minor">
            <a:schemeClr val="tx1"/>
          </a:fontRef>
        </p:style>
      </p:cxnSp>
      <p:sp>
        <p:nvSpPr>
          <p:cNvPr id="54" name="文本框 53">
            <a:extLst>
              <a:ext uri="{FF2B5EF4-FFF2-40B4-BE49-F238E27FC236}">
                <a16:creationId xmlns:a16="http://schemas.microsoft.com/office/drawing/2014/main" id="{7E63195D-C09B-CC63-7A0F-BC87B6EE9F32}"/>
              </a:ext>
            </a:extLst>
          </p:cNvPr>
          <p:cNvSpPr txBox="1"/>
          <p:nvPr/>
        </p:nvSpPr>
        <p:spPr>
          <a:xfrm>
            <a:off x="5352848" y="816559"/>
            <a:ext cx="1494896" cy="338554"/>
          </a:xfrm>
          <a:prstGeom prst="rect">
            <a:avLst/>
          </a:prstGeom>
          <a:noFill/>
        </p:spPr>
        <p:txBody>
          <a:bodyPr wrap="none" rtlCol="0">
            <a:spAutoFit/>
          </a:bodyPr>
          <a:lstStyle/>
          <a:p>
            <a:r>
              <a:rPr kumimoji="1" lang="en-US" altLang="zh-CN" sz="1600" b="1" dirty="0">
                <a:latin typeface="Microsoft YaHei" panose="020B0503020204020204" pitchFamily="34" charset="-122"/>
                <a:ea typeface="Microsoft YaHei" panose="020B0503020204020204" pitchFamily="34" charset="-122"/>
                <a:cs typeface="Times New Roman" panose="02020603050405020304" pitchFamily="18" charset="0"/>
              </a:rPr>
              <a:t>(a) Inference</a:t>
            </a:r>
            <a:endParaRPr kumimoji="1" lang="zh-CN" altLang="en-US" sz="1600" b="1" dirty="0">
              <a:latin typeface="Microsoft YaHei" panose="020B0503020204020204" pitchFamily="34" charset="-122"/>
              <a:ea typeface="Microsoft YaHei" panose="020B0503020204020204" pitchFamily="34" charset="-122"/>
              <a:cs typeface="Times New Roman" panose="02020603050405020304" pitchFamily="18" charset="0"/>
            </a:endParaRPr>
          </a:p>
        </p:txBody>
      </p:sp>
      <p:sp>
        <p:nvSpPr>
          <p:cNvPr id="55" name="文本框 54">
            <a:extLst>
              <a:ext uri="{FF2B5EF4-FFF2-40B4-BE49-F238E27FC236}">
                <a16:creationId xmlns:a16="http://schemas.microsoft.com/office/drawing/2014/main" id="{576E6B86-1755-D941-7F49-FBD6DC39A354}"/>
              </a:ext>
            </a:extLst>
          </p:cNvPr>
          <p:cNvSpPr txBox="1"/>
          <p:nvPr/>
        </p:nvSpPr>
        <p:spPr>
          <a:xfrm>
            <a:off x="5352848" y="2944425"/>
            <a:ext cx="1619161" cy="338554"/>
          </a:xfrm>
          <a:prstGeom prst="rect">
            <a:avLst/>
          </a:prstGeom>
          <a:noFill/>
        </p:spPr>
        <p:txBody>
          <a:bodyPr wrap="none" rtlCol="0">
            <a:spAutoFit/>
          </a:bodyPr>
          <a:lstStyle/>
          <a:p>
            <a:r>
              <a:rPr kumimoji="1" lang="en-US" altLang="zh-CN" sz="1600" b="1" dirty="0">
                <a:latin typeface="Microsoft YaHei" panose="020B0503020204020204" pitchFamily="34" charset="-122"/>
                <a:ea typeface="Microsoft YaHei" panose="020B0503020204020204" pitchFamily="34" charset="-122"/>
                <a:cs typeface="Times New Roman" panose="02020603050405020304" pitchFamily="18" charset="0"/>
              </a:rPr>
              <a:t>(b) Evaluation</a:t>
            </a:r>
            <a:endParaRPr kumimoji="1" lang="zh-CN" altLang="en-US" sz="1600" b="1" dirty="0">
              <a:latin typeface="Microsoft YaHei" panose="020B0503020204020204" pitchFamily="34" charset="-122"/>
              <a:ea typeface="Microsoft YaHei" panose="020B0503020204020204" pitchFamily="34" charset="-122"/>
              <a:cs typeface="Times New Roman" panose="02020603050405020304" pitchFamily="18" charset="0"/>
            </a:endParaRPr>
          </a:p>
        </p:txBody>
      </p:sp>
      <p:pic>
        <p:nvPicPr>
          <p:cNvPr id="57" name="图片 56">
            <a:extLst>
              <a:ext uri="{FF2B5EF4-FFF2-40B4-BE49-F238E27FC236}">
                <a16:creationId xmlns:a16="http://schemas.microsoft.com/office/drawing/2014/main" id="{C3995CB0-9F4F-DB12-5987-4967D998BA09}"/>
              </a:ext>
            </a:extLst>
          </p:cNvPr>
          <p:cNvPicPr>
            <a:picLocks noChangeAspect="1"/>
          </p:cNvPicPr>
          <p:nvPr/>
        </p:nvPicPr>
        <p:blipFill>
          <a:blip r:embed="rId5"/>
          <a:stretch>
            <a:fillRect/>
          </a:stretch>
        </p:blipFill>
        <p:spPr>
          <a:xfrm>
            <a:off x="1765576" y="4264970"/>
            <a:ext cx="1192931" cy="1192931"/>
          </a:xfrm>
          <a:prstGeom prst="rect">
            <a:avLst/>
          </a:prstGeom>
        </p:spPr>
      </p:pic>
      <p:sp>
        <p:nvSpPr>
          <p:cNvPr id="58" name="文本框 57">
            <a:extLst>
              <a:ext uri="{FF2B5EF4-FFF2-40B4-BE49-F238E27FC236}">
                <a16:creationId xmlns:a16="http://schemas.microsoft.com/office/drawing/2014/main" id="{04A53459-0BF9-1F02-455A-DBDE44B4556C}"/>
              </a:ext>
            </a:extLst>
          </p:cNvPr>
          <p:cNvSpPr txBox="1"/>
          <p:nvPr/>
        </p:nvSpPr>
        <p:spPr>
          <a:xfrm>
            <a:off x="1751747" y="3840588"/>
            <a:ext cx="1418406" cy="369332"/>
          </a:xfrm>
          <a:prstGeom prst="rect">
            <a:avLst/>
          </a:prstGeom>
          <a:noFill/>
        </p:spPr>
        <p:txBody>
          <a:bodyPr wrap="square" rtlCol="0">
            <a:spAutoFit/>
          </a:bodyPr>
          <a:lstStyle/>
          <a:p>
            <a:r>
              <a:rPr kumimoji="1" lang="en-US" altLang="zh-CN" b="1" dirty="0">
                <a:latin typeface="Microsoft YaHei" panose="020B0503020204020204" pitchFamily="34" charset="-122"/>
                <a:ea typeface="Microsoft YaHei" panose="020B0503020204020204" pitchFamily="34" charset="-122"/>
                <a:cs typeface="Times New Roman" panose="02020603050405020304" pitchFamily="18" charset="0"/>
              </a:rPr>
              <a:t>Codebase</a:t>
            </a:r>
            <a:endParaRPr kumimoji="1" lang="zh-CN" altLang="en-US" b="1" dirty="0">
              <a:latin typeface="Microsoft YaHei" panose="020B0503020204020204" pitchFamily="34" charset="-122"/>
              <a:ea typeface="Microsoft YaHei" panose="020B0503020204020204" pitchFamily="34" charset="-122"/>
              <a:cs typeface="Times New Roman" panose="02020603050405020304" pitchFamily="18" charset="0"/>
            </a:endParaRPr>
          </a:p>
        </p:txBody>
      </p:sp>
      <p:cxnSp>
        <p:nvCxnSpPr>
          <p:cNvPr id="60" name="肘形连接符 59">
            <a:extLst>
              <a:ext uri="{FF2B5EF4-FFF2-40B4-BE49-F238E27FC236}">
                <a16:creationId xmlns:a16="http://schemas.microsoft.com/office/drawing/2014/main" id="{E8E4BAC3-6024-30C4-1756-24D00655E475}"/>
              </a:ext>
            </a:extLst>
          </p:cNvPr>
          <p:cNvCxnSpPr>
            <a:cxnSpLocks/>
          </p:cNvCxnSpPr>
          <p:nvPr/>
        </p:nvCxnSpPr>
        <p:spPr>
          <a:xfrm flipV="1">
            <a:off x="3142452" y="2183549"/>
            <a:ext cx="2246545" cy="2155893"/>
          </a:xfrm>
          <a:prstGeom prst="bentConnector3">
            <a:avLst>
              <a:gd name="adj1" fmla="val 32192"/>
            </a:avLst>
          </a:prstGeom>
          <a:ln w="60325">
            <a:tailEnd type="triangle" w="med" len="lg"/>
          </a:ln>
        </p:spPr>
        <p:style>
          <a:lnRef idx="1">
            <a:schemeClr val="dk1"/>
          </a:lnRef>
          <a:fillRef idx="0">
            <a:schemeClr val="dk1"/>
          </a:fillRef>
          <a:effectRef idx="0">
            <a:schemeClr val="dk1"/>
          </a:effectRef>
          <a:fontRef idx="minor">
            <a:schemeClr val="tx1"/>
          </a:fontRef>
        </p:style>
      </p:cxnSp>
      <p:cxnSp>
        <p:nvCxnSpPr>
          <p:cNvPr id="70" name="直线箭头连接符 69">
            <a:extLst>
              <a:ext uri="{FF2B5EF4-FFF2-40B4-BE49-F238E27FC236}">
                <a16:creationId xmlns:a16="http://schemas.microsoft.com/office/drawing/2014/main" id="{3522CC62-A063-6D7E-DB42-0920B16CFEC8}"/>
              </a:ext>
            </a:extLst>
          </p:cNvPr>
          <p:cNvCxnSpPr>
            <a:cxnSpLocks/>
          </p:cNvCxnSpPr>
          <p:nvPr/>
        </p:nvCxnSpPr>
        <p:spPr>
          <a:xfrm>
            <a:off x="3083274" y="4949761"/>
            <a:ext cx="1784412" cy="0"/>
          </a:xfrm>
          <a:prstGeom prst="straightConnector1">
            <a:avLst/>
          </a:prstGeom>
          <a:ln w="60325">
            <a:headEnd w="lg" len="lg"/>
            <a:tailEnd type="triangle" w="med" len="lg"/>
          </a:ln>
        </p:spPr>
        <p:style>
          <a:lnRef idx="1">
            <a:schemeClr val="dk1"/>
          </a:lnRef>
          <a:fillRef idx="0">
            <a:schemeClr val="dk1"/>
          </a:fillRef>
          <a:effectRef idx="0">
            <a:schemeClr val="dk1"/>
          </a:effectRef>
          <a:fontRef idx="minor">
            <a:schemeClr val="tx1"/>
          </a:fontRef>
        </p:style>
      </p:cxnSp>
      <p:pic>
        <p:nvPicPr>
          <p:cNvPr id="71" name="图片 70">
            <a:extLst>
              <a:ext uri="{FF2B5EF4-FFF2-40B4-BE49-F238E27FC236}">
                <a16:creationId xmlns:a16="http://schemas.microsoft.com/office/drawing/2014/main" id="{FF0DC9E9-7C29-A4CC-A2EE-1211B6B6F9A3}"/>
              </a:ext>
            </a:extLst>
          </p:cNvPr>
          <p:cNvPicPr>
            <a:picLocks noChangeAspect="1"/>
          </p:cNvPicPr>
          <p:nvPr/>
        </p:nvPicPr>
        <p:blipFill>
          <a:blip r:embed="rId5"/>
          <a:stretch>
            <a:fillRect/>
          </a:stretch>
        </p:blipFill>
        <p:spPr>
          <a:xfrm>
            <a:off x="5051631" y="4235734"/>
            <a:ext cx="1219378" cy="1219378"/>
          </a:xfrm>
          <a:prstGeom prst="rect">
            <a:avLst/>
          </a:prstGeom>
        </p:spPr>
      </p:pic>
      <p:sp>
        <p:nvSpPr>
          <p:cNvPr id="72" name="文本框 71">
            <a:extLst>
              <a:ext uri="{FF2B5EF4-FFF2-40B4-BE49-F238E27FC236}">
                <a16:creationId xmlns:a16="http://schemas.microsoft.com/office/drawing/2014/main" id="{46166745-9C9F-F4FA-DCBD-928DF6147ECD}"/>
              </a:ext>
            </a:extLst>
          </p:cNvPr>
          <p:cNvSpPr txBox="1"/>
          <p:nvPr/>
        </p:nvSpPr>
        <p:spPr>
          <a:xfrm>
            <a:off x="4681944" y="3855293"/>
            <a:ext cx="2195617" cy="369332"/>
          </a:xfrm>
          <a:prstGeom prst="rect">
            <a:avLst/>
          </a:prstGeom>
          <a:noFill/>
        </p:spPr>
        <p:txBody>
          <a:bodyPr wrap="square" rtlCol="0">
            <a:spAutoFit/>
          </a:bodyPr>
          <a:lstStyle/>
          <a:p>
            <a:r>
              <a:rPr kumimoji="1" lang="en-US" altLang="zh-CN" b="1" dirty="0">
                <a:latin typeface="Microsoft YaHei" panose="020B0503020204020204" pitchFamily="34" charset="-122"/>
                <a:ea typeface="Microsoft YaHei" panose="020B0503020204020204" pitchFamily="34" charset="-122"/>
                <a:cs typeface="Times New Roman" panose="02020603050405020304" pitchFamily="18" charset="0"/>
              </a:rPr>
              <a:t>Edited Codebase</a:t>
            </a:r>
            <a:endParaRPr kumimoji="1" lang="zh-CN" altLang="en-US" b="1" dirty="0">
              <a:latin typeface="Microsoft YaHei" panose="020B0503020204020204" pitchFamily="34" charset="-122"/>
              <a:ea typeface="Microsoft YaHei" panose="020B0503020204020204" pitchFamily="34" charset="-122"/>
              <a:cs typeface="Times New Roman" panose="02020603050405020304" pitchFamily="18" charset="0"/>
            </a:endParaRPr>
          </a:p>
        </p:txBody>
      </p:sp>
      <p:pic>
        <p:nvPicPr>
          <p:cNvPr id="77" name="图片 76">
            <a:extLst>
              <a:ext uri="{FF2B5EF4-FFF2-40B4-BE49-F238E27FC236}">
                <a16:creationId xmlns:a16="http://schemas.microsoft.com/office/drawing/2014/main" id="{083A46F1-71E4-E7F7-640E-0E6C1499B48C}"/>
              </a:ext>
            </a:extLst>
          </p:cNvPr>
          <p:cNvPicPr>
            <a:picLocks noChangeAspect="1"/>
          </p:cNvPicPr>
          <p:nvPr/>
        </p:nvPicPr>
        <p:blipFill>
          <a:blip r:embed="rId6"/>
          <a:stretch>
            <a:fillRect/>
          </a:stretch>
        </p:blipFill>
        <p:spPr>
          <a:xfrm>
            <a:off x="6169143" y="4235734"/>
            <a:ext cx="305127" cy="305127"/>
          </a:xfrm>
          <a:prstGeom prst="rect">
            <a:avLst/>
          </a:prstGeom>
        </p:spPr>
      </p:pic>
      <p:cxnSp>
        <p:nvCxnSpPr>
          <p:cNvPr id="86" name="曲线连接符 85">
            <a:extLst>
              <a:ext uri="{FF2B5EF4-FFF2-40B4-BE49-F238E27FC236}">
                <a16:creationId xmlns:a16="http://schemas.microsoft.com/office/drawing/2014/main" id="{F3F4A300-BA15-1DB2-FB8E-F6D1F2B7E139}"/>
              </a:ext>
            </a:extLst>
          </p:cNvPr>
          <p:cNvCxnSpPr>
            <a:cxnSpLocks/>
            <a:stCxn id="26" idx="2"/>
            <a:endCxn id="72" idx="0"/>
          </p:cNvCxnSpPr>
          <p:nvPr/>
        </p:nvCxnSpPr>
        <p:spPr>
          <a:xfrm rot="5400000">
            <a:off x="6888624" y="1181561"/>
            <a:ext cx="1564861" cy="3782602"/>
          </a:xfrm>
          <a:prstGeom prst="curvedConnector3">
            <a:avLst>
              <a:gd name="adj1" fmla="val 79217"/>
            </a:avLst>
          </a:prstGeom>
          <a:ln w="47625">
            <a:prstDash val="dash"/>
            <a:tailEnd type="triangle"/>
          </a:ln>
        </p:spPr>
        <p:style>
          <a:lnRef idx="1">
            <a:schemeClr val="dk1"/>
          </a:lnRef>
          <a:fillRef idx="0">
            <a:schemeClr val="dk1"/>
          </a:fillRef>
          <a:effectRef idx="0">
            <a:schemeClr val="dk1"/>
          </a:effectRef>
          <a:fontRef idx="minor">
            <a:schemeClr val="tx1"/>
          </a:fontRef>
        </p:style>
      </p:cxnSp>
      <p:sp>
        <p:nvSpPr>
          <p:cNvPr id="89" name="文本框 88">
            <a:extLst>
              <a:ext uri="{FF2B5EF4-FFF2-40B4-BE49-F238E27FC236}">
                <a16:creationId xmlns:a16="http://schemas.microsoft.com/office/drawing/2014/main" id="{DE46A668-FB10-4F5E-A742-F42E739B3CBD}"/>
              </a:ext>
            </a:extLst>
          </p:cNvPr>
          <p:cNvSpPr txBox="1"/>
          <p:nvPr/>
        </p:nvSpPr>
        <p:spPr>
          <a:xfrm>
            <a:off x="7139257" y="3183283"/>
            <a:ext cx="790601" cy="338554"/>
          </a:xfrm>
          <a:prstGeom prst="rect">
            <a:avLst/>
          </a:prstGeom>
          <a:noFill/>
        </p:spPr>
        <p:txBody>
          <a:bodyPr wrap="none" rtlCol="0">
            <a:spAutoFit/>
          </a:bodyPr>
          <a:lstStyle/>
          <a:p>
            <a:r>
              <a:rPr kumimoji="1" lang="en-US" altLang="zh-CN" sz="1600" b="1" dirty="0">
                <a:latin typeface="Microsoft YaHei" panose="020B0503020204020204" pitchFamily="34" charset="-122"/>
                <a:ea typeface="Microsoft YaHei" panose="020B0503020204020204" pitchFamily="34" charset="-122"/>
                <a:cs typeface="Times New Roman" panose="02020603050405020304" pitchFamily="18" charset="0"/>
              </a:rPr>
              <a:t>Apply</a:t>
            </a:r>
            <a:endParaRPr kumimoji="1" lang="zh-CN" altLang="en-US" sz="1600" b="1" dirty="0">
              <a:latin typeface="Microsoft YaHei" panose="020B0503020204020204" pitchFamily="34" charset="-122"/>
              <a:ea typeface="Microsoft YaHei" panose="020B0503020204020204" pitchFamily="34" charset="-122"/>
              <a:cs typeface="Times New Roman" panose="02020603050405020304" pitchFamily="18" charset="0"/>
            </a:endParaRPr>
          </a:p>
        </p:txBody>
      </p:sp>
      <p:cxnSp>
        <p:nvCxnSpPr>
          <p:cNvPr id="94" name="直线箭头连接符 93">
            <a:extLst>
              <a:ext uri="{FF2B5EF4-FFF2-40B4-BE49-F238E27FC236}">
                <a16:creationId xmlns:a16="http://schemas.microsoft.com/office/drawing/2014/main" id="{E3752160-800C-7AB3-EB55-7D7875502F24}"/>
              </a:ext>
            </a:extLst>
          </p:cNvPr>
          <p:cNvCxnSpPr>
            <a:cxnSpLocks/>
          </p:cNvCxnSpPr>
          <p:nvPr/>
        </p:nvCxnSpPr>
        <p:spPr>
          <a:xfrm>
            <a:off x="6444417" y="4949761"/>
            <a:ext cx="1963650" cy="0"/>
          </a:xfrm>
          <a:prstGeom prst="straightConnector1">
            <a:avLst/>
          </a:prstGeom>
          <a:ln w="60325">
            <a:headEnd w="lg" len="lg"/>
            <a:tailEnd type="triangle" w="med" len="lg"/>
          </a:ln>
        </p:spPr>
        <p:style>
          <a:lnRef idx="1">
            <a:schemeClr val="dk1"/>
          </a:lnRef>
          <a:fillRef idx="0">
            <a:schemeClr val="dk1"/>
          </a:fillRef>
          <a:effectRef idx="0">
            <a:schemeClr val="dk1"/>
          </a:effectRef>
          <a:fontRef idx="minor">
            <a:schemeClr val="tx1"/>
          </a:fontRef>
        </p:style>
      </p:cxnSp>
      <p:sp>
        <p:nvSpPr>
          <p:cNvPr id="95" name="文本框 94">
            <a:extLst>
              <a:ext uri="{FF2B5EF4-FFF2-40B4-BE49-F238E27FC236}">
                <a16:creationId xmlns:a16="http://schemas.microsoft.com/office/drawing/2014/main" id="{B8304901-6250-E64D-0E2C-D4E31078350B}"/>
              </a:ext>
            </a:extLst>
          </p:cNvPr>
          <p:cNvSpPr txBox="1"/>
          <p:nvPr/>
        </p:nvSpPr>
        <p:spPr>
          <a:xfrm>
            <a:off x="6504569" y="4547458"/>
            <a:ext cx="1632755" cy="338554"/>
          </a:xfrm>
          <a:prstGeom prst="rect">
            <a:avLst/>
          </a:prstGeom>
          <a:noFill/>
        </p:spPr>
        <p:txBody>
          <a:bodyPr wrap="none" rtlCol="0">
            <a:spAutoFit/>
          </a:bodyPr>
          <a:lstStyle/>
          <a:p>
            <a:r>
              <a:rPr kumimoji="1" lang="en-US" altLang="zh-CN" sz="1600" b="1" dirty="0">
                <a:latin typeface="Microsoft YaHei" panose="020B0503020204020204" pitchFamily="34" charset="-122"/>
                <a:ea typeface="Microsoft YaHei" panose="020B0503020204020204" pitchFamily="34" charset="-122"/>
                <a:cs typeface="Times New Roman" panose="02020603050405020304" pitchFamily="18" charset="0"/>
              </a:rPr>
              <a:t>Running Tests</a:t>
            </a:r>
            <a:endParaRPr kumimoji="1" lang="zh-CN" altLang="en-US" sz="1600" b="1" dirty="0">
              <a:latin typeface="Microsoft YaHei" panose="020B0503020204020204" pitchFamily="34" charset="-122"/>
              <a:ea typeface="Microsoft YaHei" panose="020B0503020204020204" pitchFamily="34" charset="-122"/>
              <a:cs typeface="Times New Roman" panose="02020603050405020304" pitchFamily="18" charset="0"/>
            </a:endParaRPr>
          </a:p>
        </p:txBody>
      </p:sp>
      <p:sp>
        <p:nvSpPr>
          <p:cNvPr id="105" name="圆角矩形 104">
            <a:extLst>
              <a:ext uri="{FF2B5EF4-FFF2-40B4-BE49-F238E27FC236}">
                <a16:creationId xmlns:a16="http://schemas.microsoft.com/office/drawing/2014/main" id="{9FFCE795-3771-17F4-F1BF-FA710268F5DD}"/>
              </a:ext>
            </a:extLst>
          </p:cNvPr>
          <p:cNvSpPr/>
          <p:nvPr/>
        </p:nvSpPr>
        <p:spPr>
          <a:xfrm>
            <a:off x="8575503" y="4311084"/>
            <a:ext cx="2343165" cy="1097952"/>
          </a:xfrm>
          <a:prstGeom prst="roundRect">
            <a:avLst>
              <a:gd name="adj" fmla="val 1548"/>
            </a:avLst>
          </a:prstGeom>
          <a:solidFill>
            <a:schemeClr val="accent6">
              <a:lumMod val="20000"/>
              <a:lumOff val="80000"/>
            </a:schemeClr>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pic>
        <p:nvPicPr>
          <p:cNvPr id="104" name="图片 103">
            <a:extLst>
              <a:ext uri="{FF2B5EF4-FFF2-40B4-BE49-F238E27FC236}">
                <a16:creationId xmlns:a16="http://schemas.microsoft.com/office/drawing/2014/main" id="{972418DC-A95A-4B9F-DC88-185EC0C9B8A1}"/>
              </a:ext>
            </a:extLst>
          </p:cNvPr>
          <p:cNvPicPr>
            <a:picLocks noChangeAspect="1"/>
          </p:cNvPicPr>
          <p:nvPr/>
        </p:nvPicPr>
        <p:blipFill>
          <a:blip r:embed="rId7"/>
          <a:stretch>
            <a:fillRect/>
          </a:stretch>
        </p:blipFill>
        <p:spPr>
          <a:xfrm>
            <a:off x="8674666" y="4488002"/>
            <a:ext cx="208198" cy="208198"/>
          </a:xfrm>
          <a:prstGeom prst="rect">
            <a:avLst/>
          </a:prstGeom>
        </p:spPr>
      </p:pic>
      <p:sp>
        <p:nvSpPr>
          <p:cNvPr id="107" name="文本框 106">
            <a:extLst>
              <a:ext uri="{FF2B5EF4-FFF2-40B4-BE49-F238E27FC236}">
                <a16:creationId xmlns:a16="http://schemas.microsoft.com/office/drawing/2014/main" id="{0941B5EE-9ABE-B0C2-BBBF-88375500417D}"/>
              </a:ext>
            </a:extLst>
          </p:cNvPr>
          <p:cNvSpPr txBox="1"/>
          <p:nvPr/>
        </p:nvSpPr>
        <p:spPr>
          <a:xfrm>
            <a:off x="8827126" y="4421652"/>
            <a:ext cx="691215" cy="369332"/>
          </a:xfrm>
          <a:prstGeom prst="rect">
            <a:avLst/>
          </a:prstGeom>
          <a:noFill/>
        </p:spPr>
        <p:txBody>
          <a:bodyPr wrap="none" rtlCol="0">
            <a:spAutoFit/>
          </a:bodyPr>
          <a:lstStyle/>
          <a:p>
            <a:r>
              <a:rPr kumimoji="1" lang="en-US" altLang="zh-CN" b="1" dirty="0">
                <a:latin typeface="Microsoft YaHei" panose="020B0503020204020204" pitchFamily="34" charset="-122"/>
                <a:ea typeface="Microsoft YaHei" panose="020B0503020204020204" pitchFamily="34" charset="-122"/>
                <a:cs typeface="Times New Roman" panose="02020603050405020304" pitchFamily="18" charset="0"/>
              </a:rPr>
              <a:t>Pass</a:t>
            </a:r>
            <a:endParaRPr kumimoji="1" lang="zh-CN" altLang="en-US" b="1" dirty="0">
              <a:latin typeface="Microsoft YaHei" panose="020B0503020204020204" pitchFamily="34" charset="-122"/>
              <a:ea typeface="Microsoft YaHei" panose="020B0503020204020204" pitchFamily="34" charset="-122"/>
              <a:cs typeface="Times New Roman" panose="02020603050405020304" pitchFamily="18" charset="0"/>
            </a:endParaRPr>
          </a:p>
        </p:txBody>
      </p:sp>
      <p:sp>
        <p:nvSpPr>
          <p:cNvPr id="109" name="文本框 108">
            <a:extLst>
              <a:ext uri="{FF2B5EF4-FFF2-40B4-BE49-F238E27FC236}">
                <a16:creationId xmlns:a16="http://schemas.microsoft.com/office/drawing/2014/main" id="{22FA98F8-169D-3C56-845E-01E20889C676}"/>
              </a:ext>
            </a:extLst>
          </p:cNvPr>
          <p:cNvSpPr txBox="1"/>
          <p:nvPr/>
        </p:nvSpPr>
        <p:spPr>
          <a:xfrm>
            <a:off x="9389403" y="4507462"/>
            <a:ext cx="1566607" cy="261610"/>
          </a:xfrm>
          <a:prstGeom prst="rect">
            <a:avLst/>
          </a:prstGeom>
          <a:noFill/>
        </p:spPr>
        <p:txBody>
          <a:bodyPr wrap="square">
            <a:spAutoFit/>
          </a:bodyPr>
          <a:lstStyle/>
          <a:p>
            <a:r>
              <a:rPr lang="zh-CN" altLang="en-US" sz="1100" b="1" dirty="0">
                <a:latin typeface="Microsoft YaHei" panose="020B0503020204020204" pitchFamily="34" charset="-122"/>
                <a:ea typeface="Microsoft YaHei" panose="020B0503020204020204" pitchFamily="34" charset="-122"/>
                <a:cs typeface="Apple Symbols" panose="02000000000000000000" pitchFamily="2" charset="-79"/>
              </a:rPr>
              <a:t>tests/apply.test.js</a:t>
            </a:r>
          </a:p>
        </p:txBody>
      </p:sp>
      <p:sp>
        <p:nvSpPr>
          <p:cNvPr id="110" name="文本框 109">
            <a:extLst>
              <a:ext uri="{FF2B5EF4-FFF2-40B4-BE49-F238E27FC236}">
                <a16:creationId xmlns:a16="http://schemas.microsoft.com/office/drawing/2014/main" id="{5B83BCEA-BA4E-59EF-96A9-CC33399AD8DE}"/>
              </a:ext>
            </a:extLst>
          </p:cNvPr>
          <p:cNvSpPr txBox="1"/>
          <p:nvPr/>
        </p:nvSpPr>
        <p:spPr>
          <a:xfrm>
            <a:off x="9029376" y="3877161"/>
            <a:ext cx="2195617" cy="369332"/>
          </a:xfrm>
          <a:prstGeom prst="rect">
            <a:avLst/>
          </a:prstGeom>
          <a:noFill/>
        </p:spPr>
        <p:txBody>
          <a:bodyPr wrap="square" rtlCol="0">
            <a:spAutoFit/>
          </a:bodyPr>
          <a:lstStyle/>
          <a:p>
            <a:r>
              <a:rPr kumimoji="1" lang="en-US" altLang="zh-CN" b="1" dirty="0">
                <a:latin typeface="Microsoft YaHei" panose="020B0503020204020204" pitchFamily="34" charset="-122"/>
                <a:ea typeface="Microsoft YaHei" panose="020B0503020204020204" pitchFamily="34" charset="-122"/>
                <a:cs typeface="Times New Roman" panose="02020603050405020304" pitchFamily="18" charset="0"/>
              </a:rPr>
              <a:t>Test Log</a:t>
            </a:r>
            <a:endParaRPr kumimoji="1" lang="zh-CN" altLang="en-US" b="1" dirty="0">
              <a:latin typeface="Microsoft YaHei" panose="020B0503020204020204" pitchFamily="34" charset="-122"/>
              <a:ea typeface="Microsoft YaHei" panose="020B0503020204020204" pitchFamily="34" charset="-122"/>
              <a:cs typeface="Times New Roman" panose="02020603050405020304" pitchFamily="18" charset="0"/>
            </a:endParaRPr>
          </a:p>
        </p:txBody>
      </p:sp>
      <p:sp>
        <p:nvSpPr>
          <p:cNvPr id="111" name="矩形 110">
            <a:extLst>
              <a:ext uri="{FF2B5EF4-FFF2-40B4-BE49-F238E27FC236}">
                <a16:creationId xmlns:a16="http://schemas.microsoft.com/office/drawing/2014/main" id="{7A775154-A673-5A13-B1BB-1791D453C3FD}"/>
              </a:ext>
            </a:extLst>
          </p:cNvPr>
          <p:cNvSpPr/>
          <p:nvPr/>
        </p:nvSpPr>
        <p:spPr>
          <a:xfrm>
            <a:off x="8709830" y="4773290"/>
            <a:ext cx="2093720" cy="55303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en" altLang="zh-CN" sz="1000" dirty="0">
                <a:solidFill>
                  <a:schemeClr val="tx1"/>
                </a:solidFill>
                <a:latin typeface="Times New Roman" panose="02020603050405020304" pitchFamily="18" charset="0"/>
                <a:ea typeface="Apple Symbols" panose="02000000000000000000" pitchFamily="2" charset="-79"/>
                <a:cs typeface="Times New Roman" panose="02020603050405020304" pitchFamily="18" charset="0"/>
              </a:rPr>
              <a:t> Stable</a:t>
            </a:r>
          </a:p>
          <a:p>
            <a:r>
              <a:rPr kumimoji="1" lang="en" altLang="zh-CN" sz="1000" dirty="0">
                <a:solidFill>
                  <a:schemeClr val="tx1"/>
                </a:solidFill>
                <a:latin typeface="Times New Roman" panose="02020603050405020304" pitchFamily="18" charset="0"/>
                <a:ea typeface="Apple Symbols" panose="02000000000000000000" pitchFamily="2" charset="-79"/>
                <a:cs typeface="Times New Roman" panose="02020603050405020304" pitchFamily="18" charset="0"/>
              </a:rPr>
              <a:t>    ✓ @apply (207 </a:t>
            </a:r>
            <a:r>
              <a:rPr kumimoji="1" lang="en" altLang="zh-CN" sz="1000" dirty="0" err="1">
                <a:solidFill>
                  <a:schemeClr val="tx1"/>
                </a:solidFill>
                <a:latin typeface="Times New Roman" panose="02020603050405020304" pitchFamily="18" charset="0"/>
                <a:ea typeface="Apple Symbols" panose="02000000000000000000" pitchFamily="2" charset="-79"/>
                <a:cs typeface="Times New Roman" panose="02020603050405020304" pitchFamily="18" charset="0"/>
              </a:rPr>
              <a:t>ms</a:t>
            </a:r>
            <a:r>
              <a:rPr kumimoji="1" lang="en" altLang="zh-CN" sz="1000" dirty="0">
                <a:solidFill>
                  <a:schemeClr val="tx1"/>
                </a:solidFill>
                <a:latin typeface="Times New Roman" panose="02020603050405020304" pitchFamily="18" charset="0"/>
                <a:ea typeface="Apple Symbols" panose="02000000000000000000" pitchFamily="2" charset="-79"/>
                <a:cs typeface="Times New Roman" panose="02020603050405020304" pitchFamily="18" charset="0"/>
              </a:rPr>
              <a:t>)</a:t>
            </a:r>
          </a:p>
          <a:p>
            <a:r>
              <a:rPr kumimoji="1" lang="en" altLang="zh-CN" sz="1000" dirty="0">
                <a:solidFill>
                  <a:schemeClr val="tx1"/>
                </a:solidFill>
                <a:latin typeface="Times New Roman" panose="02020603050405020304" pitchFamily="18" charset="0"/>
                <a:ea typeface="Apple Symbols" panose="02000000000000000000" pitchFamily="2" charset="-79"/>
                <a:cs typeface="Times New Roman" panose="02020603050405020304" pitchFamily="18" charset="0"/>
              </a:rPr>
              <a:t>    ✓ @apply error with unknown.. </a:t>
            </a:r>
            <a:endParaRPr kumimoji="1" lang="zh-CN" altLang="en-US" sz="1000" dirty="0">
              <a:solidFill>
                <a:schemeClr val="tx1"/>
              </a:solidFill>
              <a:latin typeface="Times New Roman" panose="02020603050405020304" pitchFamily="18" charset="0"/>
              <a:ea typeface="Apple Symbols" panose="02000000000000000000" pitchFamily="2" charset="-79"/>
              <a:cs typeface="Times New Roman" panose="02020603050405020304" pitchFamily="18" charset="0"/>
            </a:endParaRPr>
          </a:p>
        </p:txBody>
      </p:sp>
      <p:sp>
        <p:nvSpPr>
          <p:cNvPr id="2" name="文本框 1">
            <a:extLst>
              <a:ext uri="{FF2B5EF4-FFF2-40B4-BE49-F238E27FC236}">
                <a16:creationId xmlns:a16="http://schemas.microsoft.com/office/drawing/2014/main" id="{2A03A09A-8BDA-D953-9021-7E3CA3467B6F}"/>
              </a:ext>
            </a:extLst>
          </p:cNvPr>
          <p:cNvSpPr txBox="1"/>
          <p:nvPr/>
        </p:nvSpPr>
        <p:spPr>
          <a:xfrm>
            <a:off x="1537275" y="975483"/>
            <a:ext cx="2530159" cy="369332"/>
          </a:xfrm>
          <a:prstGeom prst="rect">
            <a:avLst/>
          </a:prstGeom>
          <a:noFill/>
        </p:spPr>
        <p:txBody>
          <a:bodyPr wrap="square" rtlCol="0">
            <a:spAutoFit/>
          </a:bodyPr>
          <a:lstStyle/>
          <a:p>
            <a:r>
              <a:rPr kumimoji="1" lang="en-US" altLang="zh-CN" b="1" dirty="0">
                <a:latin typeface="Microsoft YaHei" panose="020B0503020204020204" pitchFamily="34" charset="-122"/>
                <a:ea typeface="Microsoft YaHei" panose="020B0503020204020204" pitchFamily="34" charset="-122"/>
                <a:cs typeface="Times New Roman" panose="02020603050405020304" pitchFamily="18" charset="0"/>
              </a:rPr>
              <a:t>Issue Descriptions</a:t>
            </a:r>
            <a:endParaRPr kumimoji="1" lang="zh-CN" altLang="en-US" b="1" dirty="0">
              <a:latin typeface="Microsoft YaHei" panose="020B0503020204020204" pitchFamily="34" charset="-122"/>
              <a:ea typeface="Microsoft YaHei" panose="020B0503020204020204" pitchFamily="34" charset="-122"/>
              <a:cs typeface="Times New Roman" panose="02020603050405020304" pitchFamily="18" charset="0"/>
            </a:endParaRPr>
          </a:p>
        </p:txBody>
      </p:sp>
      <p:sp>
        <p:nvSpPr>
          <p:cNvPr id="3" name="文本框 2">
            <a:extLst>
              <a:ext uri="{FF2B5EF4-FFF2-40B4-BE49-F238E27FC236}">
                <a16:creationId xmlns:a16="http://schemas.microsoft.com/office/drawing/2014/main" id="{2E4E9902-3258-53B3-FEFA-ED3E40FCF757}"/>
              </a:ext>
            </a:extLst>
          </p:cNvPr>
          <p:cNvSpPr txBox="1"/>
          <p:nvPr/>
        </p:nvSpPr>
        <p:spPr>
          <a:xfrm>
            <a:off x="8481275" y="987607"/>
            <a:ext cx="2246545" cy="369332"/>
          </a:xfrm>
          <a:prstGeom prst="rect">
            <a:avLst/>
          </a:prstGeom>
          <a:noFill/>
        </p:spPr>
        <p:txBody>
          <a:bodyPr wrap="square" rtlCol="0">
            <a:spAutoFit/>
          </a:bodyPr>
          <a:lstStyle/>
          <a:p>
            <a:r>
              <a:rPr kumimoji="1" lang="en-US" altLang="zh-CN" b="1" dirty="0">
                <a:latin typeface="Microsoft YaHei" panose="020B0503020204020204" pitchFamily="34" charset="-122"/>
                <a:ea typeface="Microsoft YaHei" panose="020B0503020204020204" pitchFamily="34" charset="-122"/>
                <a:cs typeface="Times New Roman" panose="02020603050405020304" pitchFamily="18" charset="0"/>
              </a:rPr>
              <a:t>Generated Patch</a:t>
            </a:r>
            <a:endParaRPr kumimoji="1" lang="zh-CN" altLang="en-US" b="1" dirty="0">
              <a:latin typeface="Microsoft YaHei" panose="020B0503020204020204" pitchFamily="34" charset="-122"/>
              <a:ea typeface="Microsoft YaHei" panose="020B0503020204020204" pitchFamily="34" charset="-122"/>
              <a:cs typeface="Times New Roman" panose="02020603050405020304" pitchFamily="18" charset="0"/>
            </a:endParaRPr>
          </a:p>
        </p:txBody>
      </p:sp>
      <p:sp>
        <p:nvSpPr>
          <p:cNvPr id="5" name="文本框 4">
            <a:extLst>
              <a:ext uri="{FF2B5EF4-FFF2-40B4-BE49-F238E27FC236}">
                <a16:creationId xmlns:a16="http://schemas.microsoft.com/office/drawing/2014/main" id="{98185A53-0803-4875-502D-4887C62615D0}"/>
              </a:ext>
            </a:extLst>
          </p:cNvPr>
          <p:cNvSpPr txBox="1"/>
          <p:nvPr/>
        </p:nvSpPr>
        <p:spPr>
          <a:xfrm>
            <a:off x="4114826" y="2236122"/>
            <a:ext cx="740908" cy="338554"/>
          </a:xfrm>
          <a:prstGeom prst="rect">
            <a:avLst/>
          </a:prstGeom>
          <a:noFill/>
        </p:spPr>
        <p:txBody>
          <a:bodyPr wrap="none" rtlCol="0">
            <a:spAutoFit/>
          </a:bodyPr>
          <a:lstStyle/>
          <a:p>
            <a:r>
              <a:rPr kumimoji="1" lang="en-US" altLang="zh-CN" sz="1600" b="1" dirty="0">
                <a:latin typeface="Microsoft YaHei" panose="020B0503020204020204" pitchFamily="34" charset="-122"/>
                <a:ea typeface="Microsoft YaHei" panose="020B0503020204020204" pitchFamily="34" charset="-122"/>
                <a:cs typeface="Times New Roman" panose="02020603050405020304" pitchFamily="18" charset="0"/>
              </a:rPr>
              <a:t>Input</a:t>
            </a:r>
            <a:endParaRPr kumimoji="1" lang="zh-CN" altLang="en-US" sz="1600" b="1" dirty="0">
              <a:latin typeface="Microsoft YaHei" panose="020B0503020204020204" pitchFamily="34" charset="-122"/>
              <a:ea typeface="Microsoft YaHei" panose="020B0503020204020204" pitchFamily="34" charset="-122"/>
              <a:cs typeface="Times New Roman" panose="02020603050405020304" pitchFamily="18" charset="0"/>
            </a:endParaRPr>
          </a:p>
        </p:txBody>
      </p:sp>
    </p:spTree>
    <p:extLst>
      <p:ext uri="{BB962C8B-B14F-4D97-AF65-F5344CB8AC3E}">
        <p14:creationId xmlns:p14="http://schemas.microsoft.com/office/powerpoint/2010/main" val="413215241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圆角矩形 4">
            <a:extLst>
              <a:ext uri="{FF2B5EF4-FFF2-40B4-BE49-F238E27FC236}">
                <a16:creationId xmlns:a16="http://schemas.microsoft.com/office/drawing/2014/main" id="{33559977-02A7-4B89-DB6D-E089974FB068}"/>
              </a:ext>
            </a:extLst>
          </p:cNvPr>
          <p:cNvSpPr/>
          <p:nvPr/>
        </p:nvSpPr>
        <p:spPr>
          <a:xfrm>
            <a:off x="179882" y="824459"/>
            <a:ext cx="11902190" cy="4573374"/>
          </a:xfrm>
          <a:prstGeom prst="roundRect">
            <a:avLst>
              <a:gd name="adj" fmla="val 2863"/>
            </a:avLst>
          </a:prstGeom>
          <a:solidFill>
            <a:srgbClr val="F1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6" name="矩形 5">
            <a:extLst>
              <a:ext uri="{FF2B5EF4-FFF2-40B4-BE49-F238E27FC236}">
                <a16:creationId xmlns:a16="http://schemas.microsoft.com/office/drawing/2014/main" id="{7F34E22A-8ECA-72D7-854A-E15F5345D40C}"/>
              </a:ext>
            </a:extLst>
          </p:cNvPr>
          <p:cNvSpPr/>
          <p:nvPr/>
        </p:nvSpPr>
        <p:spPr>
          <a:xfrm>
            <a:off x="8256582" y="1021080"/>
            <a:ext cx="3740544" cy="365760"/>
          </a:xfrm>
          <a:prstGeom prst="rect">
            <a:avLst/>
          </a:prstGeom>
          <a:solidFill>
            <a:srgbClr val="52823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sz="1400" b="1" dirty="0"/>
              <a:t>Unexpected code results</a:t>
            </a:r>
            <a:endParaRPr kumimoji="1" lang="zh-CN" altLang="en-US" sz="1400" b="1" dirty="0"/>
          </a:p>
        </p:txBody>
      </p:sp>
      <p:sp>
        <p:nvSpPr>
          <p:cNvPr id="7" name="矩形 6">
            <a:extLst>
              <a:ext uri="{FF2B5EF4-FFF2-40B4-BE49-F238E27FC236}">
                <a16:creationId xmlns:a16="http://schemas.microsoft.com/office/drawing/2014/main" id="{B44E72C0-851E-EB24-2DE0-496D22FEF856}"/>
              </a:ext>
            </a:extLst>
          </p:cNvPr>
          <p:cNvSpPr/>
          <p:nvPr/>
        </p:nvSpPr>
        <p:spPr>
          <a:xfrm>
            <a:off x="4341900" y="1021080"/>
            <a:ext cx="3742294" cy="365760"/>
          </a:xfrm>
          <a:prstGeom prst="rect">
            <a:avLst/>
          </a:prstGeom>
          <a:solidFill>
            <a:srgbClr val="2D73B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sz="1400" b="1" dirty="0"/>
              <a:t>Error messages or logs</a:t>
            </a:r>
            <a:endParaRPr kumimoji="1" lang="zh-CN" altLang="en-US" sz="1400" b="1" dirty="0"/>
          </a:p>
        </p:txBody>
      </p:sp>
      <p:sp>
        <p:nvSpPr>
          <p:cNvPr id="8" name="矩形 7">
            <a:extLst>
              <a:ext uri="{FF2B5EF4-FFF2-40B4-BE49-F238E27FC236}">
                <a16:creationId xmlns:a16="http://schemas.microsoft.com/office/drawing/2014/main" id="{2B6FC96F-BE0E-3B22-E71D-B9A226857CBD}"/>
              </a:ext>
            </a:extLst>
          </p:cNvPr>
          <p:cNvSpPr/>
          <p:nvPr/>
        </p:nvSpPr>
        <p:spPr>
          <a:xfrm>
            <a:off x="404734" y="1021080"/>
            <a:ext cx="3742294" cy="365760"/>
          </a:xfrm>
          <a:prstGeom prst="rect">
            <a:avLst/>
          </a:prstGeom>
          <a:solidFill>
            <a:srgbClr val="C65A1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sz="1400" b="1" dirty="0"/>
              <a:t>Screenshots of reproduced code</a:t>
            </a:r>
            <a:endParaRPr kumimoji="1" lang="zh-CN" altLang="en-US" sz="1400" b="1" dirty="0"/>
          </a:p>
        </p:txBody>
      </p:sp>
      <p:sp>
        <p:nvSpPr>
          <p:cNvPr id="9" name="圆角矩形 8">
            <a:extLst>
              <a:ext uri="{FF2B5EF4-FFF2-40B4-BE49-F238E27FC236}">
                <a16:creationId xmlns:a16="http://schemas.microsoft.com/office/drawing/2014/main" id="{68B89A6E-A314-B620-78FA-88404544E332}"/>
              </a:ext>
            </a:extLst>
          </p:cNvPr>
          <p:cNvSpPr/>
          <p:nvPr/>
        </p:nvSpPr>
        <p:spPr>
          <a:xfrm>
            <a:off x="404734" y="1460168"/>
            <a:ext cx="3742294" cy="3727804"/>
          </a:xfrm>
          <a:prstGeom prst="roundRect">
            <a:avLst>
              <a:gd name="adj" fmla="val 1953"/>
            </a:avLst>
          </a:prstGeom>
          <a:solidFill>
            <a:srgbClr val="FAE6D7"/>
          </a:solidFill>
          <a:ln w="38100">
            <a:solidFill>
              <a:srgbClr val="C55A0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0" name="圆角矩形 9">
            <a:extLst>
              <a:ext uri="{FF2B5EF4-FFF2-40B4-BE49-F238E27FC236}">
                <a16:creationId xmlns:a16="http://schemas.microsoft.com/office/drawing/2014/main" id="{12A164DB-576A-1F30-77B9-17DF4F97D71A}"/>
              </a:ext>
            </a:extLst>
          </p:cNvPr>
          <p:cNvSpPr/>
          <p:nvPr/>
        </p:nvSpPr>
        <p:spPr>
          <a:xfrm>
            <a:off x="4341900" y="1460168"/>
            <a:ext cx="3742294" cy="3727804"/>
          </a:xfrm>
          <a:prstGeom prst="roundRect">
            <a:avLst>
              <a:gd name="adj" fmla="val 1953"/>
            </a:avLst>
          </a:prstGeom>
          <a:solidFill>
            <a:srgbClr val="DDECF8"/>
          </a:solidFill>
          <a:ln w="38100">
            <a:solidFill>
              <a:srgbClr val="2F73B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1" name="圆角矩形 10">
            <a:extLst>
              <a:ext uri="{FF2B5EF4-FFF2-40B4-BE49-F238E27FC236}">
                <a16:creationId xmlns:a16="http://schemas.microsoft.com/office/drawing/2014/main" id="{A1054988-AFDD-FE77-1D5F-59BD3D674E8A}"/>
              </a:ext>
            </a:extLst>
          </p:cNvPr>
          <p:cNvSpPr/>
          <p:nvPr/>
        </p:nvSpPr>
        <p:spPr>
          <a:xfrm>
            <a:off x="8269824" y="1443743"/>
            <a:ext cx="3742294" cy="3727804"/>
          </a:xfrm>
          <a:prstGeom prst="roundRect">
            <a:avLst>
              <a:gd name="adj" fmla="val 1953"/>
            </a:avLst>
          </a:prstGeom>
          <a:solidFill>
            <a:srgbClr val="E2F1D9"/>
          </a:solidFill>
          <a:ln w="38100">
            <a:solidFill>
              <a:srgbClr val="53823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pic>
        <p:nvPicPr>
          <p:cNvPr id="1026" name="Picture 2">
            <a:extLst>
              <a:ext uri="{FF2B5EF4-FFF2-40B4-BE49-F238E27FC236}">
                <a16:creationId xmlns:a16="http://schemas.microsoft.com/office/drawing/2014/main" id="{D27A16CD-D176-3D1E-2526-CCEFD99FB44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726548" y="3317726"/>
            <a:ext cx="634256" cy="1711474"/>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a:extLst>
              <a:ext uri="{FF2B5EF4-FFF2-40B4-BE49-F238E27FC236}">
                <a16:creationId xmlns:a16="http://schemas.microsoft.com/office/drawing/2014/main" id="{073F102C-35AD-DF8E-CBFA-0D435ECEEDF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804637" y="3317725"/>
            <a:ext cx="634256" cy="1711474"/>
          </a:xfrm>
          <a:prstGeom prst="rect">
            <a:avLst/>
          </a:prstGeom>
          <a:noFill/>
          <a:extLst>
            <a:ext uri="{909E8E84-426E-40DD-AFC4-6F175D3DCCD1}">
              <a14:hiddenFill xmlns:a14="http://schemas.microsoft.com/office/drawing/2010/main">
                <a:solidFill>
                  <a:srgbClr val="FFFFFF"/>
                </a:solidFill>
              </a14:hiddenFill>
            </a:ext>
          </a:extLst>
        </p:spPr>
      </p:pic>
      <p:sp>
        <p:nvSpPr>
          <p:cNvPr id="14" name="圆角矩形 13">
            <a:extLst>
              <a:ext uri="{FF2B5EF4-FFF2-40B4-BE49-F238E27FC236}">
                <a16:creationId xmlns:a16="http://schemas.microsoft.com/office/drawing/2014/main" id="{CE22CEA3-8F1A-3549-FEBD-C92AEB3A7527}"/>
              </a:ext>
            </a:extLst>
          </p:cNvPr>
          <p:cNvSpPr/>
          <p:nvPr/>
        </p:nvSpPr>
        <p:spPr>
          <a:xfrm>
            <a:off x="8316792" y="1499583"/>
            <a:ext cx="3703068" cy="1025704"/>
          </a:xfrm>
          <a:prstGeom prst="roundRect">
            <a:avLst>
              <a:gd name="adj" fmla="val 5530"/>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en" altLang="zh-CN" b="1" dirty="0">
                <a:solidFill>
                  <a:schemeClr val="tx1"/>
                </a:solidFill>
              </a:rPr>
              <a:t>Issue: </a:t>
            </a:r>
            <a:r>
              <a:rPr kumimoji="1" lang="en" altLang="zh-CN" sz="1200" dirty="0">
                <a:solidFill>
                  <a:schemeClr val="tx1"/>
                </a:solidFill>
              </a:rPr>
              <a:t>In v3.3.2, some behaviors of pseudo elements are not as expected, for example, the marker color cannot be changed correctly, while this works correctly in v3.3.1..</a:t>
            </a:r>
            <a:endParaRPr kumimoji="1" lang="zh-CN" altLang="en-US" sz="1200" dirty="0">
              <a:solidFill>
                <a:schemeClr val="tx1"/>
              </a:solidFill>
            </a:endParaRPr>
          </a:p>
        </p:txBody>
      </p:sp>
      <p:sp>
        <p:nvSpPr>
          <p:cNvPr id="17" name="文本框 16">
            <a:extLst>
              <a:ext uri="{FF2B5EF4-FFF2-40B4-BE49-F238E27FC236}">
                <a16:creationId xmlns:a16="http://schemas.microsoft.com/office/drawing/2014/main" id="{D603A23E-E37B-4367-E382-4A3C30635303}"/>
              </a:ext>
            </a:extLst>
          </p:cNvPr>
          <p:cNvSpPr txBox="1"/>
          <p:nvPr/>
        </p:nvSpPr>
        <p:spPr>
          <a:xfrm>
            <a:off x="8724861" y="2967776"/>
            <a:ext cx="793807" cy="369332"/>
          </a:xfrm>
          <a:prstGeom prst="rect">
            <a:avLst/>
          </a:prstGeom>
          <a:noFill/>
        </p:spPr>
        <p:txBody>
          <a:bodyPr wrap="none" rtlCol="0">
            <a:spAutoFit/>
          </a:bodyPr>
          <a:lstStyle/>
          <a:p>
            <a:r>
              <a:rPr kumimoji="1" lang="en-US" altLang="zh-CN" dirty="0"/>
              <a:t>V3.3.1</a:t>
            </a:r>
            <a:endParaRPr kumimoji="1" lang="zh-CN" altLang="en-US" dirty="0"/>
          </a:p>
        </p:txBody>
      </p:sp>
      <p:sp>
        <p:nvSpPr>
          <p:cNvPr id="18" name="文本框 17">
            <a:extLst>
              <a:ext uri="{FF2B5EF4-FFF2-40B4-BE49-F238E27FC236}">
                <a16:creationId xmlns:a16="http://schemas.microsoft.com/office/drawing/2014/main" id="{6973D3FA-0167-BAA8-DE41-95BB14E21091}"/>
              </a:ext>
            </a:extLst>
          </p:cNvPr>
          <p:cNvSpPr txBox="1"/>
          <p:nvPr/>
        </p:nvSpPr>
        <p:spPr>
          <a:xfrm>
            <a:off x="10646773" y="2958992"/>
            <a:ext cx="793807" cy="369332"/>
          </a:xfrm>
          <a:prstGeom prst="rect">
            <a:avLst/>
          </a:prstGeom>
          <a:noFill/>
        </p:spPr>
        <p:txBody>
          <a:bodyPr wrap="none" rtlCol="0">
            <a:spAutoFit/>
          </a:bodyPr>
          <a:lstStyle/>
          <a:p>
            <a:r>
              <a:rPr kumimoji="1" lang="en-US" altLang="zh-CN" dirty="0"/>
              <a:t>V3.3.2</a:t>
            </a:r>
            <a:endParaRPr kumimoji="1" lang="zh-CN" altLang="en-US" dirty="0"/>
          </a:p>
        </p:txBody>
      </p:sp>
      <p:cxnSp>
        <p:nvCxnSpPr>
          <p:cNvPr id="20" name="直线箭头连接符 19">
            <a:extLst>
              <a:ext uri="{FF2B5EF4-FFF2-40B4-BE49-F238E27FC236}">
                <a16:creationId xmlns:a16="http://schemas.microsoft.com/office/drawing/2014/main" id="{61707E25-A7C0-8B37-5F61-0AE1474FD0FE}"/>
              </a:ext>
            </a:extLst>
          </p:cNvPr>
          <p:cNvCxnSpPr>
            <a:cxnSpLocks/>
          </p:cNvCxnSpPr>
          <p:nvPr/>
        </p:nvCxnSpPr>
        <p:spPr>
          <a:xfrm>
            <a:off x="9518668" y="4383276"/>
            <a:ext cx="1019417" cy="0"/>
          </a:xfrm>
          <a:prstGeom prst="straightConnector1">
            <a:avLst/>
          </a:prstGeom>
          <a:ln w="57150">
            <a:tailEnd type="triangle"/>
          </a:ln>
        </p:spPr>
        <p:style>
          <a:lnRef idx="1">
            <a:schemeClr val="dk1"/>
          </a:lnRef>
          <a:fillRef idx="0">
            <a:schemeClr val="dk1"/>
          </a:fillRef>
          <a:effectRef idx="0">
            <a:schemeClr val="dk1"/>
          </a:effectRef>
          <a:fontRef idx="minor">
            <a:schemeClr val="tx1"/>
          </a:fontRef>
        </p:style>
      </p:cxnSp>
      <p:sp>
        <p:nvSpPr>
          <p:cNvPr id="23" name="矩形 22">
            <a:extLst>
              <a:ext uri="{FF2B5EF4-FFF2-40B4-BE49-F238E27FC236}">
                <a16:creationId xmlns:a16="http://schemas.microsoft.com/office/drawing/2014/main" id="{7E8AA970-BBE1-1607-069C-CC1F87B88633}"/>
              </a:ext>
            </a:extLst>
          </p:cNvPr>
          <p:cNvSpPr/>
          <p:nvPr/>
        </p:nvSpPr>
        <p:spPr>
          <a:xfrm>
            <a:off x="8331158" y="1538601"/>
            <a:ext cx="3643108" cy="1112061"/>
          </a:xfrm>
          <a:prstGeom prst="rect">
            <a:avLst/>
          </a:prstGeom>
          <a:noFill/>
          <a:ln w="28575">
            <a:solidFill>
              <a:schemeClr val="tx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4" name="圆角矩形 23">
            <a:extLst>
              <a:ext uri="{FF2B5EF4-FFF2-40B4-BE49-F238E27FC236}">
                <a16:creationId xmlns:a16="http://schemas.microsoft.com/office/drawing/2014/main" id="{6D4EA192-B8A7-4D99-AFFB-54EE1A5ED2B2}"/>
              </a:ext>
            </a:extLst>
          </p:cNvPr>
          <p:cNvSpPr/>
          <p:nvPr/>
        </p:nvSpPr>
        <p:spPr>
          <a:xfrm>
            <a:off x="4354154" y="1499583"/>
            <a:ext cx="3703068" cy="1025704"/>
          </a:xfrm>
          <a:prstGeom prst="roundRect">
            <a:avLst>
              <a:gd name="adj" fmla="val 5530"/>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en" altLang="zh-CN" b="1" dirty="0">
                <a:solidFill>
                  <a:schemeClr val="tx1"/>
                </a:solidFill>
              </a:rPr>
              <a:t>Issue: </a:t>
            </a:r>
            <a:r>
              <a:rPr kumimoji="1" lang="en" altLang="zh-CN" sz="1200" dirty="0">
                <a:solidFill>
                  <a:schemeClr val="tx1"/>
                </a:solidFill>
              </a:rPr>
              <a:t>[Bug]: Babel crashes when using await as an identifier in </a:t>
            </a:r>
            <a:r>
              <a:rPr kumimoji="1" lang="en" altLang="zh-CN" sz="1200" dirty="0" err="1">
                <a:solidFill>
                  <a:schemeClr val="tx1"/>
                </a:solidFill>
              </a:rPr>
              <a:t>ForInOfHead</a:t>
            </a:r>
            <a:r>
              <a:rPr kumimoji="1" lang="en" altLang="zh-CN" sz="1200" dirty="0">
                <a:solidFill>
                  <a:schemeClr val="tx1"/>
                </a:solidFill>
              </a:rPr>
              <a:t>. Input code for( await of [1, 2, 3] )  { </a:t>
            </a:r>
            <a:r>
              <a:rPr kumimoji="1" lang="en" altLang="zh-CN" sz="1200" dirty="0" err="1">
                <a:solidFill>
                  <a:schemeClr val="tx1"/>
                </a:solidFill>
              </a:rPr>
              <a:t>console.log</a:t>
            </a:r>
            <a:r>
              <a:rPr kumimoji="1" lang="en" altLang="zh-CN" sz="1200" dirty="0">
                <a:solidFill>
                  <a:schemeClr val="tx1"/>
                </a:solidFill>
              </a:rPr>
              <a:t>(await) } ... However, Babel fails to </a:t>
            </a:r>
            <a:r>
              <a:rPr kumimoji="1" lang="en" altLang="zh-CN" sz="1200" dirty="0" err="1">
                <a:solidFill>
                  <a:schemeClr val="tx1"/>
                </a:solidFill>
              </a:rPr>
              <a:t>transpile</a:t>
            </a:r>
            <a:r>
              <a:rPr kumimoji="1" lang="en" altLang="zh-CN" sz="1200" dirty="0">
                <a:solidFill>
                  <a:schemeClr val="tx1"/>
                </a:solidFill>
              </a:rPr>
              <a:t> the input code: </a:t>
            </a:r>
            <a:endParaRPr kumimoji="1" lang="zh-CN" altLang="en-US" sz="1200" dirty="0">
              <a:solidFill>
                <a:schemeClr val="tx1"/>
              </a:solidFill>
            </a:endParaRPr>
          </a:p>
        </p:txBody>
      </p:sp>
      <p:sp>
        <p:nvSpPr>
          <p:cNvPr id="25" name="矩形 24">
            <a:extLst>
              <a:ext uri="{FF2B5EF4-FFF2-40B4-BE49-F238E27FC236}">
                <a16:creationId xmlns:a16="http://schemas.microsoft.com/office/drawing/2014/main" id="{AAE77001-8258-056B-DB1C-CC3757834428}"/>
              </a:ext>
            </a:extLst>
          </p:cNvPr>
          <p:cNvSpPr/>
          <p:nvPr/>
        </p:nvSpPr>
        <p:spPr>
          <a:xfrm>
            <a:off x="4368520" y="1538601"/>
            <a:ext cx="3643108" cy="1112063"/>
          </a:xfrm>
          <a:prstGeom prst="rect">
            <a:avLst/>
          </a:prstGeom>
          <a:noFill/>
          <a:ln w="28575">
            <a:solidFill>
              <a:schemeClr val="tx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6" name="圆角矩形 25">
            <a:extLst>
              <a:ext uri="{FF2B5EF4-FFF2-40B4-BE49-F238E27FC236}">
                <a16:creationId xmlns:a16="http://schemas.microsoft.com/office/drawing/2014/main" id="{5DB20BB3-2D78-3280-50EB-B95B0726628D}"/>
              </a:ext>
            </a:extLst>
          </p:cNvPr>
          <p:cNvSpPr/>
          <p:nvPr/>
        </p:nvSpPr>
        <p:spPr>
          <a:xfrm>
            <a:off x="411314" y="1499583"/>
            <a:ext cx="3703068" cy="1025704"/>
          </a:xfrm>
          <a:prstGeom prst="roundRect">
            <a:avLst>
              <a:gd name="adj" fmla="val 5530"/>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en" altLang="zh-CN" b="1" dirty="0">
                <a:solidFill>
                  <a:schemeClr val="tx1"/>
                </a:solidFill>
              </a:rPr>
              <a:t>Issue: </a:t>
            </a:r>
            <a:r>
              <a:rPr kumimoji="1" lang="en" altLang="zh-CN" sz="1400" dirty="0">
                <a:solidFill>
                  <a:schemeClr val="tx1"/>
                </a:solidFill>
              </a:rPr>
              <a:t>The function "normalize" with </a:t>
            </a:r>
            <a:r>
              <a:rPr kumimoji="1" lang="en" altLang="zh-CN" sz="1400" dirty="0" err="1">
                <a:solidFill>
                  <a:schemeClr val="tx1"/>
                </a:solidFill>
              </a:rPr>
              <a:t>dataTypes.js</a:t>
            </a:r>
            <a:r>
              <a:rPr kumimoji="1" lang="en" altLang="zh-CN" sz="1400" dirty="0">
                <a:solidFill>
                  <a:schemeClr val="tx1"/>
                </a:solidFill>
              </a:rPr>
              <a:t> leads to errors when using with some plugins like </a:t>
            </a:r>
            <a:r>
              <a:rPr kumimoji="1" lang="en" altLang="zh-CN" sz="1400" dirty="0" err="1">
                <a:solidFill>
                  <a:schemeClr val="tx1"/>
                </a:solidFill>
              </a:rPr>
              <a:t>plaiceholder</a:t>
            </a:r>
            <a:r>
              <a:rPr kumimoji="1" lang="en" altLang="zh-CN" sz="1400" dirty="0">
                <a:solidFill>
                  <a:schemeClr val="tx1"/>
                </a:solidFill>
              </a:rPr>
              <a:t> within 11ty for example ...</a:t>
            </a:r>
            <a:endParaRPr kumimoji="1" lang="zh-CN" altLang="en-US" sz="1400" dirty="0">
              <a:solidFill>
                <a:schemeClr val="tx1"/>
              </a:solidFill>
            </a:endParaRPr>
          </a:p>
        </p:txBody>
      </p:sp>
      <p:sp>
        <p:nvSpPr>
          <p:cNvPr id="27" name="矩形 26">
            <a:extLst>
              <a:ext uri="{FF2B5EF4-FFF2-40B4-BE49-F238E27FC236}">
                <a16:creationId xmlns:a16="http://schemas.microsoft.com/office/drawing/2014/main" id="{723A366C-2DB6-32B0-A26B-36593DF842B2}"/>
              </a:ext>
            </a:extLst>
          </p:cNvPr>
          <p:cNvSpPr/>
          <p:nvPr/>
        </p:nvSpPr>
        <p:spPr>
          <a:xfrm>
            <a:off x="425680" y="1538601"/>
            <a:ext cx="3643108" cy="1112063"/>
          </a:xfrm>
          <a:prstGeom prst="rect">
            <a:avLst/>
          </a:prstGeom>
          <a:noFill/>
          <a:ln w="28575">
            <a:solidFill>
              <a:schemeClr val="tx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pic>
        <p:nvPicPr>
          <p:cNvPr id="1032" name="Picture 8" descr="image">
            <a:extLst>
              <a:ext uri="{FF2B5EF4-FFF2-40B4-BE49-F238E27FC236}">
                <a16:creationId xmlns:a16="http://schemas.microsoft.com/office/drawing/2014/main" id="{E7F59D02-128E-CD5B-0AE5-E277DA82B0C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380149" y="3111146"/>
            <a:ext cx="3651078" cy="1668399"/>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descr="grafik">
            <a:extLst>
              <a:ext uri="{FF2B5EF4-FFF2-40B4-BE49-F238E27FC236}">
                <a16:creationId xmlns:a16="http://schemas.microsoft.com/office/drawing/2014/main" id="{4BD8C6FF-6DAC-BF83-3198-B2A2CF1B6D1F}"/>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79462" y="2860525"/>
            <a:ext cx="3589326" cy="202565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8760503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圆角矩形 3">
            <a:extLst>
              <a:ext uri="{FF2B5EF4-FFF2-40B4-BE49-F238E27FC236}">
                <a16:creationId xmlns:a16="http://schemas.microsoft.com/office/drawing/2014/main" id="{76A16EAC-F6C8-F371-4FE6-AF2B63BFECD9}"/>
              </a:ext>
            </a:extLst>
          </p:cNvPr>
          <p:cNvSpPr/>
          <p:nvPr/>
        </p:nvSpPr>
        <p:spPr>
          <a:xfrm>
            <a:off x="329782" y="404734"/>
            <a:ext cx="10630686" cy="4993099"/>
          </a:xfrm>
          <a:prstGeom prst="roundRect">
            <a:avLst>
              <a:gd name="adj" fmla="val 2863"/>
            </a:avLst>
          </a:prstGeom>
          <a:solidFill>
            <a:srgbClr val="F1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pic>
        <p:nvPicPr>
          <p:cNvPr id="10" name="图片 9">
            <a:extLst>
              <a:ext uri="{FF2B5EF4-FFF2-40B4-BE49-F238E27FC236}">
                <a16:creationId xmlns:a16="http://schemas.microsoft.com/office/drawing/2014/main" id="{7959EA44-9B40-3AB1-37FB-C71639FBDA66}"/>
              </a:ext>
            </a:extLst>
          </p:cNvPr>
          <p:cNvPicPr>
            <a:picLocks noChangeAspect="1"/>
          </p:cNvPicPr>
          <p:nvPr/>
        </p:nvPicPr>
        <p:blipFill>
          <a:blip r:embed="rId2"/>
          <a:stretch>
            <a:fillRect/>
          </a:stretch>
        </p:blipFill>
        <p:spPr>
          <a:xfrm>
            <a:off x="705796" y="1038269"/>
            <a:ext cx="4442265" cy="4069143"/>
          </a:xfrm>
          <a:prstGeom prst="rect">
            <a:avLst/>
          </a:prstGeom>
        </p:spPr>
      </p:pic>
      <p:pic>
        <p:nvPicPr>
          <p:cNvPr id="11" name="图片 10">
            <a:extLst>
              <a:ext uri="{FF2B5EF4-FFF2-40B4-BE49-F238E27FC236}">
                <a16:creationId xmlns:a16="http://schemas.microsoft.com/office/drawing/2014/main" id="{9A97291E-FB7A-0FCE-CE46-16098B764322}"/>
              </a:ext>
            </a:extLst>
          </p:cNvPr>
          <p:cNvPicPr>
            <a:picLocks noChangeAspect="1"/>
          </p:cNvPicPr>
          <p:nvPr/>
        </p:nvPicPr>
        <p:blipFill>
          <a:blip r:embed="rId3"/>
          <a:stretch>
            <a:fillRect/>
          </a:stretch>
        </p:blipFill>
        <p:spPr>
          <a:xfrm>
            <a:off x="6275615" y="1053260"/>
            <a:ext cx="4074842" cy="4069143"/>
          </a:xfrm>
          <a:prstGeom prst="rect">
            <a:avLst/>
          </a:prstGeom>
          <a:ln>
            <a:noFill/>
          </a:ln>
        </p:spPr>
      </p:pic>
      <p:sp>
        <p:nvSpPr>
          <p:cNvPr id="12" name="矩形 11">
            <a:extLst>
              <a:ext uri="{FF2B5EF4-FFF2-40B4-BE49-F238E27FC236}">
                <a16:creationId xmlns:a16="http://schemas.microsoft.com/office/drawing/2014/main" id="{E743FD98-A3E1-48BE-6708-959C8AD894E0}"/>
              </a:ext>
            </a:extLst>
          </p:cNvPr>
          <p:cNvSpPr/>
          <p:nvPr/>
        </p:nvSpPr>
        <p:spPr>
          <a:xfrm>
            <a:off x="1179441" y="4381907"/>
            <a:ext cx="3498575" cy="530086"/>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cxnSp>
        <p:nvCxnSpPr>
          <p:cNvPr id="14" name="直线连接符 13">
            <a:extLst>
              <a:ext uri="{FF2B5EF4-FFF2-40B4-BE49-F238E27FC236}">
                <a16:creationId xmlns:a16="http://schemas.microsoft.com/office/drawing/2014/main" id="{4CB5C455-2B77-232B-D8DA-E2BFE66E543C}"/>
              </a:ext>
            </a:extLst>
          </p:cNvPr>
          <p:cNvCxnSpPr/>
          <p:nvPr/>
        </p:nvCxnSpPr>
        <p:spPr>
          <a:xfrm flipV="1">
            <a:off x="4678016" y="1053259"/>
            <a:ext cx="1597599" cy="3328648"/>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5" name="直线连接符 14">
            <a:extLst>
              <a:ext uri="{FF2B5EF4-FFF2-40B4-BE49-F238E27FC236}">
                <a16:creationId xmlns:a16="http://schemas.microsoft.com/office/drawing/2014/main" id="{DC459DEE-FB7C-F9C8-F89B-5B5704622BD8}"/>
              </a:ext>
            </a:extLst>
          </p:cNvPr>
          <p:cNvCxnSpPr>
            <a:cxnSpLocks/>
          </p:cNvCxnSpPr>
          <p:nvPr/>
        </p:nvCxnSpPr>
        <p:spPr>
          <a:xfrm>
            <a:off x="4678016" y="4911993"/>
            <a:ext cx="1597599" cy="210409"/>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18" name="矩形 17">
            <a:extLst>
              <a:ext uri="{FF2B5EF4-FFF2-40B4-BE49-F238E27FC236}">
                <a16:creationId xmlns:a16="http://schemas.microsoft.com/office/drawing/2014/main" id="{0AE4A61B-7A4F-A49B-D542-B4A4D9F85E3B}"/>
              </a:ext>
            </a:extLst>
          </p:cNvPr>
          <p:cNvSpPr/>
          <p:nvPr/>
        </p:nvSpPr>
        <p:spPr>
          <a:xfrm>
            <a:off x="6275614" y="1053259"/>
            <a:ext cx="3972221" cy="4069143"/>
          </a:xfrm>
          <a:prstGeom prst="rect">
            <a:avLst/>
          </a:prstGeom>
          <a:noFill/>
          <a:ln w="28575">
            <a:solidFill>
              <a:srgbClr val="FF0000"/>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9" name="文本框 18">
            <a:extLst>
              <a:ext uri="{FF2B5EF4-FFF2-40B4-BE49-F238E27FC236}">
                <a16:creationId xmlns:a16="http://schemas.microsoft.com/office/drawing/2014/main" id="{34AD1FAF-0048-803A-5E04-366DE5BF3FA7}"/>
              </a:ext>
            </a:extLst>
          </p:cNvPr>
          <p:cNvSpPr txBox="1"/>
          <p:nvPr/>
        </p:nvSpPr>
        <p:spPr>
          <a:xfrm>
            <a:off x="941273" y="588560"/>
            <a:ext cx="3971310" cy="369332"/>
          </a:xfrm>
          <a:prstGeom prst="rect">
            <a:avLst/>
          </a:prstGeom>
          <a:noFill/>
        </p:spPr>
        <p:txBody>
          <a:bodyPr wrap="square" rtlCol="0">
            <a:spAutoFit/>
          </a:bodyPr>
          <a:lstStyle/>
          <a:p>
            <a:r>
              <a:rPr kumimoji="1" lang="en-US" altLang="zh-CN" b="1" dirty="0"/>
              <a:t>Issue: </a:t>
            </a:r>
            <a:r>
              <a:rPr kumimoji="1" lang="en-US" altLang="zh-CN" dirty="0" err="1"/>
              <a:t>tailwindlabs</a:t>
            </a:r>
            <a:r>
              <a:rPr kumimoji="1" lang="en-US" altLang="zh-CN" dirty="0"/>
              <a:t>/tailwindcss-12318</a:t>
            </a:r>
            <a:endParaRPr kumimoji="1" lang="zh-CN" altLang="en-US" dirty="0"/>
          </a:p>
        </p:txBody>
      </p:sp>
      <p:sp>
        <p:nvSpPr>
          <p:cNvPr id="21" name="文本框 20">
            <a:extLst>
              <a:ext uri="{FF2B5EF4-FFF2-40B4-BE49-F238E27FC236}">
                <a16:creationId xmlns:a16="http://schemas.microsoft.com/office/drawing/2014/main" id="{EA86E3BD-446E-3188-CECD-56AC2D7C2A57}"/>
              </a:ext>
            </a:extLst>
          </p:cNvPr>
          <p:cNvSpPr txBox="1"/>
          <p:nvPr/>
        </p:nvSpPr>
        <p:spPr>
          <a:xfrm>
            <a:off x="5533067" y="559320"/>
            <a:ext cx="6100996" cy="369332"/>
          </a:xfrm>
          <a:prstGeom prst="rect">
            <a:avLst/>
          </a:prstGeom>
          <a:noFill/>
        </p:spPr>
        <p:txBody>
          <a:bodyPr wrap="square">
            <a:spAutoFit/>
          </a:bodyPr>
          <a:lstStyle/>
          <a:p>
            <a:r>
              <a:rPr lang="en-US" altLang="zh-CN" b="1" dirty="0"/>
              <a:t>Web </a:t>
            </a:r>
            <a:r>
              <a:rPr lang="en-US" altLang="zh-CN" b="1" dirty="0" err="1"/>
              <a:t>Url</a:t>
            </a:r>
            <a:r>
              <a:rPr lang="en-US" altLang="zh-CN" b="1" dirty="0"/>
              <a:t>: </a:t>
            </a:r>
            <a:r>
              <a:rPr lang="zh-CN" altLang="en-US" dirty="0"/>
              <a:t>https://play.tailwindcss.com/BuKHeMD2uv</a:t>
            </a:r>
          </a:p>
        </p:txBody>
      </p:sp>
    </p:spTree>
    <p:extLst>
      <p:ext uri="{BB962C8B-B14F-4D97-AF65-F5344CB8AC3E}">
        <p14:creationId xmlns:p14="http://schemas.microsoft.com/office/powerpoint/2010/main" val="176053024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圆角 129">
            <a:extLst>
              <a:ext uri="{FF2B5EF4-FFF2-40B4-BE49-F238E27FC236}">
                <a16:creationId xmlns:a16="http://schemas.microsoft.com/office/drawing/2014/main" id="{E8F122A0-62BB-970A-DD03-1A8B2A250931}"/>
              </a:ext>
            </a:extLst>
          </p:cNvPr>
          <p:cNvSpPr/>
          <p:nvPr/>
        </p:nvSpPr>
        <p:spPr>
          <a:xfrm>
            <a:off x="829503" y="1274563"/>
            <a:ext cx="10532993" cy="4669037"/>
          </a:xfrm>
          <a:prstGeom prst="roundRect">
            <a:avLst>
              <a:gd name="adj" fmla="val 5285"/>
            </a:avLst>
          </a:prstGeom>
          <a:solidFill>
            <a:schemeClr val="bg1">
              <a:lumMod val="95000"/>
            </a:schemeClr>
          </a:solidFill>
          <a:ln w="28575">
            <a:solidFill>
              <a:schemeClr val="bg1">
                <a:lumMod val="8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bg1"/>
              </a:solidFill>
              <a:latin typeface="微软雅黑" panose="020B0503020204020204" pitchFamily="34" charset="-122"/>
              <a:ea typeface="微软雅黑" panose="020B0503020204020204" pitchFamily="34" charset="-122"/>
            </a:endParaRPr>
          </a:p>
        </p:txBody>
      </p:sp>
      <p:sp>
        <p:nvSpPr>
          <p:cNvPr id="5" name="文本框 4">
            <a:extLst>
              <a:ext uri="{FF2B5EF4-FFF2-40B4-BE49-F238E27FC236}">
                <a16:creationId xmlns:a16="http://schemas.microsoft.com/office/drawing/2014/main" id="{C5C6CC14-FAC5-0079-D445-8BB7C584D86B}"/>
              </a:ext>
            </a:extLst>
          </p:cNvPr>
          <p:cNvSpPr txBox="1"/>
          <p:nvPr/>
        </p:nvSpPr>
        <p:spPr>
          <a:xfrm>
            <a:off x="999782" y="1613119"/>
            <a:ext cx="3668353" cy="4154984"/>
          </a:xfrm>
          <a:prstGeom prst="rect">
            <a:avLst/>
          </a:prstGeom>
          <a:noFill/>
          <a:ln>
            <a:solidFill>
              <a:schemeClr val="tx1"/>
            </a:solidFill>
          </a:ln>
        </p:spPr>
        <p:txBody>
          <a:bodyPr wrap="square" rtlCol="0">
            <a:spAutoFit/>
          </a:bodyPr>
          <a:lstStyle/>
          <a:p>
            <a:r>
              <a:rPr lang="en" altLang="zh-CN" sz="1200" b="0" dirty="0">
                <a:effectLst/>
                <a:latin typeface="Menlo" panose="020B0609030804020204" pitchFamily="49" charset="0"/>
              </a:rPr>
              <a:t>Please provide the class name, function or method name, or the exact line numbers that need to be edited.</a:t>
            </a:r>
          </a:p>
          <a:p>
            <a:endParaRPr lang="en" altLang="zh-CN" sz="1200" b="0" dirty="0">
              <a:effectLst/>
              <a:latin typeface="Menlo" panose="020B0609030804020204" pitchFamily="49" charset="0"/>
            </a:endParaRPr>
          </a:p>
          <a:p>
            <a:r>
              <a:rPr lang="en" altLang="zh-CN" sz="1200" b="0" dirty="0">
                <a:effectLst/>
                <a:latin typeface="Menlo" panose="020B0609030804020204" pitchFamily="49" charset="0"/>
              </a:rPr>
              <a:t>### Examples:</a:t>
            </a:r>
          </a:p>
          <a:p>
            <a:endParaRPr lang="en" altLang="zh-CN" sz="1200" b="0" dirty="0">
              <a:effectLst/>
              <a:latin typeface="Menlo" panose="020B0609030804020204" pitchFamily="49" charset="0"/>
            </a:endParaRPr>
          </a:p>
          <a:p>
            <a:r>
              <a:rPr lang="en" altLang="zh-CN" sz="1200" b="1" dirty="0">
                <a:effectLst/>
                <a:latin typeface="Menlo" panose="020B0609030804020204" pitchFamily="49" charset="0"/>
              </a:rPr>
              <a:t>```</a:t>
            </a:r>
          </a:p>
          <a:p>
            <a:r>
              <a:rPr lang="en" altLang="zh-CN" sz="1200" b="0" dirty="0">
                <a:effectLst/>
                <a:latin typeface="Menlo" panose="020B0609030804020204" pitchFamily="49" charset="0"/>
              </a:rPr>
              <a:t>full_path1/file1.py</a:t>
            </a:r>
          </a:p>
          <a:p>
            <a:r>
              <a:rPr lang="en" altLang="zh-CN" sz="1200" b="0" dirty="0">
                <a:effectLst/>
                <a:latin typeface="Menlo" panose="020B0609030804020204" pitchFamily="49" charset="0"/>
              </a:rPr>
              <a:t>line: 10</a:t>
            </a:r>
          </a:p>
          <a:p>
            <a:r>
              <a:rPr lang="en" altLang="zh-CN" sz="1200" b="0" dirty="0">
                <a:effectLst/>
                <a:latin typeface="Menlo" panose="020B0609030804020204" pitchFamily="49" charset="0"/>
              </a:rPr>
              <a:t>class: MyClass1</a:t>
            </a:r>
          </a:p>
          <a:p>
            <a:r>
              <a:rPr lang="en" altLang="zh-CN" sz="1200" b="0" dirty="0">
                <a:effectLst/>
                <a:latin typeface="Menlo" panose="020B0609030804020204" pitchFamily="49" charset="0"/>
              </a:rPr>
              <a:t>line: 51</a:t>
            </a:r>
          </a:p>
          <a:p>
            <a:br>
              <a:rPr lang="en" altLang="zh-CN" sz="1200" b="0" dirty="0">
                <a:effectLst/>
                <a:latin typeface="Menlo" panose="020B0609030804020204" pitchFamily="49" charset="0"/>
              </a:rPr>
            </a:br>
            <a:r>
              <a:rPr lang="en" altLang="zh-CN" sz="1200" b="0" dirty="0">
                <a:effectLst/>
                <a:latin typeface="Menlo" panose="020B0609030804020204" pitchFamily="49" charset="0"/>
              </a:rPr>
              <a:t>full_path2/file2.py</a:t>
            </a:r>
          </a:p>
          <a:p>
            <a:r>
              <a:rPr lang="en" altLang="zh-CN" sz="1200" b="0" dirty="0">
                <a:effectLst/>
                <a:latin typeface="Menlo" panose="020B0609030804020204" pitchFamily="49" charset="0"/>
              </a:rPr>
              <a:t>function: MyClass2.my_method</a:t>
            </a:r>
          </a:p>
          <a:p>
            <a:r>
              <a:rPr lang="en" altLang="zh-CN" sz="1200" b="0" dirty="0">
                <a:effectLst/>
                <a:latin typeface="Menlo" panose="020B0609030804020204" pitchFamily="49" charset="0"/>
              </a:rPr>
              <a:t>line: 12</a:t>
            </a:r>
          </a:p>
          <a:p>
            <a:br>
              <a:rPr lang="en" altLang="zh-CN" sz="1200" b="0" dirty="0">
                <a:effectLst/>
                <a:latin typeface="Menlo" panose="020B0609030804020204" pitchFamily="49" charset="0"/>
              </a:rPr>
            </a:br>
            <a:r>
              <a:rPr lang="en" altLang="zh-CN" sz="1200" b="0" dirty="0">
                <a:effectLst/>
                <a:latin typeface="Menlo" panose="020B0609030804020204" pitchFamily="49" charset="0"/>
              </a:rPr>
              <a:t>full_path3/file3.py</a:t>
            </a:r>
          </a:p>
          <a:p>
            <a:r>
              <a:rPr lang="en" altLang="zh-CN" sz="1200" b="0" dirty="0">
                <a:effectLst/>
                <a:latin typeface="Menlo" panose="020B0609030804020204" pitchFamily="49" charset="0"/>
              </a:rPr>
              <a:t>function: </a:t>
            </a:r>
            <a:r>
              <a:rPr lang="en" altLang="zh-CN" sz="1200" b="0" dirty="0" err="1">
                <a:effectLst/>
                <a:latin typeface="Menlo" panose="020B0609030804020204" pitchFamily="49" charset="0"/>
              </a:rPr>
              <a:t>my_function</a:t>
            </a:r>
            <a:endParaRPr lang="en" altLang="zh-CN" sz="1200" b="0" dirty="0">
              <a:effectLst/>
              <a:latin typeface="Menlo" panose="020B0609030804020204" pitchFamily="49" charset="0"/>
            </a:endParaRPr>
          </a:p>
          <a:p>
            <a:r>
              <a:rPr lang="en" altLang="zh-CN" sz="1200" b="0" dirty="0">
                <a:effectLst/>
                <a:latin typeface="Menlo" panose="020B0609030804020204" pitchFamily="49" charset="0"/>
              </a:rPr>
              <a:t>line: 24</a:t>
            </a:r>
          </a:p>
          <a:p>
            <a:r>
              <a:rPr lang="en" altLang="zh-CN" sz="1200" dirty="0">
                <a:effectLst/>
                <a:latin typeface="Menlo" panose="020B0609030804020204" pitchFamily="49" charset="0"/>
              </a:rPr>
              <a:t>line: 156</a:t>
            </a:r>
          </a:p>
          <a:p>
            <a:r>
              <a:rPr lang="en" altLang="zh-CN" sz="1200" b="1" dirty="0">
                <a:effectLst/>
                <a:latin typeface="Menlo" panose="020B0609030804020204" pitchFamily="49" charset="0"/>
              </a:rPr>
              <a:t>```</a:t>
            </a:r>
          </a:p>
          <a:p>
            <a:endParaRPr lang="en" altLang="zh-CN" sz="1200" b="1" dirty="0">
              <a:effectLst/>
              <a:latin typeface="Menlo" panose="020B0609030804020204" pitchFamily="49" charset="0"/>
            </a:endParaRPr>
          </a:p>
        </p:txBody>
      </p:sp>
      <p:sp>
        <p:nvSpPr>
          <p:cNvPr id="6" name="文本框 5">
            <a:extLst>
              <a:ext uri="{FF2B5EF4-FFF2-40B4-BE49-F238E27FC236}">
                <a16:creationId xmlns:a16="http://schemas.microsoft.com/office/drawing/2014/main" id="{056A92F6-42F8-5836-EB23-981643A4EF9F}"/>
              </a:ext>
            </a:extLst>
          </p:cNvPr>
          <p:cNvSpPr txBox="1"/>
          <p:nvPr/>
        </p:nvSpPr>
        <p:spPr>
          <a:xfrm>
            <a:off x="2324262" y="1274565"/>
            <a:ext cx="964303" cy="338554"/>
          </a:xfrm>
          <a:prstGeom prst="rect">
            <a:avLst/>
          </a:prstGeom>
          <a:noFill/>
        </p:spPr>
        <p:txBody>
          <a:bodyPr wrap="none" rtlCol="0">
            <a:spAutoFit/>
          </a:bodyPr>
          <a:lstStyle/>
          <a:p>
            <a:r>
              <a:rPr kumimoji="1" lang="en-US" altLang="zh-CN" sz="1600" b="1" dirty="0">
                <a:latin typeface="Microsoft YaHei" panose="020B0503020204020204" pitchFamily="34" charset="-122"/>
                <a:ea typeface="Microsoft YaHei" panose="020B0503020204020204" pitchFamily="34" charset="-122"/>
                <a:cs typeface="Times New Roman" panose="02020603050405020304" pitchFamily="18" charset="0"/>
              </a:rPr>
              <a:t>prompt</a:t>
            </a:r>
            <a:endParaRPr kumimoji="1" lang="zh-CN" altLang="en-US" sz="1600" b="1" dirty="0">
              <a:latin typeface="Microsoft YaHei" panose="020B0503020204020204" pitchFamily="34" charset="-122"/>
              <a:ea typeface="Microsoft YaHei" panose="020B0503020204020204" pitchFamily="34" charset="-122"/>
              <a:cs typeface="Times New Roman" panose="02020603050405020304" pitchFamily="18" charset="0"/>
            </a:endParaRPr>
          </a:p>
        </p:txBody>
      </p:sp>
      <p:pic>
        <p:nvPicPr>
          <p:cNvPr id="7" name="图形 6">
            <a:extLst>
              <a:ext uri="{FF2B5EF4-FFF2-40B4-BE49-F238E27FC236}">
                <a16:creationId xmlns:a16="http://schemas.microsoft.com/office/drawing/2014/main" id="{8CE0339D-8019-ED5A-0ECB-400DD2018C95}"/>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270286" y="1895830"/>
            <a:ext cx="455541" cy="455541"/>
          </a:xfrm>
          <a:prstGeom prst="rect">
            <a:avLst/>
          </a:prstGeom>
        </p:spPr>
      </p:pic>
      <p:pic>
        <p:nvPicPr>
          <p:cNvPr id="8" name="图形 7">
            <a:extLst>
              <a:ext uri="{FF2B5EF4-FFF2-40B4-BE49-F238E27FC236}">
                <a16:creationId xmlns:a16="http://schemas.microsoft.com/office/drawing/2014/main" id="{61B30AE9-F2C4-2D4A-6CB8-F483C6909E85}"/>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339104" y="3339592"/>
            <a:ext cx="414666" cy="414666"/>
          </a:xfrm>
          <a:prstGeom prst="rect">
            <a:avLst/>
          </a:prstGeom>
        </p:spPr>
      </p:pic>
      <p:pic>
        <p:nvPicPr>
          <p:cNvPr id="9" name="图形 8">
            <a:extLst>
              <a:ext uri="{FF2B5EF4-FFF2-40B4-BE49-F238E27FC236}">
                <a16:creationId xmlns:a16="http://schemas.microsoft.com/office/drawing/2014/main" id="{89046E84-540C-D694-1426-80FFC23913DF}"/>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222721" y="4801631"/>
            <a:ext cx="585909" cy="585909"/>
          </a:xfrm>
          <a:prstGeom prst="rect">
            <a:avLst/>
          </a:prstGeom>
        </p:spPr>
      </p:pic>
      <p:sp>
        <p:nvSpPr>
          <p:cNvPr id="17" name="文本框 16">
            <a:extLst>
              <a:ext uri="{FF2B5EF4-FFF2-40B4-BE49-F238E27FC236}">
                <a16:creationId xmlns:a16="http://schemas.microsoft.com/office/drawing/2014/main" id="{4BBED58F-68C5-1CDA-1388-86D2460A4CCE}"/>
              </a:ext>
            </a:extLst>
          </p:cNvPr>
          <p:cNvSpPr txBox="1"/>
          <p:nvPr/>
        </p:nvSpPr>
        <p:spPr>
          <a:xfrm>
            <a:off x="6113349" y="2663263"/>
            <a:ext cx="5006287" cy="1631216"/>
          </a:xfrm>
          <a:prstGeom prst="rect">
            <a:avLst/>
          </a:prstGeom>
          <a:noFill/>
        </p:spPr>
        <p:txBody>
          <a:bodyPr wrap="square">
            <a:spAutoFit/>
          </a:bodyPr>
          <a:lstStyle/>
          <a:p>
            <a:r>
              <a:rPr lang="en" altLang="zh-CN" sz="1000" b="0" dirty="0">
                <a:effectLst/>
                <a:latin typeface="Menlo" panose="020B0609030804020204" pitchFamily="49" charset="0"/>
              </a:rPr>
              <a:t>Based on the problem description and the provided code skeleton, here are the locations that likely need inspection or editing to fix the ANSI color code issue in the progress bar:</a:t>
            </a:r>
          </a:p>
          <a:p>
            <a:br>
              <a:rPr lang="en" altLang="zh-CN" sz="1000" b="0" dirty="0">
                <a:effectLst/>
                <a:latin typeface="Menlo" panose="020B0609030804020204" pitchFamily="49" charset="0"/>
              </a:rPr>
            </a:br>
            <a:r>
              <a:rPr lang="en" altLang="zh-CN" sz="1000" b="0" dirty="0" err="1">
                <a:effectLst/>
                <a:latin typeface="Menlo" panose="020B0609030804020204" pitchFamily="49" charset="0"/>
              </a:rPr>
              <a:t>tqdm</a:t>
            </a:r>
            <a:r>
              <a:rPr lang="en" altLang="zh-CN" sz="1000" b="0" dirty="0">
                <a:effectLst/>
                <a:latin typeface="Menlo" panose="020B0609030804020204" pitchFamily="49" charset="0"/>
              </a:rPr>
              <a:t>/_</a:t>
            </a:r>
            <a:r>
              <a:rPr lang="en" altLang="zh-CN" sz="1000" b="0" dirty="0" err="1">
                <a:effectLst/>
                <a:latin typeface="Menlo" panose="020B0609030804020204" pitchFamily="49" charset="0"/>
              </a:rPr>
              <a:t>tqdm.py</a:t>
            </a:r>
            <a:endParaRPr lang="en" altLang="zh-CN" sz="1000" b="0" dirty="0">
              <a:effectLst/>
              <a:latin typeface="Menlo" panose="020B0609030804020204" pitchFamily="49" charset="0"/>
            </a:endParaRPr>
          </a:p>
          <a:p>
            <a:r>
              <a:rPr lang="en" altLang="zh-CN" sz="1000" b="0" dirty="0">
                <a:effectLst/>
                <a:latin typeface="Menlo" panose="020B0609030804020204" pitchFamily="49" charset="0"/>
              </a:rPr>
              <a:t>class: </a:t>
            </a:r>
            <a:r>
              <a:rPr lang="en" altLang="zh-CN" sz="1000" b="0" dirty="0" err="1">
                <a:effectLst/>
                <a:latin typeface="Menlo" panose="020B0609030804020204" pitchFamily="49" charset="0"/>
              </a:rPr>
              <a:t>tqdm</a:t>
            </a:r>
            <a:endParaRPr lang="en" altLang="zh-CN" sz="1000" b="0" dirty="0">
              <a:effectLst/>
              <a:latin typeface="Menlo" panose="020B0609030804020204" pitchFamily="49" charset="0"/>
            </a:endParaRPr>
          </a:p>
          <a:p>
            <a:r>
              <a:rPr lang="en" altLang="zh-CN" sz="1000" b="0" dirty="0">
                <a:effectLst/>
                <a:latin typeface="Menlo" panose="020B0609030804020204" pitchFamily="49" charset="0"/>
              </a:rPr>
              <a:t>function: </a:t>
            </a:r>
            <a:r>
              <a:rPr lang="en" altLang="zh-CN" sz="1000" b="0" dirty="0" err="1">
                <a:effectLst/>
                <a:latin typeface="Menlo" panose="020B0609030804020204" pitchFamily="49" charset="0"/>
              </a:rPr>
              <a:t>format_meter</a:t>
            </a:r>
            <a:endParaRPr lang="en" altLang="zh-CN" sz="1000" b="0" dirty="0">
              <a:effectLst/>
              <a:latin typeface="Menlo" panose="020B0609030804020204" pitchFamily="49" charset="0"/>
            </a:endParaRPr>
          </a:p>
          <a:p>
            <a:r>
              <a:rPr lang="en" altLang="zh-CN" sz="1000" b="0" dirty="0">
                <a:effectLst/>
                <a:latin typeface="Menlo" panose="020B0609030804020204" pitchFamily="49" charset="0"/>
              </a:rPr>
              <a:t>function: __</a:t>
            </a:r>
            <a:r>
              <a:rPr lang="en" altLang="zh-CN" sz="1000" b="0" dirty="0" err="1">
                <a:effectLst/>
                <a:latin typeface="Menlo" panose="020B0609030804020204" pitchFamily="49" charset="0"/>
              </a:rPr>
              <a:t>init</a:t>
            </a:r>
            <a:r>
              <a:rPr lang="en" altLang="zh-CN" sz="1000" b="0" dirty="0">
                <a:effectLst/>
                <a:latin typeface="Menlo" panose="020B0609030804020204" pitchFamily="49" charset="0"/>
              </a:rPr>
              <a:t>__</a:t>
            </a:r>
          </a:p>
          <a:p>
            <a:r>
              <a:rPr lang="en" altLang="zh-CN" sz="1000" b="0" dirty="0">
                <a:effectLst/>
                <a:latin typeface="Menlo" panose="020B0609030804020204" pitchFamily="49" charset="0"/>
              </a:rPr>
              <a:t>function: __</a:t>
            </a:r>
            <a:r>
              <a:rPr lang="en" altLang="zh-CN" sz="1000" b="0" dirty="0" err="1">
                <a:effectLst/>
                <a:latin typeface="Menlo" panose="020B0609030804020204" pitchFamily="49" charset="0"/>
              </a:rPr>
              <a:t>repr</a:t>
            </a:r>
            <a:r>
              <a:rPr lang="en" altLang="zh-CN" sz="1000" b="0" dirty="0">
                <a:effectLst/>
                <a:latin typeface="Menlo" panose="020B0609030804020204" pitchFamily="49" charset="0"/>
              </a:rPr>
              <a:t>__</a:t>
            </a:r>
          </a:p>
          <a:p>
            <a:r>
              <a:rPr lang="en" altLang="zh-CN" sz="1000" b="0" dirty="0">
                <a:effectLst/>
                <a:latin typeface="Menlo" panose="020B0609030804020204" pitchFamily="49" charset="0"/>
              </a:rPr>
              <a:t>function: refresh</a:t>
            </a:r>
          </a:p>
        </p:txBody>
      </p:sp>
      <p:sp>
        <p:nvSpPr>
          <p:cNvPr id="19" name="文本框 18">
            <a:extLst>
              <a:ext uri="{FF2B5EF4-FFF2-40B4-BE49-F238E27FC236}">
                <a16:creationId xmlns:a16="http://schemas.microsoft.com/office/drawing/2014/main" id="{0C3E0715-7D56-81BB-E0A8-8DF132A8AC33}"/>
              </a:ext>
            </a:extLst>
          </p:cNvPr>
          <p:cNvSpPr txBox="1"/>
          <p:nvPr/>
        </p:nvSpPr>
        <p:spPr>
          <a:xfrm>
            <a:off x="6142847" y="1692714"/>
            <a:ext cx="5006287" cy="861774"/>
          </a:xfrm>
          <a:prstGeom prst="rect">
            <a:avLst/>
          </a:prstGeom>
          <a:noFill/>
        </p:spPr>
        <p:txBody>
          <a:bodyPr wrap="square">
            <a:spAutoFit/>
          </a:bodyPr>
          <a:lstStyle/>
          <a:p>
            <a:r>
              <a:rPr lang="en" altLang="zh-CN" sz="1000" b="1" dirty="0">
                <a:effectLst/>
                <a:latin typeface="Menlo" panose="020B0609030804020204" pitchFamily="49" charset="0"/>
              </a:rPr>
              <a:t>```</a:t>
            </a:r>
          </a:p>
          <a:p>
            <a:r>
              <a:rPr lang="en" altLang="zh-CN" sz="1000" b="0" dirty="0" err="1">
                <a:effectLst/>
                <a:latin typeface="Menlo" panose="020B0609030804020204" pitchFamily="49" charset="0"/>
              </a:rPr>
              <a:t>tqdm</a:t>
            </a:r>
            <a:r>
              <a:rPr lang="en" altLang="zh-CN" sz="1000" b="0" dirty="0">
                <a:effectLst/>
                <a:latin typeface="Menlo" panose="020B0609030804020204" pitchFamily="49" charset="0"/>
              </a:rPr>
              <a:t>/_</a:t>
            </a:r>
            <a:r>
              <a:rPr lang="en" altLang="zh-CN" sz="1000" b="0" dirty="0" err="1">
                <a:effectLst/>
                <a:latin typeface="Menlo" panose="020B0609030804020204" pitchFamily="49" charset="0"/>
              </a:rPr>
              <a:t>tqdm.py</a:t>
            </a:r>
            <a:endParaRPr lang="en" altLang="zh-CN" sz="1000" b="0" dirty="0">
              <a:effectLst/>
              <a:latin typeface="Menlo" panose="020B0609030804020204" pitchFamily="49" charset="0"/>
            </a:endParaRPr>
          </a:p>
          <a:p>
            <a:r>
              <a:rPr lang="en" altLang="zh-CN" sz="1000" b="0" dirty="0">
                <a:effectLst/>
                <a:latin typeface="Menlo" panose="020B0609030804020204" pitchFamily="49" charset="0"/>
              </a:rPr>
              <a:t>function: </a:t>
            </a:r>
            <a:r>
              <a:rPr lang="en" altLang="zh-CN" sz="1000" b="0" dirty="0" err="1">
                <a:effectLst/>
                <a:latin typeface="Menlo" panose="020B0609030804020204" pitchFamily="49" charset="0"/>
              </a:rPr>
              <a:t>tqdm.format_meter</a:t>
            </a:r>
            <a:endParaRPr lang="en" altLang="zh-CN" sz="1000" b="0" dirty="0">
              <a:effectLst/>
              <a:latin typeface="Menlo" panose="020B0609030804020204" pitchFamily="49" charset="0"/>
            </a:endParaRPr>
          </a:p>
          <a:p>
            <a:r>
              <a:rPr lang="en" altLang="zh-CN" sz="1000" b="0" dirty="0">
                <a:effectLst/>
                <a:latin typeface="Menlo" panose="020B0609030804020204" pitchFamily="49" charset="0"/>
              </a:rPr>
              <a:t>function: </a:t>
            </a:r>
            <a:r>
              <a:rPr lang="en" altLang="zh-CN" sz="1000" b="0" dirty="0" err="1">
                <a:effectLst/>
                <a:latin typeface="Menlo" panose="020B0609030804020204" pitchFamily="49" charset="0"/>
              </a:rPr>
              <a:t>tqdm</a:t>
            </a:r>
            <a:r>
              <a:rPr lang="en" altLang="zh-CN" sz="1000" b="0" dirty="0">
                <a:effectLst/>
                <a:latin typeface="Menlo" panose="020B0609030804020204" pitchFamily="49" charset="0"/>
              </a:rPr>
              <a:t>.__</a:t>
            </a:r>
            <a:r>
              <a:rPr lang="en" altLang="zh-CN" sz="1000" b="0" dirty="0" err="1">
                <a:effectLst/>
                <a:latin typeface="Menlo" panose="020B0609030804020204" pitchFamily="49" charset="0"/>
              </a:rPr>
              <a:t>init</a:t>
            </a:r>
            <a:r>
              <a:rPr lang="en" altLang="zh-CN" sz="1000" b="0" dirty="0">
                <a:effectLst/>
                <a:latin typeface="Menlo" panose="020B0609030804020204" pitchFamily="49" charset="0"/>
              </a:rPr>
              <a:t>__</a:t>
            </a:r>
          </a:p>
          <a:p>
            <a:r>
              <a:rPr lang="en" altLang="zh-CN" sz="1000" b="1" dirty="0">
                <a:effectLst/>
                <a:latin typeface="Menlo" panose="020B0609030804020204" pitchFamily="49" charset="0"/>
              </a:rPr>
              <a:t>```</a:t>
            </a:r>
          </a:p>
        </p:txBody>
      </p:sp>
      <p:sp>
        <p:nvSpPr>
          <p:cNvPr id="21" name="文本框 20">
            <a:extLst>
              <a:ext uri="{FF2B5EF4-FFF2-40B4-BE49-F238E27FC236}">
                <a16:creationId xmlns:a16="http://schemas.microsoft.com/office/drawing/2014/main" id="{5E786679-331E-FCE3-75B4-2AA329002DCD}"/>
              </a:ext>
            </a:extLst>
          </p:cNvPr>
          <p:cNvSpPr txBox="1"/>
          <p:nvPr/>
        </p:nvSpPr>
        <p:spPr>
          <a:xfrm>
            <a:off x="6098601" y="4434786"/>
            <a:ext cx="5006287" cy="1323439"/>
          </a:xfrm>
          <a:prstGeom prst="rect">
            <a:avLst/>
          </a:prstGeom>
          <a:noFill/>
        </p:spPr>
        <p:txBody>
          <a:bodyPr wrap="square">
            <a:spAutoFit/>
          </a:bodyPr>
          <a:lstStyle/>
          <a:p>
            <a:r>
              <a:rPr lang="en" altLang="zh-CN" sz="1000" b="1" dirty="0">
                <a:effectLst/>
                <a:latin typeface="Menlo" panose="020B0609030804020204" pitchFamily="49" charset="0"/>
              </a:rPr>
              <a:t>```</a:t>
            </a:r>
          </a:p>
          <a:p>
            <a:r>
              <a:rPr lang="en" altLang="zh-CN" sz="1000" b="0" dirty="0" err="1">
                <a:effectLst/>
                <a:latin typeface="Menlo" panose="020B0609030804020204" pitchFamily="49" charset="0"/>
              </a:rPr>
              <a:t>tqdm</a:t>
            </a:r>
            <a:r>
              <a:rPr lang="en" altLang="zh-CN" sz="1000" b="0" dirty="0">
                <a:effectLst/>
                <a:latin typeface="Menlo" panose="020B0609030804020204" pitchFamily="49" charset="0"/>
              </a:rPr>
              <a:t>/_</a:t>
            </a:r>
            <a:r>
              <a:rPr lang="en" altLang="zh-CN" sz="1000" b="0" dirty="0" err="1">
                <a:effectLst/>
                <a:latin typeface="Menlo" panose="020B0609030804020204" pitchFamily="49" charset="0"/>
              </a:rPr>
              <a:t>tqdm.py</a:t>
            </a:r>
            <a:endParaRPr lang="en" altLang="zh-CN" sz="1000" b="0" dirty="0">
              <a:effectLst/>
              <a:latin typeface="Menlo" panose="020B0609030804020204" pitchFamily="49" charset="0"/>
            </a:endParaRPr>
          </a:p>
          <a:p>
            <a:r>
              <a:rPr lang="en" altLang="zh-CN" sz="1000" b="0" dirty="0">
                <a:effectLst/>
                <a:latin typeface="Menlo" panose="020B0609030804020204" pitchFamily="49" charset="0"/>
              </a:rPr>
              <a:t>function: </a:t>
            </a:r>
            <a:r>
              <a:rPr lang="en" altLang="zh-CN" sz="1000" b="0" dirty="0" err="1">
                <a:effectLst/>
                <a:latin typeface="Menlo" panose="020B0609030804020204" pitchFamily="49" charset="0"/>
              </a:rPr>
              <a:t>tqdm.format_meter</a:t>
            </a:r>
            <a:endParaRPr lang="en" altLang="zh-CN" sz="1000" b="0" dirty="0">
              <a:effectLst/>
              <a:latin typeface="Menlo" panose="020B0609030804020204" pitchFamily="49" charset="0"/>
            </a:endParaRPr>
          </a:p>
          <a:p>
            <a:r>
              <a:rPr lang="en" altLang="zh-CN" sz="1000" b="0" dirty="0">
                <a:effectLst/>
                <a:latin typeface="Menlo" panose="020B0609030804020204" pitchFamily="49" charset="0"/>
              </a:rPr>
              <a:t>function: </a:t>
            </a:r>
            <a:r>
              <a:rPr lang="en" altLang="zh-CN" sz="1000" b="0" dirty="0" err="1">
                <a:effectLst/>
                <a:latin typeface="Menlo" panose="020B0609030804020204" pitchFamily="49" charset="0"/>
              </a:rPr>
              <a:t>tqdm</a:t>
            </a:r>
            <a:r>
              <a:rPr lang="en" altLang="zh-CN" sz="1000" b="0" dirty="0">
                <a:effectLst/>
                <a:latin typeface="Menlo" panose="020B0609030804020204" pitchFamily="49" charset="0"/>
              </a:rPr>
              <a:t>.__</a:t>
            </a:r>
            <a:r>
              <a:rPr lang="en" altLang="zh-CN" sz="1000" b="0" dirty="0" err="1">
                <a:effectLst/>
                <a:latin typeface="Menlo" panose="020B0609030804020204" pitchFamily="49" charset="0"/>
              </a:rPr>
              <a:t>init</a:t>
            </a:r>
            <a:r>
              <a:rPr lang="en" altLang="zh-CN" sz="1000" b="0" dirty="0">
                <a:effectLst/>
                <a:latin typeface="Menlo" panose="020B0609030804020204" pitchFamily="49" charset="0"/>
              </a:rPr>
              <a:t>__</a:t>
            </a:r>
          </a:p>
          <a:p>
            <a:r>
              <a:rPr lang="en" altLang="zh-CN" sz="1000" b="0" dirty="0">
                <a:effectLst/>
                <a:latin typeface="Menlo" panose="020B0609030804020204" pitchFamily="49" charset="0"/>
              </a:rPr>
              <a:t>function: </a:t>
            </a:r>
            <a:r>
              <a:rPr lang="en" altLang="zh-CN" sz="1000" b="0" dirty="0" err="1">
                <a:effectLst/>
                <a:latin typeface="Menlo" panose="020B0609030804020204" pitchFamily="49" charset="0"/>
              </a:rPr>
              <a:t>tqdm.set_description</a:t>
            </a:r>
            <a:endParaRPr lang="en" altLang="zh-CN" sz="1000" b="0" dirty="0">
              <a:effectLst/>
              <a:latin typeface="Menlo" panose="020B0609030804020204" pitchFamily="49" charset="0"/>
            </a:endParaRPr>
          </a:p>
          <a:p>
            <a:r>
              <a:rPr lang="en" altLang="zh-CN" sz="1000" b="0" dirty="0">
                <a:effectLst/>
                <a:latin typeface="Menlo" panose="020B0609030804020204" pitchFamily="49" charset="0"/>
              </a:rPr>
              <a:t>function: </a:t>
            </a:r>
            <a:r>
              <a:rPr lang="en" altLang="zh-CN" sz="1000" b="0" dirty="0" err="1">
                <a:effectLst/>
                <a:latin typeface="Menlo" panose="020B0609030804020204" pitchFamily="49" charset="0"/>
              </a:rPr>
              <a:t>tqdm.set_description_str</a:t>
            </a:r>
            <a:endParaRPr lang="en" altLang="zh-CN" sz="1000" b="0" dirty="0">
              <a:effectLst/>
              <a:latin typeface="Menlo" panose="020B0609030804020204" pitchFamily="49" charset="0"/>
            </a:endParaRPr>
          </a:p>
          <a:p>
            <a:r>
              <a:rPr lang="en" altLang="zh-CN" sz="1000" dirty="0">
                <a:latin typeface="Menlo" panose="020B0609030804020204" pitchFamily="49" charset="0"/>
              </a:rPr>
              <a:t>....</a:t>
            </a:r>
            <a:endParaRPr lang="en" altLang="zh-CN" sz="1000" b="0" dirty="0">
              <a:effectLst/>
              <a:latin typeface="Menlo" panose="020B0609030804020204" pitchFamily="49" charset="0"/>
            </a:endParaRPr>
          </a:p>
          <a:p>
            <a:r>
              <a:rPr lang="en" altLang="zh-CN" sz="1000" b="1" dirty="0">
                <a:effectLst/>
                <a:latin typeface="Menlo" panose="020B0609030804020204" pitchFamily="49" charset="0"/>
              </a:rPr>
              <a:t>```</a:t>
            </a:r>
          </a:p>
        </p:txBody>
      </p:sp>
      <p:sp>
        <p:nvSpPr>
          <p:cNvPr id="22" name="矩形 21">
            <a:extLst>
              <a:ext uri="{FF2B5EF4-FFF2-40B4-BE49-F238E27FC236}">
                <a16:creationId xmlns:a16="http://schemas.microsoft.com/office/drawing/2014/main" id="{45475792-5F1A-60B8-49A4-A039BF4CDFE0}"/>
              </a:ext>
            </a:extLst>
          </p:cNvPr>
          <p:cNvSpPr/>
          <p:nvPr/>
        </p:nvSpPr>
        <p:spPr>
          <a:xfrm>
            <a:off x="5001501" y="1589478"/>
            <a:ext cx="6192523" cy="928571"/>
          </a:xfrm>
          <a:prstGeom prst="rect">
            <a:avLst/>
          </a:prstGeom>
          <a:no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3" name="文本框 22">
            <a:extLst>
              <a:ext uri="{FF2B5EF4-FFF2-40B4-BE49-F238E27FC236}">
                <a16:creationId xmlns:a16="http://schemas.microsoft.com/office/drawing/2014/main" id="{62C4632A-6D00-F387-451F-34022EE60FDD}"/>
              </a:ext>
            </a:extLst>
          </p:cNvPr>
          <p:cNvSpPr txBox="1"/>
          <p:nvPr/>
        </p:nvSpPr>
        <p:spPr>
          <a:xfrm>
            <a:off x="7517180" y="1235459"/>
            <a:ext cx="1168077" cy="338554"/>
          </a:xfrm>
          <a:prstGeom prst="rect">
            <a:avLst/>
          </a:prstGeom>
          <a:noFill/>
        </p:spPr>
        <p:txBody>
          <a:bodyPr wrap="none" rtlCol="0">
            <a:spAutoFit/>
          </a:bodyPr>
          <a:lstStyle/>
          <a:p>
            <a:r>
              <a:rPr kumimoji="1" lang="en-US" altLang="zh-CN" sz="1600" b="1" dirty="0">
                <a:latin typeface="Microsoft YaHei" panose="020B0503020204020204" pitchFamily="34" charset="-122"/>
                <a:ea typeface="Microsoft YaHei" panose="020B0503020204020204" pitchFamily="34" charset="-122"/>
                <a:cs typeface="Times New Roman" panose="02020603050405020304" pitchFamily="18" charset="0"/>
              </a:rPr>
              <a:t>Response</a:t>
            </a:r>
            <a:endParaRPr kumimoji="1" lang="zh-CN" altLang="en-US" sz="1600" b="1" dirty="0">
              <a:latin typeface="Microsoft YaHei" panose="020B0503020204020204" pitchFamily="34" charset="-122"/>
              <a:ea typeface="Microsoft YaHei" panose="020B0503020204020204" pitchFamily="34" charset="-122"/>
              <a:cs typeface="Times New Roman" panose="02020603050405020304" pitchFamily="18" charset="0"/>
            </a:endParaRPr>
          </a:p>
        </p:txBody>
      </p:sp>
      <p:sp>
        <p:nvSpPr>
          <p:cNvPr id="24" name="矩形 23">
            <a:extLst>
              <a:ext uri="{FF2B5EF4-FFF2-40B4-BE49-F238E27FC236}">
                <a16:creationId xmlns:a16="http://schemas.microsoft.com/office/drawing/2014/main" id="{4926FCF9-DC44-9D62-85E0-9C8D101D23FE}"/>
              </a:ext>
            </a:extLst>
          </p:cNvPr>
          <p:cNvSpPr/>
          <p:nvPr/>
        </p:nvSpPr>
        <p:spPr>
          <a:xfrm>
            <a:off x="5001501" y="2655950"/>
            <a:ext cx="6192523" cy="1631216"/>
          </a:xfrm>
          <a:prstGeom prst="rect">
            <a:avLst/>
          </a:prstGeom>
          <a:no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5" name="矩形 24">
            <a:extLst>
              <a:ext uri="{FF2B5EF4-FFF2-40B4-BE49-F238E27FC236}">
                <a16:creationId xmlns:a16="http://schemas.microsoft.com/office/drawing/2014/main" id="{38CC9EC3-436B-B165-7744-C8BDE6282B49}"/>
              </a:ext>
            </a:extLst>
          </p:cNvPr>
          <p:cNvSpPr/>
          <p:nvPr/>
        </p:nvSpPr>
        <p:spPr>
          <a:xfrm>
            <a:off x="5006001" y="4398944"/>
            <a:ext cx="6192523" cy="1352108"/>
          </a:xfrm>
          <a:prstGeom prst="rect">
            <a:avLst/>
          </a:prstGeom>
          <a:no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6" name="文本框 25">
            <a:extLst>
              <a:ext uri="{FF2B5EF4-FFF2-40B4-BE49-F238E27FC236}">
                <a16:creationId xmlns:a16="http://schemas.microsoft.com/office/drawing/2014/main" id="{6AE2AE9B-B869-7614-14FB-5DE3CCD46A9C}"/>
              </a:ext>
            </a:extLst>
          </p:cNvPr>
          <p:cNvSpPr txBox="1"/>
          <p:nvPr/>
        </p:nvSpPr>
        <p:spPr>
          <a:xfrm>
            <a:off x="5135603" y="1658959"/>
            <a:ext cx="760144" cy="307777"/>
          </a:xfrm>
          <a:prstGeom prst="rect">
            <a:avLst/>
          </a:prstGeom>
          <a:noFill/>
        </p:spPr>
        <p:txBody>
          <a:bodyPr wrap="none" rtlCol="0">
            <a:spAutoFit/>
          </a:bodyPr>
          <a:lstStyle/>
          <a:p>
            <a:r>
              <a:rPr kumimoji="1" lang="en-US" altLang="zh-CN" sz="1400" b="1" dirty="0"/>
              <a:t>gpt-4o</a:t>
            </a:r>
            <a:endParaRPr kumimoji="1" lang="zh-CN" altLang="en-US" sz="1400" b="1" dirty="0"/>
          </a:p>
        </p:txBody>
      </p:sp>
      <p:sp>
        <p:nvSpPr>
          <p:cNvPr id="27" name="文本框 26">
            <a:extLst>
              <a:ext uri="{FF2B5EF4-FFF2-40B4-BE49-F238E27FC236}">
                <a16:creationId xmlns:a16="http://schemas.microsoft.com/office/drawing/2014/main" id="{7E1E1CEC-FFA3-B1B6-BF7D-D3D5A3D8225D}"/>
              </a:ext>
            </a:extLst>
          </p:cNvPr>
          <p:cNvSpPr txBox="1"/>
          <p:nvPr/>
        </p:nvSpPr>
        <p:spPr>
          <a:xfrm>
            <a:off x="5053265" y="2947549"/>
            <a:ext cx="1075936" cy="307777"/>
          </a:xfrm>
          <a:prstGeom prst="rect">
            <a:avLst/>
          </a:prstGeom>
          <a:noFill/>
        </p:spPr>
        <p:txBody>
          <a:bodyPr wrap="none" rtlCol="0">
            <a:spAutoFit/>
          </a:bodyPr>
          <a:lstStyle/>
          <a:p>
            <a:r>
              <a:rPr kumimoji="1" lang="en-US" altLang="zh-CN" sz="1400" b="1" dirty="0"/>
              <a:t>Claude-3.5</a:t>
            </a:r>
            <a:endParaRPr kumimoji="1" lang="zh-CN" altLang="en-US" sz="1400" b="1" dirty="0"/>
          </a:p>
        </p:txBody>
      </p:sp>
      <p:sp>
        <p:nvSpPr>
          <p:cNvPr id="28" name="文本框 27">
            <a:extLst>
              <a:ext uri="{FF2B5EF4-FFF2-40B4-BE49-F238E27FC236}">
                <a16:creationId xmlns:a16="http://schemas.microsoft.com/office/drawing/2014/main" id="{7479DA4D-D0AE-2B31-AFDB-7B728B258A38}"/>
              </a:ext>
            </a:extLst>
          </p:cNvPr>
          <p:cNvSpPr txBox="1"/>
          <p:nvPr/>
        </p:nvSpPr>
        <p:spPr>
          <a:xfrm>
            <a:off x="4934731" y="4562999"/>
            <a:ext cx="1223412" cy="276999"/>
          </a:xfrm>
          <a:prstGeom prst="rect">
            <a:avLst/>
          </a:prstGeom>
          <a:noFill/>
        </p:spPr>
        <p:txBody>
          <a:bodyPr wrap="none" rtlCol="0">
            <a:spAutoFit/>
          </a:bodyPr>
          <a:lstStyle/>
          <a:p>
            <a:r>
              <a:rPr kumimoji="1" lang="en-US" altLang="zh-CN" sz="1200" b="1" dirty="0"/>
              <a:t>Deepseek-v2.5</a:t>
            </a:r>
            <a:endParaRPr kumimoji="1" lang="zh-CN" altLang="en-US" sz="1200" b="1" dirty="0"/>
          </a:p>
        </p:txBody>
      </p:sp>
      <p:pic>
        <p:nvPicPr>
          <p:cNvPr id="29" name="图片 28">
            <a:extLst>
              <a:ext uri="{FF2B5EF4-FFF2-40B4-BE49-F238E27FC236}">
                <a16:creationId xmlns:a16="http://schemas.microsoft.com/office/drawing/2014/main" id="{7E64009C-2CA7-1985-672F-F42C86FACBEF}"/>
              </a:ext>
            </a:extLst>
          </p:cNvPr>
          <p:cNvPicPr>
            <a:picLocks noChangeAspect="1"/>
          </p:cNvPicPr>
          <p:nvPr/>
        </p:nvPicPr>
        <p:blipFill>
          <a:blip r:embed="rId8"/>
          <a:stretch>
            <a:fillRect/>
          </a:stretch>
        </p:blipFill>
        <p:spPr>
          <a:xfrm>
            <a:off x="9025059" y="1896197"/>
            <a:ext cx="369332" cy="369332"/>
          </a:xfrm>
          <a:prstGeom prst="rect">
            <a:avLst/>
          </a:prstGeom>
        </p:spPr>
      </p:pic>
      <p:sp>
        <p:nvSpPr>
          <p:cNvPr id="30" name="文本框 29">
            <a:extLst>
              <a:ext uri="{FF2B5EF4-FFF2-40B4-BE49-F238E27FC236}">
                <a16:creationId xmlns:a16="http://schemas.microsoft.com/office/drawing/2014/main" id="{60A6DCD7-4008-8893-967F-88C43FC7ADEA}"/>
              </a:ext>
            </a:extLst>
          </p:cNvPr>
          <p:cNvSpPr txBox="1"/>
          <p:nvPr/>
        </p:nvSpPr>
        <p:spPr>
          <a:xfrm>
            <a:off x="9349909" y="1925862"/>
            <a:ext cx="1768176" cy="369332"/>
          </a:xfrm>
          <a:prstGeom prst="rect">
            <a:avLst/>
          </a:prstGeom>
          <a:noFill/>
        </p:spPr>
        <p:txBody>
          <a:bodyPr wrap="none" rtlCol="0">
            <a:spAutoFit/>
          </a:bodyPr>
          <a:lstStyle/>
          <a:p>
            <a:r>
              <a:rPr kumimoji="1" lang="en-US" altLang="zh-CN" b="1" dirty="0">
                <a:latin typeface="Microsoft YaHei" panose="020B0503020204020204" pitchFamily="34" charset="-122"/>
                <a:ea typeface="Microsoft YaHei" panose="020B0503020204020204" pitchFamily="34" charset="-122"/>
                <a:cs typeface="Times New Roman" panose="02020603050405020304" pitchFamily="18" charset="0"/>
              </a:rPr>
              <a:t>Parse Success</a:t>
            </a:r>
            <a:endParaRPr kumimoji="1" lang="zh-CN" altLang="en-US" b="1" dirty="0">
              <a:latin typeface="Microsoft YaHei" panose="020B0503020204020204" pitchFamily="34" charset="-122"/>
              <a:ea typeface="Microsoft YaHei" panose="020B0503020204020204" pitchFamily="34" charset="-122"/>
              <a:cs typeface="Times New Roman" panose="02020603050405020304" pitchFamily="18" charset="0"/>
            </a:endParaRPr>
          </a:p>
        </p:txBody>
      </p:sp>
      <p:sp>
        <p:nvSpPr>
          <p:cNvPr id="32" name="文本框 31">
            <a:extLst>
              <a:ext uri="{FF2B5EF4-FFF2-40B4-BE49-F238E27FC236}">
                <a16:creationId xmlns:a16="http://schemas.microsoft.com/office/drawing/2014/main" id="{BD850A75-A9AC-0D19-DC54-B7E2BBABC80B}"/>
              </a:ext>
            </a:extLst>
          </p:cNvPr>
          <p:cNvSpPr txBox="1"/>
          <p:nvPr/>
        </p:nvSpPr>
        <p:spPr>
          <a:xfrm>
            <a:off x="9347659" y="3461355"/>
            <a:ext cx="1651927" cy="369332"/>
          </a:xfrm>
          <a:prstGeom prst="rect">
            <a:avLst/>
          </a:prstGeom>
          <a:noFill/>
        </p:spPr>
        <p:txBody>
          <a:bodyPr wrap="none" rtlCol="0">
            <a:spAutoFit/>
          </a:bodyPr>
          <a:lstStyle/>
          <a:p>
            <a:r>
              <a:rPr kumimoji="1" lang="en-US" altLang="zh-CN" b="1" dirty="0">
                <a:latin typeface="Microsoft YaHei" panose="020B0503020204020204" pitchFamily="34" charset="-122"/>
                <a:ea typeface="Microsoft YaHei" panose="020B0503020204020204" pitchFamily="34" charset="-122"/>
                <a:cs typeface="Times New Roman" panose="02020603050405020304" pitchFamily="18" charset="0"/>
              </a:rPr>
              <a:t>Parse Failure</a:t>
            </a:r>
            <a:endParaRPr kumimoji="1" lang="zh-CN" altLang="en-US" b="1" dirty="0">
              <a:latin typeface="Microsoft YaHei" panose="020B0503020204020204" pitchFamily="34" charset="-122"/>
              <a:ea typeface="Microsoft YaHei" panose="020B0503020204020204" pitchFamily="34" charset="-122"/>
              <a:cs typeface="Times New Roman" panose="02020603050405020304" pitchFamily="18" charset="0"/>
            </a:endParaRPr>
          </a:p>
        </p:txBody>
      </p:sp>
      <p:pic>
        <p:nvPicPr>
          <p:cNvPr id="33" name="图片 32">
            <a:extLst>
              <a:ext uri="{FF2B5EF4-FFF2-40B4-BE49-F238E27FC236}">
                <a16:creationId xmlns:a16="http://schemas.microsoft.com/office/drawing/2014/main" id="{FB8600ED-DE3D-F331-0493-703780E4687D}"/>
              </a:ext>
            </a:extLst>
          </p:cNvPr>
          <p:cNvPicPr>
            <a:picLocks noChangeAspect="1"/>
          </p:cNvPicPr>
          <p:nvPr/>
        </p:nvPicPr>
        <p:blipFill>
          <a:blip r:embed="rId8"/>
          <a:stretch>
            <a:fillRect/>
          </a:stretch>
        </p:blipFill>
        <p:spPr>
          <a:xfrm>
            <a:off x="9025059" y="4848575"/>
            <a:ext cx="369332" cy="369332"/>
          </a:xfrm>
          <a:prstGeom prst="rect">
            <a:avLst/>
          </a:prstGeom>
        </p:spPr>
      </p:pic>
      <p:sp>
        <p:nvSpPr>
          <p:cNvPr id="34" name="文本框 33">
            <a:extLst>
              <a:ext uri="{FF2B5EF4-FFF2-40B4-BE49-F238E27FC236}">
                <a16:creationId xmlns:a16="http://schemas.microsoft.com/office/drawing/2014/main" id="{40D4E633-4590-8ABF-ED5A-AB10EF5B2590}"/>
              </a:ext>
            </a:extLst>
          </p:cNvPr>
          <p:cNvSpPr txBox="1"/>
          <p:nvPr/>
        </p:nvSpPr>
        <p:spPr>
          <a:xfrm>
            <a:off x="9349909" y="4878240"/>
            <a:ext cx="1768176" cy="369332"/>
          </a:xfrm>
          <a:prstGeom prst="rect">
            <a:avLst/>
          </a:prstGeom>
          <a:noFill/>
        </p:spPr>
        <p:txBody>
          <a:bodyPr wrap="none" rtlCol="0">
            <a:spAutoFit/>
          </a:bodyPr>
          <a:lstStyle/>
          <a:p>
            <a:r>
              <a:rPr kumimoji="1" lang="en-US" altLang="zh-CN" b="1" dirty="0">
                <a:latin typeface="Microsoft YaHei" panose="020B0503020204020204" pitchFamily="34" charset="-122"/>
                <a:ea typeface="Microsoft YaHei" panose="020B0503020204020204" pitchFamily="34" charset="-122"/>
                <a:cs typeface="Times New Roman" panose="02020603050405020304" pitchFamily="18" charset="0"/>
              </a:rPr>
              <a:t>Parse Success</a:t>
            </a:r>
            <a:endParaRPr kumimoji="1" lang="zh-CN" altLang="en-US" b="1" dirty="0">
              <a:latin typeface="Microsoft YaHei" panose="020B0503020204020204" pitchFamily="34" charset="-122"/>
              <a:ea typeface="Microsoft YaHei" panose="020B0503020204020204" pitchFamily="34" charset="-122"/>
              <a:cs typeface="Times New Roman" panose="02020603050405020304" pitchFamily="18" charset="0"/>
            </a:endParaRPr>
          </a:p>
        </p:txBody>
      </p:sp>
      <p:pic>
        <p:nvPicPr>
          <p:cNvPr id="36" name="图片 35">
            <a:extLst>
              <a:ext uri="{FF2B5EF4-FFF2-40B4-BE49-F238E27FC236}">
                <a16:creationId xmlns:a16="http://schemas.microsoft.com/office/drawing/2014/main" id="{D557812D-E4FC-BE50-EAC6-01812C79EBA9}"/>
              </a:ext>
            </a:extLst>
          </p:cNvPr>
          <p:cNvPicPr>
            <a:picLocks noChangeAspect="1"/>
          </p:cNvPicPr>
          <p:nvPr/>
        </p:nvPicPr>
        <p:blipFill>
          <a:blip r:embed="rId9"/>
          <a:stretch>
            <a:fillRect/>
          </a:stretch>
        </p:blipFill>
        <p:spPr>
          <a:xfrm>
            <a:off x="9025059" y="3450205"/>
            <a:ext cx="368355" cy="368355"/>
          </a:xfrm>
          <a:prstGeom prst="rect">
            <a:avLst/>
          </a:prstGeom>
        </p:spPr>
      </p:pic>
      <p:sp>
        <p:nvSpPr>
          <p:cNvPr id="37" name="矩形 36">
            <a:extLst>
              <a:ext uri="{FF2B5EF4-FFF2-40B4-BE49-F238E27FC236}">
                <a16:creationId xmlns:a16="http://schemas.microsoft.com/office/drawing/2014/main" id="{3967608B-53F3-9FEF-DF75-97791697A244}"/>
              </a:ext>
            </a:extLst>
          </p:cNvPr>
          <p:cNvSpPr/>
          <p:nvPr/>
        </p:nvSpPr>
        <p:spPr>
          <a:xfrm>
            <a:off x="6158143" y="1692714"/>
            <a:ext cx="376146" cy="129412"/>
          </a:xfrm>
          <a:prstGeom prst="rect">
            <a:avLst/>
          </a:prstGeom>
          <a:noFill/>
          <a:ln w="12700">
            <a:solidFill>
              <a:srgbClr val="F7485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8" name="矩形 37">
            <a:extLst>
              <a:ext uri="{FF2B5EF4-FFF2-40B4-BE49-F238E27FC236}">
                <a16:creationId xmlns:a16="http://schemas.microsoft.com/office/drawing/2014/main" id="{F8A479E9-B755-793A-08A7-DE2A831BFD69}"/>
              </a:ext>
            </a:extLst>
          </p:cNvPr>
          <p:cNvSpPr/>
          <p:nvPr/>
        </p:nvSpPr>
        <p:spPr>
          <a:xfrm>
            <a:off x="6158143" y="2331707"/>
            <a:ext cx="376146" cy="129412"/>
          </a:xfrm>
          <a:prstGeom prst="rect">
            <a:avLst/>
          </a:prstGeom>
          <a:noFill/>
          <a:ln w="12700">
            <a:solidFill>
              <a:srgbClr val="F7485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9" name="矩形 38">
            <a:extLst>
              <a:ext uri="{FF2B5EF4-FFF2-40B4-BE49-F238E27FC236}">
                <a16:creationId xmlns:a16="http://schemas.microsoft.com/office/drawing/2014/main" id="{7B25CD67-159F-09CB-F002-5FE368C5ED70}"/>
              </a:ext>
            </a:extLst>
          </p:cNvPr>
          <p:cNvSpPr/>
          <p:nvPr/>
        </p:nvSpPr>
        <p:spPr>
          <a:xfrm>
            <a:off x="6158143" y="4445999"/>
            <a:ext cx="376146" cy="129412"/>
          </a:xfrm>
          <a:prstGeom prst="rect">
            <a:avLst/>
          </a:prstGeom>
          <a:noFill/>
          <a:ln w="12700">
            <a:solidFill>
              <a:srgbClr val="F7485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0" name="矩形 39">
            <a:extLst>
              <a:ext uri="{FF2B5EF4-FFF2-40B4-BE49-F238E27FC236}">
                <a16:creationId xmlns:a16="http://schemas.microsoft.com/office/drawing/2014/main" id="{783D819A-C575-8CF4-99A1-3F6E1256EB41}"/>
              </a:ext>
            </a:extLst>
          </p:cNvPr>
          <p:cNvSpPr/>
          <p:nvPr/>
        </p:nvSpPr>
        <p:spPr>
          <a:xfrm>
            <a:off x="6158143" y="5549457"/>
            <a:ext cx="376146" cy="129412"/>
          </a:xfrm>
          <a:prstGeom prst="rect">
            <a:avLst/>
          </a:prstGeom>
          <a:noFill/>
          <a:ln w="12700">
            <a:solidFill>
              <a:srgbClr val="F7485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pic>
        <p:nvPicPr>
          <p:cNvPr id="42" name="图片 41">
            <a:extLst>
              <a:ext uri="{FF2B5EF4-FFF2-40B4-BE49-F238E27FC236}">
                <a16:creationId xmlns:a16="http://schemas.microsoft.com/office/drawing/2014/main" id="{C5A1AF9E-A5A7-767E-02A6-F4355A36EEDF}"/>
              </a:ext>
            </a:extLst>
          </p:cNvPr>
          <p:cNvPicPr>
            <a:picLocks noChangeAspect="1"/>
          </p:cNvPicPr>
          <p:nvPr/>
        </p:nvPicPr>
        <p:blipFill>
          <a:blip r:embed="rId10"/>
          <a:stretch>
            <a:fillRect/>
          </a:stretch>
        </p:blipFill>
        <p:spPr>
          <a:xfrm>
            <a:off x="7424474" y="1669324"/>
            <a:ext cx="192558" cy="192558"/>
          </a:xfrm>
          <a:prstGeom prst="rect">
            <a:avLst/>
          </a:prstGeom>
        </p:spPr>
      </p:pic>
      <p:sp>
        <p:nvSpPr>
          <p:cNvPr id="45" name="文本框 44">
            <a:extLst>
              <a:ext uri="{FF2B5EF4-FFF2-40B4-BE49-F238E27FC236}">
                <a16:creationId xmlns:a16="http://schemas.microsoft.com/office/drawing/2014/main" id="{9FAB970B-6843-BB9C-B7F5-3658AB445D99}"/>
              </a:ext>
            </a:extLst>
          </p:cNvPr>
          <p:cNvSpPr txBox="1"/>
          <p:nvPr/>
        </p:nvSpPr>
        <p:spPr>
          <a:xfrm>
            <a:off x="7572390" y="1618085"/>
            <a:ext cx="1217000" cy="307777"/>
          </a:xfrm>
          <a:prstGeom prst="rect">
            <a:avLst/>
          </a:prstGeom>
          <a:noFill/>
        </p:spPr>
        <p:txBody>
          <a:bodyPr wrap="none" rtlCol="0">
            <a:spAutoFit/>
          </a:bodyPr>
          <a:lstStyle/>
          <a:p>
            <a:r>
              <a:rPr kumimoji="1" lang="en-US" altLang="zh-CN" sz="1400" b="1" dirty="0"/>
              <a:t>Block found!</a:t>
            </a:r>
            <a:endParaRPr kumimoji="1" lang="zh-CN" altLang="en-US" sz="1400" b="1" dirty="0"/>
          </a:p>
        </p:txBody>
      </p:sp>
      <p:sp>
        <p:nvSpPr>
          <p:cNvPr id="46" name="文本框 45">
            <a:extLst>
              <a:ext uri="{FF2B5EF4-FFF2-40B4-BE49-F238E27FC236}">
                <a16:creationId xmlns:a16="http://schemas.microsoft.com/office/drawing/2014/main" id="{26E51D3B-9B84-D326-5C09-8CC034E805F7}"/>
              </a:ext>
            </a:extLst>
          </p:cNvPr>
          <p:cNvSpPr txBox="1"/>
          <p:nvPr/>
        </p:nvSpPr>
        <p:spPr>
          <a:xfrm>
            <a:off x="7579845" y="3242236"/>
            <a:ext cx="922047" cy="307777"/>
          </a:xfrm>
          <a:prstGeom prst="rect">
            <a:avLst/>
          </a:prstGeom>
          <a:noFill/>
        </p:spPr>
        <p:txBody>
          <a:bodyPr wrap="none" rtlCol="0">
            <a:spAutoFit/>
          </a:bodyPr>
          <a:lstStyle/>
          <a:p>
            <a:r>
              <a:rPr kumimoji="1" lang="en-US" altLang="zh-CN" sz="1400" b="1" dirty="0"/>
              <a:t>No Block</a:t>
            </a:r>
            <a:endParaRPr kumimoji="1" lang="zh-CN" altLang="en-US" sz="1400" b="1" dirty="0"/>
          </a:p>
        </p:txBody>
      </p:sp>
      <p:pic>
        <p:nvPicPr>
          <p:cNvPr id="47" name="图片 46">
            <a:extLst>
              <a:ext uri="{FF2B5EF4-FFF2-40B4-BE49-F238E27FC236}">
                <a16:creationId xmlns:a16="http://schemas.microsoft.com/office/drawing/2014/main" id="{D128DD49-2123-6E23-CFA3-5E4A5C02346D}"/>
              </a:ext>
            </a:extLst>
          </p:cNvPr>
          <p:cNvPicPr>
            <a:picLocks noChangeAspect="1"/>
          </p:cNvPicPr>
          <p:nvPr/>
        </p:nvPicPr>
        <p:blipFill>
          <a:blip r:embed="rId10"/>
          <a:stretch>
            <a:fillRect/>
          </a:stretch>
        </p:blipFill>
        <p:spPr>
          <a:xfrm>
            <a:off x="7420901" y="4476339"/>
            <a:ext cx="192558" cy="192558"/>
          </a:xfrm>
          <a:prstGeom prst="rect">
            <a:avLst/>
          </a:prstGeom>
        </p:spPr>
      </p:pic>
      <p:sp>
        <p:nvSpPr>
          <p:cNvPr id="48" name="文本框 47">
            <a:extLst>
              <a:ext uri="{FF2B5EF4-FFF2-40B4-BE49-F238E27FC236}">
                <a16:creationId xmlns:a16="http://schemas.microsoft.com/office/drawing/2014/main" id="{DA1B6E4C-2448-711A-FBD2-A4CE08E3457E}"/>
              </a:ext>
            </a:extLst>
          </p:cNvPr>
          <p:cNvSpPr txBox="1"/>
          <p:nvPr/>
        </p:nvSpPr>
        <p:spPr>
          <a:xfrm>
            <a:off x="7572390" y="4414257"/>
            <a:ext cx="1217000" cy="307777"/>
          </a:xfrm>
          <a:prstGeom prst="rect">
            <a:avLst/>
          </a:prstGeom>
          <a:noFill/>
        </p:spPr>
        <p:txBody>
          <a:bodyPr wrap="none" rtlCol="0">
            <a:spAutoFit/>
          </a:bodyPr>
          <a:lstStyle/>
          <a:p>
            <a:r>
              <a:rPr kumimoji="1" lang="en-US" altLang="zh-CN" sz="1400" b="1" dirty="0"/>
              <a:t>Block found!</a:t>
            </a:r>
            <a:endParaRPr kumimoji="1" lang="zh-CN" altLang="en-US" sz="1400" b="1" dirty="0"/>
          </a:p>
        </p:txBody>
      </p:sp>
      <p:pic>
        <p:nvPicPr>
          <p:cNvPr id="50" name="图片 49">
            <a:extLst>
              <a:ext uri="{FF2B5EF4-FFF2-40B4-BE49-F238E27FC236}">
                <a16:creationId xmlns:a16="http://schemas.microsoft.com/office/drawing/2014/main" id="{E0729125-1662-B217-1899-E579BBB09AF2}"/>
              </a:ext>
            </a:extLst>
          </p:cNvPr>
          <p:cNvPicPr>
            <a:picLocks noChangeAspect="1"/>
          </p:cNvPicPr>
          <p:nvPr/>
        </p:nvPicPr>
        <p:blipFill>
          <a:blip r:embed="rId11"/>
          <a:stretch>
            <a:fillRect/>
          </a:stretch>
        </p:blipFill>
        <p:spPr>
          <a:xfrm>
            <a:off x="7402419" y="3270478"/>
            <a:ext cx="211039" cy="211039"/>
          </a:xfrm>
          <a:prstGeom prst="rect">
            <a:avLst/>
          </a:prstGeom>
        </p:spPr>
      </p:pic>
    </p:spTree>
    <p:extLst>
      <p:ext uri="{BB962C8B-B14F-4D97-AF65-F5344CB8AC3E}">
        <p14:creationId xmlns:p14="http://schemas.microsoft.com/office/powerpoint/2010/main" val="67024729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3" name="矩形: 圆角 5">
            <a:extLst>
              <a:ext uri="{FF2B5EF4-FFF2-40B4-BE49-F238E27FC236}">
                <a16:creationId xmlns:a16="http://schemas.microsoft.com/office/drawing/2014/main" id="{AD2C0428-D061-333F-0807-86C7AD37876E}"/>
              </a:ext>
            </a:extLst>
          </p:cNvPr>
          <p:cNvSpPr/>
          <p:nvPr/>
        </p:nvSpPr>
        <p:spPr>
          <a:xfrm>
            <a:off x="504041" y="1040525"/>
            <a:ext cx="11074314" cy="4162096"/>
          </a:xfrm>
          <a:prstGeom prst="roundRect">
            <a:avLst>
              <a:gd name="adj" fmla="val 5285"/>
            </a:avLst>
          </a:prstGeom>
          <a:solidFill>
            <a:schemeClr val="accent2">
              <a:lumMod val="20000"/>
              <a:lumOff val="80000"/>
            </a:schemeClr>
          </a:solidFill>
          <a:ln w="28575">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 name="文本框 42">
            <a:extLst>
              <a:ext uri="{FF2B5EF4-FFF2-40B4-BE49-F238E27FC236}">
                <a16:creationId xmlns:a16="http://schemas.microsoft.com/office/drawing/2014/main" id="{6867BDC1-90AE-09B9-3050-57BED8BCB33A}"/>
              </a:ext>
            </a:extLst>
          </p:cNvPr>
          <p:cNvSpPr txBox="1"/>
          <p:nvPr/>
        </p:nvSpPr>
        <p:spPr>
          <a:xfrm>
            <a:off x="1970915" y="2102020"/>
            <a:ext cx="1215505" cy="276999"/>
          </a:xfrm>
          <a:prstGeom prst="rect">
            <a:avLst/>
          </a:prstGeom>
          <a:noFill/>
        </p:spPr>
        <p:txBody>
          <a:bodyPr wrap="square" rtlCol="0">
            <a:spAutoFit/>
          </a:bodyPr>
          <a:lstStyle>
            <a:defPPr>
              <a:defRPr lang="zh-CN"/>
            </a:defPPr>
            <a:lvl1pPr marL="0" algn="l" defTabSz="1123158" rtl="0" eaLnBrk="1" latinLnBrk="0" hangingPunct="1">
              <a:defRPr sz="2211" kern="1200">
                <a:solidFill>
                  <a:schemeClr val="tx1"/>
                </a:solidFill>
                <a:latin typeface="+mn-lt"/>
                <a:ea typeface="+mn-ea"/>
                <a:cs typeface="+mn-cs"/>
              </a:defRPr>
            </a:lvl1pPr>
            <a:lvl2pPr marL="561579" algn="l" defTabSz="1123158" rtl="0" eaLnBrk="1" latinLnBrk="0" hangingPunct="1">
              <a:defRPr sz="2211" kern="1200">
                <a:solidFill>
                  <a:schemeClr val="tx1"/>
                </a:solidFill>
                <a:latin typeface="+mn-lt"/>
                <a:ea typeface="+mn-ea"/>
                <a:cs typeface="+mn-cs"/>
              </a:defRPr>
            </a:lvl2pPr>
            <a:lvl3pPr marL="1123158" algn="l" defTabSz="1123158" rtl="0" eaLnBrk="1" latinLnBrk="0" hangingPunct="1">
              <a:defRPr sz="2211" kern="1200">
                <a:solidFill>
                  <a:schemeClr val="tx1"/>
                </a:solidFill>
                <a:latin typeface="+mn-lt"/>
                <a:ea typeface="+mn-ea"/>
                <a:cs typeface="+mn-cs"/>
              </a:defRPr>
            </a:lvl3pPr>
            <a:lvl4pPr marL="1684736" algn="l" defTabSz="1123158" rtl="0" eaLnBrk="1" latinLnBrk="0" hangingPunct="1">
              <a:defRPr sz="2211" kern="1200">
                <a:solidFill>
                  <a:schemeClr val="tx1"/>
                </a:solidFill>
                <a:latin typeface="+mn-lt"/>
                <a:ea typeface="+mn-ea"/>
                <a:cs typeface="+mn-cs"/>
              </a:defRPr>
            </a:lvl4pPr>
            <a:lvl5pPr marL="2246315" algn="l" defTabSz="1123158" rtl="0" eaLnBrk="1" latinLnBrk="0" hangingPunct="1">
              <a:defRPr sz="2211" kern="1200">
                <a:solidFill>
                  <a:schemeClr val="tx1"/>
                </a:solidFill>
                <a:latin typeface="+mn-lt"/>
                <a:ea typeface="+mn-ea"/>
                <a:cs typeface="+mn-cs"/>
              </a:defRPr>
            </a:lvl5pPr>
            <a:lvl6pPr marL="2807894" algn="l" defTabSz="1123158" rtl="0" eaLnBrk="1" latinLnBrk="0" hangingPunct="1">
              <a:defRPr sz="2211" kern="1200">
                <a:solidFill>
                  <a:schemeClr val="tx1"/>
                </a:solidFill>
                <a:latin typeface="+mn-lt"/>
                <a:ea typeface="+mn-ea"/>
                <a:cs typeface="+mn-cs"/>
              </a:defRPr>
            </a:lvl6pPr>
            <a:lvl7pPr marL="3369473" algn="l" defTabSz="1123158" rtl="0" eaLnBrk="1" latinLnBrk="0" hangingPunct="1">
              <a:defRPr sz="2211" kern="1200">
                <a:solidFill>
                  <a:schemeClr val="tx1"/>
                </a:solidFill>
                <a:latin typeface="+mn-lt"/>
                <a:ea typeface="+mn-ea"/>
                <a:cs typeface="+mn-cs"/>
              </a:defRPr>
            </a:lvl7pPr>
            <a:lvl8pPr marL="3931051" algn="l" defTabSz="1123158" rtl="0" eaLnBrk="1" latinLnBrk="0" hangingPunct="1">
              <a:defRPr sz="2211" kern="1200">
                <a:solidFill>
                  <a:schemeClr val="tx1"/>
                </a:solidFill>
                <a:latin typeface="+mn-lt"/>
                <a:ea typeface="+mn-ea"/>
                <a:cs typeface="+mn-cs"/>
              </a:defRPr>
            </a:lvl8pPr>
            <a:lvl9pPr marL="4492630" algn="l" defTabSz="1123158" rtl="0" eaLnBrk="1" latinLnBrk="0" hangingPunct="1">
              <a:defRPr sz="2211" kern="1200">
                <a:solidFill>
                  <a:schemeClr val="tx1"/>
                </a:solidFill>
                <a:latin typeface="+mn-lt"/>
                <a:ea typeface="+mn-ea"/>
                <a:cs typeface="+mn-cs"/>
              </a:defRPr>
            </a:lvl9pPr>
          </a:lstStyle>
          <a:p>
            <a:pPr algn="ctr"/>
            <a:r>
              <a:rPr lang="en-US" altLang="zh-CN" sz="1200" dirty="0">
                <a:latin typeface="微软雅黑" panose="020B0503020204020204" pitchFamily="34" charset="-122"/>
                <a:ea typeface="微软雅黑" panose="020B0503020204020204" pitchFamily="34" charset="-122"/>
              </a:rPr>
              <a:t>Collecting</a:t>
            </a:r>
          </a:p>
        </p:txBody>
      </p:sp>
      <p:pic>
        <p:nvPicPr>
          <p:cNvPr id="46" name="图形 45">
            <a:extLst>
              <a:ext uri="{FF2B5EF4-FFF2-40B4-BE49-F238E27FC236}">
                <a16:creationId xmlns:a16="http://schemas.microsoft.com/office/drawing/2014/main" id="{4EBF78F9-1D4A-EA0E-8E17-73F9D2731B85}"/>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155779" y="2173649"/>
            <a:ext cx="822364" cy="806240"/>
          </a:xfrm>
          <a:prstGeom prst="rect">
            <a:avLst/>
          </a:prstGeom>
        </p:spPr>
      </p:pic>
      <p:sp>
        <p:nvSpPr>
          <p:cNvPr id="47" name="文本框 46">
            <a:extLst>
              <a:ext uri="{FF2B5EF4-FFF2-40B4-BE49-F238E27FC236}">
                <a16:creationId xmlns:a16="http://schemas.microsoft.com/office/drawing/2014/main" id="{A9F3042D-4F5C-2385-CB92-254D1B08DA25}"/>
              </a:ext>
            </a:extLst>
          </p:cNvPr>
          <p:cNvSpPr txBox="1"/>
          <p:nvPr/>
        </p:nvSpPr>
        <p:spPr>
          <a:xfrm>
            <a:off x="3041192" y="1436777"/>
            <a:ext cx="1033283" cy="461665"/>
          </a:xfrm>
          <a:prstGeom prst="rect">
            <a:avLst/>
          </a:prstGeom>
          <a:noFill/>
        </p:spPr>
        <p:txBody>
          <a:bodyPr wrap="square" rtlCol="0">
            <a:spAutoFit/>
          </a:bodyPr>
          <a:lstStyle>
            <a:defPPr>
              <a:defRPr lang="zh-CN"/>
            </a:defPPr>
            <a:lvl1pPr marL="0" algn="l" defTabSz="1123158" rtl="0" eaLnBrk="1" latinLnBrk="0" hangingPunct="1">
              <a:defRPr sz="2211" kern="1200">
                <a:solidFill>
                  <a:schemeClr val="tx1"/>
                </a:solidFill>
                <a:latin typeface="+mn-lt"/>
                <a:ea typeface="+mn-ea"/>
                <a:cs typeface="+mn-cs"/>
              </a:defRPr>
            </a:lvl1pPr>
            <a:lvl2pPr marL="561579" algn="l" defTabSz="1123158" rtl="0" eaLnBrk="1" latinLnBrk="0" hangingPunct="1">
              <a:defRPr sz="2211" kern="1200">
                <a:solidFill>
                  <a:schemeClr val="tx1"/>
                </a:solidFill>
                <a:latin typeface="+mn-lt"/>
                <a:ea typeface="+mn-ea"/>
                <a:cs typeface="+mn-cs"/>
              </a:defRPr>
            </a:lvl2pPr>
            <a:lvl3pPr marL="1123158" algn="l" defTabSz="1123158" rtl="0" eaLnBrk="1" latinLnBrk="0" hangingPunct="1">
              <a:defRPr sz="2211" kern="1200">
                <a:solidFill>
                  <a:schemeClr val="tx1"/>
                </a:solidFill>
                <a:latin typeface="+mn-lt"/>
                <a:ea typeface="+mn-ea"/>
                <a:cs typeface="+mn-cs"/>
              </a:defRPr>
            </a:lvl3pPr>
            <a:lvl4pPr marL="1684736" algn="l" defTabSz="1123158" rtl="0" eaLnBrk="1" latinLnBrk="0" hangingPunct="1">
              <a:defRPr sz="2211" kern="1200">
                <a:solidFill>
                  <a:schemeClr val="tx1"/>
                </a:solidFill>
                <a:latin typeface="+mn-lt"/>
                <a:ea typeface="+mn-ea"/>
                <a:cs typeface="+mn-cs"/>
              </a:defRPr>
            </a:lvl4pPr>
            <a:lvl5pPr marL="2246315" algn="l" defTabSz="1123158" rtl="0" eaLnBrk="1" latinLnBrk="0" hangingPunct="1">
              <a:defRPr sz="2211" kern="1200">
                <a:solidFill>
                  <a:schemeClr val="tx1"/>
                </a:solidFill>
                <a:latin typeface="+mn-lt"/>
                <a:ea typeface="+mn-ea"/>
                <a:cs typeface="+mn-cs"/>
              </a:defRPr>
            </a:lvl5pPr>
            <a:lvl6pPr marL="2807894" algn="l" defTabSz="1123158" rtl="0" eaLnBrk="1" latinLnBrk="0" hangingPunct="1">
              <a:defRPr sz="2211" kern="1200">
                <a:solidFill>
                  <a:schemeClr val="tx1"/>
                </a:solidFill>
                <a:latin typeface="+mn-lt"/>
                <a:ea typeface="+mn-ea"/>
                <a:cs typeface="+mn-cs"/>
              </a:defRPr>
            </a:lvl6pPr>
            <a:lvl7pPr marL="3369473" algn="l" defTabSz="1123158" rtl="0" eaLnBrk="1" latinLnBrk="0" hangingPunct="1">
              <a:defRPr sz="2211" kern="1200">
                <a:solidFill>
                  <a:schemeClr val="tx1"/>
                </a:solidFill>
                <a:latin typeface="+mn-lt"/>
                <a:ea typeface="+mn-ea"/>
                <a:cs typeface="+mn-cs"/>
              </a:defRPr>
            </a:lvl7pPr>
            <a:lvl8pPr marL="3931051" algn="l" defTabSz="1123158" rtl="0" eaLnBrk="1" latinLnBrk="0" hangingPunct="1">
              <a:defRPr sz="2211" kern="1200">
                <a:solidFill>
                  <a:schemeClr val="tx1"/>
                </a:solidFill>
                <a:latin typeface="+mn-lt"/>
                <a:ea typeface="+mn-ea"/>
                <a:cs typeface="+mn-cs"/>
              </a:defRPr>
            </a:lvl8pPr>
            <a:lvl9pPr marL="4492630" algn="l" defTabSz="1123158" rtl="0" eaLnBrk="1" latinLnBrk="0" hangingPunct="1">
              <a:defRPr sz="2211" kern="1200">
                <a:solidFill>
                  <a:schemeClr val="tx1"/>
                </a:solidFill>
                <a:latin typeface="+mn-lt"/>
                <a:ea typeface="+mn-ea"/>
                <a:cs typeface="+mn-cs"/>
              </a:defRPr>
            </a:lvl9pPr>
          </a:lstStyle>
          <a:p>
            <a:pPr algn="ctr"/>
            <a:r>
              <a:rPr lang="en-US" altLang="zh-CN" sz="1200" dirty="0">
                <a:latin typeface="微软雅黑" panose="020B0503020204020204" pitchFamily="34" charset="-122"/>
                <a:ea typeface="微软雅黑" panose="020B0503020204020204" pitchFamily="34" charset="-122"/>
              </a:rPr>
              <a:t>Candidate</a:t>
            </a:r>
          </a:p>
          <a:p>
            <a:pPr algn="ctr"/>
            <a:r>
              <a:rPr lang="en-US" altLang="zh-CN" sz="1200" dirty="0">
                <a:latin typeface="微软雅黑" panose="020B0503020204020204" pitchFamily="34" charset="-122"/>
                <a:ea typeface="微软雅黑" panose="020B0503020204020204" pitchFamily="34" charset="-122"/>
              </a:rPr>
              <a:t>Repos List</a:t>
            </a:r>
            <a:endParaRPr lang="zh-CN" altLang="en-US" sz="1200" dirty="0">
              <a:latin typeface="微软雅黑" panose="020B0503020204020204" pitchFamily="34" charset="-122"/>
              <a:ea typeface="微软雅黑" panose="020B0503020204020204" pitchFamily="34" charset="-122"/>
            </a:endParaRPr>
          </a:p>
        </p:txBody>
      </p:sp>
      <p:pic>
        <p:nvPicPr>
          <p:cNvPr id="59" name="图形 58">
            <a:extLst>
              <a:ext uri="{FF2B5EF4-FFF2-40B4-BE49-F238E27FC236}">
                <a16:creationId xmlns:a16="http://schemas.microsoft.com/office/drawing/2014/main" id="{8D92C809-1314-0AD1-8869-77B758541C54}"/>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263192" y="2214949"/>
            <a:ext cx="812800" cy="796864"/>
          </a:xfrm>
          <a:prstGeom prst="rect">
            <a:avLst/>
          </a:prstGeom>
        </p:spPr>
      </p:pic>
      <p:sp>
        <p:nvSpPr>
          <p:cNvPr id="60" name="文本框 59">
            <a:extLst>
              <a:ext uri="{FF2B5EF4-FFF2-40B4-BE49-F238E27FC236}">
                <a16:creationId xmlns:a16="http://schemas.microsoft.com/office/drawing/2014/main" id="{EB914555-135A-EFBE-E4AC-9646F5121855}"/>
              </a:ext>
            </a:extLst>
          </p:cNvPr>
          <p:cNvSpPr txBox="1"/>
          <p:nvPr/>
        </p:nvSpPr>
        <p:spPr>
          <a:xfrm>
            <a:off x="5100080" y="1424123"/>
            <a:ext cx="1149758" cy="461665"/>
          </a:xfrm>
          <a:prstGeom prst="rect">
            <a:avLst/>
          </a:prstGeom>
          <a:noFill/>
        </p:spPr>
        <p:txBody>
          <a:bodyPr wrap="square" rtlCol="0">
            <a:spAutoFit/>
          </a:bodyPr>
          <a:lstStyle>
            <a:defPPr>
              <a:defRPr lang="zh-CN"/>
            </a:defPPr>
            <a:lvl1pPr marL="0" algn="l" defTabSz="1123158" rtl="0" eaLnBrk="1" latinLnBrk="0" hangingPunct="1">
              <a:defRPr sz="2211" kern="1200">
                <a:solidFill>
                  <a:schemeClr val="tx1"/>
                </a:solidFill>
                <a:latin typeface="+mn-lt"/>
                <a:ea typeface="+mn-ea"/>
                <a:cs typeface="+mn-cs"/>
              </a:defRPr>
            </a:lvl1pPr>
            <a:lvl2pPr marL="561579" algn="l" defTabSz="1123158" rtl="0" eaLnBrk="1" latinLnBrk="0" hangingPunct="1">
              <a:defRPr sz="2211" kern="1200">
                <a:solidFill>
                  <a:schemeClr val="tx1"/>
                </a:solidFill>
                <a:latin typeface="+mn-lt"/>
                <a:ea typeface="+mn-ea"/>
                <a:cs typeface="+mn-cs"/>
              </a:defRPr>
            </a:lvl2pPr>
            <a:lvl3pPr marL="1123158" algn="l" defTabSz="1123158" rtl="0" eaLnBrk="1" latinLnBrk="0" hangingPunct="1">
              <a:defRPr sz="2211" kern="1200">
                <a:solidFill>
                  <a:schemeClr val="tx1"/>
                </a:solidFill>
                <a:latin typeface="+mn-lt"/>
                <a:ea typeface="+mn-ea"/>
                <a:cs typeface="+mn-cs"/>
              </a:defRPr>
            </a:lvl3pPr>
            <a:lvl4pPr marL="1684736" algn="l" defTabSz="1123158" rtl="0" eaLnBrk="1" latinLnBrk="0" hangingPunct="1">
              <a:defRPr sz="2211" kern="1200">
                <a:solidFill>
                  <a:schemeClr val="tx1"/>
                </a:solidFill>
                <a:latin typeface="+mn-lt"/>
                <a:ea typeface="+mn-ea"/>
                <a:cs typeface="+mn-cs"/>
              </a:defRPr>
            </a:lvl4pPr>
            <a:lvl5pPr marL="2246315" algn="l" defTabSz="1123158" rtl="0" eaLnBrk="1" latinLnBrk="0" hangingPunct="1">
              <a:defRPr sz="2211" kern="1200">
                <a:solidFill>
                  <a:schemeClr val="tx1"/>
                </a:solidFill>
                <a:latin typeface="+mn-lt"/>
                <a:ea typeface="+mn-ea"/>
                <a:cs typeface="+mn-cs"/>
              </a:defRPr>
            </a:lvl5pPr>
            <a:lvl6pPr marL="2807894" algn="l" defTabSz="1123158" rtl="0" eaLnBrk="1" latinLnBrk="0" hangingPunct="1">
              <a:defRPr sz="2211" kern="1200">
                <a:solidFill>
                  <a:schemeClr val="tx1"/>
                </a:solidFill>
                <a:latin typeface="+mn-lt"/>
                <a:ea typeface="+mn-ea"/>
                <a:cs typeface="+mn-cs"/>
              </a:defRPr>
            </a:lvl6pPr>
            <a:lvl7pPr marL="3369473" algn="l" defTabSz="1123158" rtl="0" eaLnBrk="1" latinLnBrk="0" hangingPunct="1">
              <a:defRPr sz="2211" kern="1200">
                <a:solidFill>
                  <a:schemeClr val="tx1"/>
                </a:solidFill>
                <a:latin typeface="+mn-lt"/>
                <a:ea typeface="+mn-ea"/>
                <a:cs typeface="+mn-cs"/>
              </a:defRPr>
            </a:lvl7pPr>
            <a:lvl8pPr marL="3931051" algn="l" defTabSz="1123158" rtl="0" eaLnBrk="1" latinLnBrk="0" hangingPunct="1">
              <a:defRPr sz="2211" kern="1200">
                <a:solidFill>
                  <a:schemeClr val="tx1"/>
                </a:solidFill>
                <a:latin typeface="+mn-lt"/>
                <a:ea typeface="+mn-ea"/>
                <a:cs typeface="+mn-cs"/>
              </a:defRPr>
            </a:lvl8pPr>
            <a:lvl9pPr marL="4492630" algn="l" defTabSz="1123158" rtl="0" eaLnBrk="1" latinLnBrk="0" hangingPunct="1">
              <a:defRPr sz="2211" kern="1200">
                <a:solidFill>
                  <a:schemeClr val="tx1"/>
                </a:solidFill>
                <a:latin typeface="+mn-lt"/>
                <a:ea typeface="+mn-ea"/>
                <a:cs typeface="+mn-cs"/>
              </a:defRPr>
            </a:lvl9pPr>
          </a:lstStyle>
          <a:p>
            <a:pPr algn="ctr"/>
            <a:r>
              <a:rPr lang="en-US" altLang="zh-CN" sz="1200" dirty="0">
                <a:latin typeface="微软雅黑" panose="020B0503020204020204" pitchFamily="34" charset="-122"/>
                <a:ea typeface="微软雅黑" panose="020B0503020204020204" pitchFamily="34" charset="-122"/>
              </a:rPr>
              <a:t>Target</a:t>
            </a:r>
            <a:br>
              <a:rPr lang="en-US" altLang="zh-CN" sz="1200" dirty="0">
                <a:latin typeface="微软雅黑" panose="020B0503020204020204" pitchFamily="34" charset="-122"/>
                <a:ea typeface="微软雅黑" panose="020B0503020204020204" pitchFamily="34" charset="-122"/>
              </a:rPr>
            </a:br>
            <a:r>
              <a:rPr lang="en-US" altLang="zh-CN" sz="1200" dirty="0">
                <a:latin typeface="微软雅黑" panose="020B0503020204020204" pitchFamily="34" charset="-122"/>
                <a:ea typeface="微软雅黑" panose="020B0503020204020204" pitchFamily="34" charset="-122"/>
              </a:rPr>
              <a:t>Repos List</a:t>
            </a:r>
            <a:endParaRPr lang="zh-CN" altLang="en-US" sz="1200" dirty="0">
              <a:latin typeface="微软雅黑" panose="020B0503020204020204" pitchFamily="34" charset="-122"/>
              <a:ea typeface="微软雅黑" panose="020B0503020204020204" pitchFamily="34" charset="-122"/>
            </a:endParaRPr>
          </a:p>
        </p:txBody>
      </p:sp>
      <p:pic>
        <p:nvPicPr>
          <p:cNvPr id="62" name="图形 61">
            <a:extLst>
              <a:ext uri="{FF2B5EF4-FFF2-40B4-BE49-F238E27FC236}">
                <a16:creationId xmlns:a16="http://schemas.microsoft.com/office/drawing/2014/main" id="{7B374CFB-20EE-EAE4-BD10-18E493C4A901}"/>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883083" y="2073404"/>
            <a:ext cx="279953" cy="279953"/>
          </a:xfrm>
          <a:prstGeom prst="rect">
            <a:avLst/>
          </a:prstGeom>
        </p:spPr>
      </p:pic>
      <p:cxnSp>
        <p:nvCxnSpPr>
          <p:cNvPr id="74" name="直接箭头连接符 90">
            <a:extLst>
              <a:ext uri="{FF2B5EF4-FFF2-40B4-BE49-F238E27FC236}">
                <a16:creationId xmlns:a16="http://schemas.microsoft.com/office/drawing/2014/main" id="{00D33D2C-93F5-31DA-04DA-1FAE96D7991C}"/>
              </a:ext>
            </a:extLst>
          </p:cNvPr>
          <p:cNvCxnSpPr>
            <a:cxnSpLocks/>
            <a:stCxn id="85" idx="3"/>
            <a:endCxn id="104" idx="1"/>
          </p:cNvCxnSpPr>
          <p:nvPr/>
        </p:nvCxnSpPr>
        <p:spPr>
          <a:xfrm>
            <a:off x="1796958" y="2439447"/>
            <a:ext cx="1281528"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78" name="图片 77">
            <a:extLst>
              <a:ext uri="{FF2B5EF4-FFF2-40B4-BE49-F238E27FC236}">
                <a16:creationId xmlns:a16="http://schemas.microsoft.com/office/drawing/2014/main" id="{46D46145-91B9-7D51-037B-0126EF678554}"/>
              </a:ext>
            </a:extLst>
          </p:cNvPr>
          <p:cNvPicPr>
            <a:picLocks noChangeAspect="1"/>
          </p:cNvPicPr>
          <p:nvPr/>
        </p:nvPicPr>
        <p:blipFill>
          <a:blip r:embed="rId8"/>
          <a:stretch>
            <a:fillRect/>
          </a:stretch>
        </p:blipFill>
        <p:spPr>
          <a:xfrm>
            <a:off x="1386653" y="2213304"/>
            <a:ext cx="330554" cy="330554"/>
          </a:xfrm>
          <a:prstGeom prst="rect">
            <a:avLst/>
          </a:prstGeom>
        </p:spPr>
      </p:pic>
      <p:pic>
        <p:nvPicPr>
          <p:cNvPr id="80" name="图片 79">
            <a:extLst>
              <a:ext uri="{FF2B5EF4-FFF2-40B4-BE49-F238E27FC236}">
                <a16:creationId xmlns:a16="http://schemas.microsoft.com/office/drawing/2014/main" id="{5EED824B-E99B-C32D-5DCB-C84AB01A8F9D}"/>
              </a:ext>
            </a:extLst>
          </p:cNvPr>
          <p:cNvPicPr>
            <a:picLocks noChangeAspect="1"/>
          </p:cNvPicPr>
          <p:nvPr/>
        </p:nvPicPr>
        <p:blipFill>
          <a:blip r:embed="rId9"/>
          <a:stretch>
            <a:fillRect/>
          </a:stretch>
        </p:blipFill>
        <p:spPr>
          <a:xfrm>
            <a:off x="1362988" y="2560801"/>
            <a:ext cx="398174" cy="398174"/>
          </a:xfrm>
          <a:prstGeom prst="rect">
            <a:avLst/>
          </a:prstGeom>
        </p:spPr>
      </p:pic>
      <p:pic>
        <p:nvPicPr>
          <p:cNvPr id="82" name="图片 81">
            <a:extLst>
              <a:ext uri="{FF2B5EF4-FFF2-40B4-BE49-F238E27FC236}">
                <a16:creationId xmlns:a16="http://schemas.microsoft.com/office/drawing/2014/main" id="{83C7956F-6369-7F3B-92BB-1FFC5A9F1090}"/>
              </a:ext>
            </a:extLst>
          </p:cNvPr>
          <p:cNvPicPr>
            <a:picLocks noChangeAspect="1"/>
          </p:cNvPicPr>
          <p:nvPr/>
        </p:nvPicPr>
        <p:blipFill>
          <a:blip r:embed="rId10"/>
          <a:stretch>
            <a:fillRect/>
          </a:stretch>
        </p:blipFill>
        <p:spPr>
          <a:xfrm>
            <a:off x="958308" y="2191293"/>
            <a:ext cx="358823" cy="358823"/>
          </a:xfrm>
          <a:prstGeom prst="rect">
            <a:avLst/>
          </a:prstGeom>
        </p:spPr>
      </p:pic>
      <p:pic>
        <p:nvPicPr>
          <p:cNvPr id="84" name="图片 83">
            <a:extLst>
              <a:ext uri="{FF2B5EF4-FFF2-40B4-BE49-F238E27FC236}">
                <a16:creationId xmlns:a16="http://schemas.microsoft.com/office/drawing/2014/main" id="{05542D48-749C-88CA-7453-D1BD85171A34}"/>
              </a:ext>
            </a:extLst>
          </p:cNvPr>
          <p:cNvPicPr>
            <a:picLocks noChangeAspect="1"/>
          </p:cNvPicPr>
          <p:nvPr/>
        </p:nvPicPr>
        <p:blipFill>
          <a:blip r:embed="rId11"/>
          <a:stretch>
            <a:fillRect/>
          </a:stretch>
        </p:blipFill>
        <p:spPr>
          <a:xfrm>
            <a:off x="960489" y="2590990"/>
            <a:ext cx="358824" cy="358824"/>
          </a:xfrm>
          <a:prstGeom prst="rect">
            <a:avLst/>
          </a:prstGeom>
        </p:spPr>
      </p:pic>
      <p:sp>
        <p:nvSpPr>
          <p:cNvPr id="85" name="圆角矩形 84">
            <a:extLst>
              <a:ext uri="{FF2B5EF4-FFF2-40B4-BE49-F238E27FC236}">
                <a16:creationId xmlns:a16="http://schemas.microsoft.com/office/drawing/2014/main" id="{1C7FE5FB-98D3-8437-2A76-9779B7928C3E}"/>
              </a:ext>
            </a:extLst>
          </p:cNvPr>
          <p:cNvSpPr/>
          <p:nvPr/>
        </p:nvSpPr>
        <p:spPr>
          <a:xfrm>
            <a:off x="879501" y="1873357"/>
            <a:ext cx="917457" cy="1132179"/>
          </a:xfrm>
          <a:prstGeom prst="roundRect">
            <a:avLst>
              <a:gd name="adj" fmla="val 1435"/>
            </a:avLst>
          </a:prstGeom>
          <a:noFill/>
          <a:ln w="19050">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86" name="文本框 85">
            <a:extLst>
              <a:ext uri="{FF2B5EF4-FFF2-40B4-BE49-F238E27FC236}">
                <a16:creationId xmlns:a16="http://schemas.microsoft.com/office/drawing/2014/main" id="{78277629-13B8-E163-C020-1637DB68EBDE}"/>
              </a:ext>
            </a:extLst>
          </p:cNvPr>
          <p:cNvSpPr txBox="1"/>
          <p:nvPr/>
        </p:nvSpPr>
        <p:spPr>
          <a:xfrm>
            <a:off x="702641" y="1845125"/>
            <a:ext cx="1215505" cy="276999"/>
          </a:xfrm>
          <a:prstGeom prst="rect">
            <a:avLst/>
          </a:prstGeom>
          <a:noFill/>
        </p:spPr>
        <p:txBody>
          <a:bodyPr wrap="square" rtlCol="0">
            <a:spAutoFit/>
          </a:bodyPr>
          <a:lstStyle>
            <a:defPPr>
              <a:defRPr lang="zh-CN"/>
            </a:defPPr>
            <a:lvl1pPr marL="0" algn="l" defTabSz="1123158" rtl="0" eaLnBrk="1" latinLnBrk="0" hangingPunct="1">
              <a:defRPr sz="2211" kern="1200">
                <a:solidFill>
                  <a:schemeClr val="tx1"/>
                </a:solidFill>
                <a:latin typeface="+mn-lt"/>
                <a:ea typeface="+mn-ea"/>
                <a:cs typeface="+mn-cs"/>
              </a:defRPr>
            </a:lvl1pPr>
            <a:lvl2pPr marL="561579" algn="l" defTabSz="1123158" rtl="0" eaLnBrk="1" latinLnBrk="0" hangingPunct="1">
              <a:defRPr sz="2211" kern="1200">
                <a:solidFill>
                  <a:schemeClr val="tx1"/>
                </a:solidFill>
                <a:latin typeface="+mn-lt"/>
                <a:ea typeface="+mn-ea"/>
                <a:cs typeface="+mn-cs"/>
              </a:defRPr>
            </a:lvl2pPr>
            <a:lvl3pPr marL="1123158" algn="l" defTabSz="1123158" rtl="0" eaLnBrk="1" latinLnBrk="0" hangingPunct="1">
              <a:defRPr sz="2211" kern="1200">
                <a:solidFill>
                  <a:schemeClr val="tx1"/>
                </a:solidFill>
                <a:latin typeface="+mn-lt"/>
                <a:ea typeface="+mn-ea"/>
                <a:cs typeface="+mn-cs"/>
              </a:defRPr>
            </a:lvl3pPr>
            <a:lvl4pPr marL="1684736" algn="l" defTabSz="1123158" rtl="0" eaLnBrk="1" latinLnBrk="0" hangingPunct="1">
              <a:defRPr sz="2211" kern="1200">
                <a:solidFill>
                  <a:schemeClr val="tx1"/>
                </a:solidFill>
                <a:latin typeface="+mn-lt"/>
                <a:ea typeface="+mn-ea"/>
                <a:cs typeface="+mn-cs"/>
              </a:defRPr>
            </a:lvl4pPr>
            <a:lvl5pPr marL="2246315" algn="l" defTabSz="1123158" rtl="0" eaLnBrk="1" latinLnBrk="0" hangingPunct="1">
              <a:defRPr sz="2211" kern="1200">
                <a:solidFill>
                  <a:schemeClr val="tx1"/>
                </a:solidFill>
                <a:latin typeface="+mn-lt"/>
                <a:ea typeface="+mn-ea"/>
                <a:cs typeface="+mn-cs"/>
              </a:defRPr>
            </a:lvl5pPr>
            <a:lvl6pPr marL="2807894" algn="l" defTabSz="1123158" rtl="0" eaLnBrk="1" latinLnBrk="0" hangingPunct="1">
              <a:defRPr sz="2211" kern="1200">
                <a:solidFill>
                  <a:schemeClr val="tx1"/>
                </a:solidFill>
                <a:latin typeface="+mn-lt"/>
                <a:ea typeface="+mn-ea"/>
                <a:cs typeface="+mn-cs"/>
              </a:defRPr>
            </a:lvl6pPr>
            <a:lvl7pPr marL="3369473" algn="l" defTabSz="1123158" rtl="0" eaLnBrk="1" latinLnBrk="0" hangingPunct="1">
              <a:defRPr sz="2211" kern="1200">
                <a:solidFill>
                  <a:schemeClr val="tx1"/>
                </a:solidFill>
                <a:latin typeface="+mn-lt"/>
                <a:ea typeface="+mn-ea"/>
                <a:cs typeface="+mn-cs"/>
              </a:defRPr>
            </a:lvl7pPr>
            <a:lvl8pPr marL="3931051" algn="l" defTabSz="1123158" rtl="0" eaLnBrk="1" latinLnBrk="0" hangingPunct="1">
              <a:defRPr sz="2211" kern="1200">
                <a:solidFill>
                  <a:schemeClr val="tx1"/>
                </a:solidFill>
                <a:latin typeface="+mn-lt"/>
                <a:ea typeface="+mn-ea"/>
                <a:cs typeface="+mn-cs"/>
              </a:defRPr>
            </a:lvl8pPr>
            <a:lvl9pPr marL="4492630" algn="l" defTabSz="1123158" rtl="0" eaLnBrk="1" latinLnBrk="0" hangingPunct="1">
              <a:defRPr sz="2211" kern="1200">
                <a:solidFill>
                  <a:schemeClr val="tx1"/>
                </a:solidFill>
                <a:latin typeface="+mn-lt"/>
                <a:ea typeface="+mn-ea"/>
                <a:cs typeface="+mn-cs"/>
              </a:defRPr>
            </a:lvl9pPr>
          </a:lstStyle>
          <a:p>
            <a:pPr algn="ctr"/>
            <a:r>
              <a:rPr lang="en-US" altLang="zh-CN" sz="1200" dirty="0">
                <a:latin typeface="微软雅黑" panose="020B0503020204020204" pitchFamily="34" charset="-122"/>
                <a:ea typeface="微软雅黑" panose="020B0503020204020204" pitchFamily="34" charset="-122"/>
              </a:rPr>
              <a:t>Top 4 used</a:t>
            </a:r>
          </a:p>
        </p:txBody>
      </p:sp>
      <p:sp>
        <p:nvSpPr>
          <p:cNvPr id="87" name="文本框 86">
            <a:extLst>
              <a:ext uri="{FF2B5EF4-FFF2-40B4-BE49-F238E27FC236}">
                <a16:creationId xmlns:a16="http://schemas.microsoft.com/office/drawing/2014/main" id="{EBB6E5EE-AB6B-2DD0-ADA7-20627DDDB519}"/>
              </a:ext>
            </a:extLst>
          </p:cNvPr>
          <p:cNvSpPr txBox="1"/>
          <p:nvPr/>
        </p:nvSpPr>
        <p:spPr>
          <a:xfrm>
            <a:off x="846773" y="1427320"/>
            <a:ext cx="1102305" cy="461665"/>
          </a:xfrm>
          <a:prstGeom prst="rect">
            <a:avLst/>
          </a:prstGeom>
          <a:noFill/>
        </p:spPr>
        <p:txBody>
          <a:bodyPr wrap="square" rtlCol="0">
            <a:spAutoFit/>
          </a:bodyPr>
          <a:lstStyle>
            <a:defPPr>
              <a:defRPr lang="zh-CN"/>
            </a:defPPr>
            <a:lvl1pPr marL="0" algn="l" defTabSz="1123158" rtl="0" eaLnBrk="1" latinLnBrk="0" hangingPunct="1">
              <a:defRPr sz="2211" kern="1200">
                <a:solidFill>
                  <a:schemeClr val="tx1"/>
                </a:solidFill>
                <a:latin typeface="+mn-lt"/>
                <a:ea typeface="+mn-ea"/>
                <a:cs typeface="+mn-cs"/>
              </a:defRPr>
            </a:lvl1pPr>
            <a:lvl2pPr marL="561579" algn="l" defTabSz="1123158" rtl="0" eaLnBrk="1" latinLnBrk="0" hangingPunct="1">
              <a:defRPr sz="2211" kern="1200">
                <a:solidFill>
                  <a:schemeClr val="tx1"/>
                </a:solidFill>
                <a:latin typeface="+mn-lt"/>
                <a:ea typeface="+mn-ea"/>
                <a:cs typeface="+mn-cs"/>
              </a:defRPr>
            </a:lvl2pPr>
            <a:lvl3pPr marL="1123158" algn="l" defTabSz="1123158" rtl="0" eaLnBrk="1" latinLnBrk="0" hangingPunct="1">
              <a:defRPr sz="2211" kern="1200">
                <a:solidFill>
                  <a:schemeClr val="tx1"/>
                </a:solidFill>
                <a:latin typeface="+mn-lt"/>
                <a:ea typeface="+mn-ea"/>
                <a:cs typeface="+mn-cs"/>
              </a:defRPr>
            </a:lvl3pPr>
            <a:lvl4pPr marL="1684736" algn="l" defTabSz="1123158" rtl="0" eaLnBrk="1" latinLnBrk="0" hangingPunct="1">
              <a:defRPr sz="2211" kern="1200">
                <a:solidFill>
                  <a:schemeClr val="tx1"/>
                </a:solidFill>
                <a:latin typeface="+mn-lt"/>
                <a:ea typeface="+mn-ea"/>
                <a:cs typeface="+mn-cs"/>
              </a:defRPr>
            </a:lvl4pPr>
            <a:lvl5pPr marL="2246315" algn="l" defTabSz="1123158" rtl="0" eaLnBrk="1" latinLnBrk="0" hangingPunct="1">
              <a:defRPr sz="2211" kern="1200">
                <a:solidFill>
                  <a:schemeClr val="tx1"/>
                </a:solidFill>
                <a:latin typeface="+mn-lt"/>
                <a:ea typeface="+mn-ea"/>
                <a:cs typeface="+mn-cs"/>
              </a:defRPr>
            </a:lvl5pPr>
            <a:lvl6pPr marL="2807894" algn="l" defTabSz="1123158" rtl="0" eaLnBrk="1" latinLnBrk="0" hangingPunct="1">
              <a:defRPr sz="2211" kern="1200">
                <a:solidFill>
                  <a:schemeClr val="tx1"/>
                </a:solidFill>
                <a:latin typeface="+mn-lt"/>
                <a:ea typeface="+mn-ea"/>
                <a:cs typeface="+mn-cs"/>
              </a:defRPr>
            </a:lvl6pPr>
            <a:lvl7pPr marL="3369473" algn="l" defTabSz="1123158" rtl="0" eaLnBrk="1" latinLnBrk="0" hangingPunct="1">
              <a:defRPr sz="2211" kern="1200">
                <a:solidFill>
                  <a:schemeClr val="tx1"/>
                </a:solidFill>
                <a:latin typeface="+mn-lt"/>
                <a:ea typeface="+mn-ea"/>
                <a:cs typeface="+mn-cs"/>
              </a:defRPr>
            </a:lvl7pPr>
            <a:lvl8pPr marL="3931051" algn="l" defTabSz="1123158" rtl="0" eaLnBrk="1" latinLnBrk="0" hangingPunct="1">
              <a:defRPr sz="2211" kern="1200">
                <a:solidFill>
                  <a:schemeClr val="tx1"/>
                </a:solidFill>
                <a:latin typeface="+mn-lt"/>
                <a:ea typeface="+mn-ea"/>
                <a:cs typeface="+mn-cs"/>
              </a:defRPr>
            </a:lvl8pPr>
            <a:lvl9pPr marL="4492630" algn="l" defTabSz="1123158" rtl="0" eaLnBrk="1" latinLnBrk="0" hangingPunct="1">
              <a:defRPr sz="2211" kern="1200">
                <a:solidFill>
                  <a:schemeClr val="tx1"/>
                </a:solidFill>
                <a:latin typeface="+mn-lt"/>
                <a:ea typeface="+mn-ea"/>
                <a:cs typeface="+mn-cs"/>
              </a:defRPr>
            </a:lvl9pPr>
          </a:lstStyle>
          <a:p>
            <a:pPr algn="ctr"/>
            <a:r>
              <a:rPr lang="en-US" altLang="zh-CN" sz="1200" dirty="0">
                <a:latin typeface="微软雅黑" panose="020B0503020204020204" pitchFamily="34" charset="-122"/>
                <a:ea typeface="微软雅黑" panose="020B0503020204020204" pitchFamily="34" charset="-122"/>
              </a:rPr>
              <a:t>Languages</a:t>
            </a:r>
          </a:p>
          <a:p>
            <a:pPr algn="ctr"/>
            <a:r>
              <a:rPr lang="en-US" altLang="zh-CN" sz="1200" dirty="0">
                <a:latin typeface="微软雅黑" panose="020B0503020204020204" pitchFamily="34" charset="-122"/>
                <a:ea typeface="微软雅黑" panose="020B0503020204020204" pitchFamily="34" charset="-122"/>
              </a:rPr>
              <a:t> Selection</a:t>
            </a:r>
            <a:endParaRPr lang="zh-CN" altLang="en-US" sz="1200" dirty="0">
              <a:latin typeface="微软雅黑" panose="020B0503020204020204" pitchFamily="34" charset="-122"/>
              <a:ea typeface="微软雅黑" panose="020B0503020204020204" pitchFamily="34" charset="-122"/>
            </a:endParaRPr>
          </a:p>
        </p:txBody>
      </p:sp>
      <p:pic>
        <p:nvPicPr>
          <p:cNvPr id="93" name="图形 92">
            <a:extLst>
              <a:ext uri="{FF2B5EF4-FFF2-40B4-BE49-F238E27FC236}">
                <a16:creationId xmlns:a16="http://schemas.microsoft.com/office/drawing/2014/main" id="{C23760D9-A157-F80D-099A-30AC535030C0}"/>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2098566" y="2639170"/>
            <a:ext cx="510164" cy="510164"/>
          </a:xfrm>
          <a:prstGeom prst="rect">
            <a:avLst/>
          </a:prstGeom>
        </p:spPr>
      </p:pic>
      <p:sp>
        <p:nvSpPr>
          <p:cNvPr id="94" name="文本框 93">
            <a:extLst>
              <a:ext uri="{FF2B5EF4-FFF2-40B4-BE49-F238E27FC236}">
                <a16:creationId xmlns:a16="http://schemas.microsoft.com/office/drawing/2014/main" id="{6BAC52C0-2DFD-E620-3765-79CA6C6CD78B}"/>
              </a:ext>
            </a:extLst>
          </p:cNvPr>
          <p:cNvSpPr txBox="1"/>
          <p:nvPr/>
        </p:nvSpPr>
        <p:spPr>
          <a:xfrm>
            <a:off x="2528289" y="1958222"/>
            <a:ext cx="2063639" cy="276999"/>
          </a:xfrm>
          <a:prstGeom prst="rect">
            <a:avLst/>
          </a:prstGeom>
          <a:noFill/>
        </p:spPr>
        <p:txBody>
          <a:bodyPr wrap="square" rtlCol="0">
            <a:spAutoFit/>
          </a:bodyPr>
          <a:lstStyle>
            <a:defPPr>
              <a:defRPr lang="zh-CN"/>
            </a:defPPr>
            <a:lvl1pPr marL="0" algn="l" defTabSz="1123158" rtl="0" eaLnBrk="1" latinLnBrk="0" hangingPunct="1">
              <a:defRPr sz="2211" kern="1200">
                <a:solidFill>
                  <a:schemeClr val="tx1"/>
                </a:solidFill>
                <a:latin typeface="+mn-lt"/>
                <a:ea typeface="+mn-ea"/>
                <a:cs typeface="+mn-cs"/>
              </a:defRPr>
            </a:lvl1pPr>
            <a:lvl2pPr marL="561579" algn="l" defTabSz="1123158" rtl="0" eaLnBrk="1" latinLnBrk="0" hangingPunct="1">
              <a:defRPr sz="2211" kern="1200">
                <a:solidFill>
                  <a:schemeClr val="tx1"/>
                </a:solidFill>
                <a:latin typeface="+mn-lt"/>
                <a:ea typeface="+mn-ea"/>
                <a:cs typeface="+mn-cs"/>
              </a:defRPr>
            </a:lvl2pPr>
            <a:lvl3pPr marL="1123158" algn="l" defTabSz="1123158" rtl="0" eaLnBrk="1" latinLnBrk="0" hangingPunct="1">
              <a:defRPr sz="2211" kern="1200">
                <a:solidFill>
                  <a:schemeClr val="tx1"/>
                </a:solidFill>
                <a:latin typeface="+mn-lt"/>
                <a:ea typeface="+mn-ea"/>
                <a:cs typeface="+mn-cs"/>
              </a:defRPr>
            </a:lvl3pPr>
            <a:lvl4pPr marL="1684736" algn="l" defTabSz="1123158" rtl="0" eaLnBrk="1" latinLnBrk="0" hangingPunct="1">
              <a:defRPr sz="2211" kern="1200">
                <a:solidFill>
                  <a:schemeClr val="tx1"/>
                </a:solidFill>
                <a:latin typeface="+mn-lt"/>
                <a:ea typeface="+mn-ea"/>
                <a:cs typeface="+mn-cs"/>
              </a:defRPr>
            </a:lvl4pPr>
            <a:lvl5pPr marL="2246315" algn="l" defTabSz="1123158" rtl="0" eaLnBrk="1" latinLnBrk="0" hangingPunct="1">
              <a:defRPr sz="2211" kern="1200">
                <a:solidFill>
                  <a:schemeClr val="tx1"/>
                </a:solidFill>
                <a:latin typeface="+mn-lt"/>
                <a:ea typeface="+mn-ea"/>
                <a:cs typeface="+mn-cs"/>
              </a:defRPr>
            </a:lvl5pPr>
            <a:lvl6pPr marL="2807894" algn="l" defTabSz="1123158" rtl="0" eaLnBrk="1" latinLnBrk="0" hangingPunct="1">
              <a:defRPr sz="2211" kern="1200">
                <a:solidFill>
                  <a:schemeClr val="tx1"/>
                </a:solidFill>
                <a:latin typeface="+mn-lt"/>
                <a:ea typeface="+mn-ea"/>
                <a:cs typeface="+mn-cs"/>
              </a:defRPr>
            </a:lvl6pPr>
            <a:lvl7pPr marL="3369473" algn="l" defTabSz="1123158" rtl="0" eaLnBrk="1" latinLnBrk="0" hangingPunct="1">
              <a:defRPr sz="2211" kern="1200">
                <a:solidFill>
                  <a:schemeClr val="tx1"/>
                </a:solidFill>
                <a:latin typeface="+mn-lt"/>
                <a:ea typeface="+mn-ea"/>
                <a:cs typeface="+mn-cs"/>
              </a:defRPr>
            </a:lvl7pPr>
            <a:lvl8pPr marL="3931051" algn="l" defTabSz="1123158" rtl="0" eaLnBrk="1" latinLnBrk="0" hangingPunct="1">
              <a:defRPr sz="2211" kern="1200">
                <a:solidFill>
                  <a:schemeClr val="tx1"/>
                </a:solidFill>
                <a:latin typeface="+mn-lt"/>
                <a:ea typeface="+mn-ea"/>
                <a:cs typeface="+mn-cs"/>
              </a:defRPr>
            </a:lvl8pPr>
            <a:lvl9pPr marL="4492630" algn="l" defTabSz="1123158" rtl="0" eaLnBrk="1" latinLnBrk="0" hangingPunct="1">
              <a:defRPr sz="2211" kern="1200">
                <a:solidFill>
                  <a:schemeClr val="tx1"/>
                </a:solidFill>
                <a:latin typeface="+mn-lt"/>
                <a:ea typeface="+mn-ea"/>
                <a:cs typeface="+mn-cs"/>
              </a:defRPr>
            </a:lvl9pPr>
          </a:lstStyle>
          <a:p>
            <a:pPr algn="ctr"/>
            <a:r>
              <a:rPr lang="en-US" altLang="zh-CN" sz="1200" dirty="0">
                <a:latin typeface="微软雅黑" panose="020B0503020204020204" pitchFamily="34" charset="-122"/>
                <a:ea typeface="微软雅黑" panose="020B0503020204020204" pitchFamily="34" charset="-122"/>
              </a:rPr>
              <a:t>Top 200 </a:t>
            </a:r>
          </a:p>
        </p:txBody>
      </p:sp>
      <p:pic>
        <p:nvPicPr>
          <p:cNvPr id="96" name="图形 95">
            <a:extLst>
              <a:ext uri="{FF2B5EF4-FFF2-40B4-BE49-F238E27FC236}">
                <a16:creationId xmlns:a16="http://schemas.microsoft.com/office/drawing/2014/main" id="{69509CE8-C118-803A-C8E2-F0BB396ECE64}"/>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2382406" y="2540563"/>
            <a:ext cx="277000" cy="277000"/>
          </a:xfrm>
          <a:prstGeom prst="rect">
            <a:avLst/>
          </a:prstGeom>
        </p:spPr>
      </p:pic>
      <p:pic>
        <p:nvPicPr>
          <p:cNvPr id="98" name="图形 97">
            <a:extLst>
              <a:ext uri="{FF2B5EF4-FFF2-40B4-BE49-F238E27FC236}">
                <a16:creationId xmlns:a16="http://schemas.microsoft.com/office/drawing/2014/main" id="{7C02AF2B-52EE-37C0-18BC-FFA84147EED1}"/>
              </a:ext>
            </a:extLst>
          </p:cNvPr>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2036291" y="2559087"/>
            <a:ext cx="259922" cy="259922"/>
          </a:xfrm>
          <a:prstGeom prst="rect">
            <a:avLst/>
          </a:prstGeom>
        </p:spPr>
      </p:pic>
      <p:sp>
        <p:nvSpPr>
          <p:cNvPr id="103" name="圆角矩形 102">
            <a:extLst>
              <a:ext uri="{FF2B5EF4-FFF2-40B4-BE49-F238E27FC236}">
                <a16:creationId xmlns:a16="http://schemas.microsoft.com/office/drawing/2014/main" id="{DE34B738-8E65-3D16-4845-4D45CB7BF1A5}"/>
              </a:ext>
            </a:extLst>
          </p:cNvPr>
          <p:cNvSpPr/>
          <p:nvPr/>
        </p:nvSpPr>
        <p:spPr>
          <a:xfrm>
            <a:off x="1995021" y="2568455"/>
            <a:ext cx="839861" cy="437081"/>
          </a:xfrm>
          <a:prstGeom prst="roundRect">
            <a:avLst>
              <a:gd name="adj" fmla="val 1435"/>
            </a:avLst>
          </a:prstGeom>
          <a:noFill/>
          <a:ln w="19050">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04" name="圆角矩形 103">
            <a:extLst>
              <a:ext uri="{FF2B5EF4-FFF2-40B4-BE49-F238E27FC236}">
                <a16:creationId xmlns:a16="http://schemas.microsoft.com/office/drawing/2014/main" id="{F0FEFF08-6F04-4E8F-33E9-B34AE48C9B73}"/>
              </a:ext>
            </a:extLst>
          </p:cNvPr>
          <p:cNvSpPr/>
          <p:nvPr/>
        </p:nvSpPr>
        <p:spPr>
          <a:xfrm>
            <a:off x="3078486" y="1873357"/>
            <a:ext cx="917457" cy="1132179"/>
          </a:xfrm>
          <a:prstGeom prst="roundRect">
            <a:avLst>
              <a:gd name="adj" fmla="val 1435"/>
            </a:avLst>
          </a:prstGeom>
          <a:noFill/>
          <a:ln w="19050">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pic>
        <p:nvPicPr>
          <p:cNvPr id="108" name="图片 107">
            <a:extLst>
              <a:ext uri="{FF2B5EF4-FFF2-40B4-BE49-F238E27FC236}">
                <a16:creationId xmlns:a16="http://schemas.microsoft.com/office/drawing/2014/main" id="{DF5AFF08-7260-E2A8-7388-351FA525510B}"/>
              </a:ext>
            </a:extLst>
          </p:cNvPr>
          <p:cNvPicPr>
            <a:picLocks noChangeAspect="1"/>
          </p:cNvPicPr>
          <p:nvPr/>
        </p:nvPicPr>
        <p:blipFill>
          <a:blip r:embed="rId18"/>
          <a:stretch>
            <a:fillRect/>
          </a:stretch>
        </p:blipFill>
        <p:spPr>
          <a:xfrm>
            <a:off x="4146505" y="2080482"/>
            <a:ext cx="272876" cy="272876"/>
          </a:xfrm>
          <a:prstGeom prst="rect">
            <a:avLst/>
          </a:prstGeom>
        </p:spPr>
      </p:pic>
      <p:cxnSp>
        <p:nvCxnSpPr>
          <p:cNvPr id="109" name="直接箭头连接符 90">
            <a:extLst>
              <a:ext uri="{FF2B5EF4-FFF2-40B4-BE49-F238E27FC236}">
                <a16:creationId xmlns:a16="http://schemas.microsoft.com/office/drawing/2014/main" id="{98CA22C1-0A93-0309-2ECB-807220BFCF60}"/>
              </a:ext>
            </a:extLst>
          </p:cNvPr>
          <p:cNvCxnSpPr>
            <a:cxnSpLocks/>
          </p:cNvCxnSpPr>
          <p:nvPr/>
        </p:nvCxnSpPr>
        <p:spPr>
          <a:xfrm flipV="1">
            <a:off x="4007964" y="2439446"/>
            <a:ext cx="1186562" cy="1"/>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10" name="文本框 109">
            <a:extLst>
              <a:ext uri="{FF2B5EF4-FFF2-40B4-BE49-F238E27FC236}">
                <a16:creationId xmlns:a16="http://schemas.microsoft.com/office/drawing/2014/main" id="{A3CD1A55-6A2A-CD2D-077E-B5F861BB8E33}"/>
              </a:ext>
            </a:extLst>
          </p:cNvPr>
          <p:cNvSpPr txBox="1"/>
          <p:nvPr/>
        </p:nvSpPr>
        <p:spPr>
          <a:xfrm>
            <a:off x="4145274" y="2093705"/>
            <a:ext cx="1215505" cy="276999"/>
          </a:xfrm>
          <a:prstGeom prst="rect">
            <a:avLst/>
          </a:prstGeom>
          <a:noFill/>
        </p:spPr>
        <p:txBody>
          <a:bodyPr wrap="square" rtlCol="0">
            <a:spAutoFit/>
          </a:bodyPr>
          <a:lstStyle>
            <a:defPPr>
              <a:defRPr lang="zh-CN"/>
            </a:defPPr>
            <a:lvl1pPr marL="0" algn="l" defTabSz="1123158" rtl="0" eaLnBrk="1" latinLnBrk="0" hangingPunct="1">
              <a:defRPr sz="2211" kern="1200">
                <a:solidFill>
                  <a:schemeClr val="tx1"/>
                </a:solidFill>
                <a:latin typeface="+mn-lt"/>
                <a:ea typeface="+mn-ea"/>
                <a:cs typeface="+mn-cs"/>
              </a:defRPr>
            </a:lvl1pPr>
            <a:lvl2pPr marL="561579" algn="l" defTabSz="1123158" rtl="0" eaLnBrk="1" latinLnBrk="0" hangingPunct="1">
              <a:defRPr sz="2211" kern="1200">
                <a:solidFill>
                  <a:schemeClr val="tx1"/>
                </a:solidFill>
                <a:latin typeface="+mn-lt"/>
                <a:ea typeface="+mn-ea"/>
                <a:cs typeface="+mn-cs"/>
              </a:defRPr>
            </a:lvl2pPr>
            <a:lvl3pPr marL="1123158" algn="l" defTabSz="1123158" rtl="0" eaLnBrk="1" latinLnBrk="0" hangingPunct="1">
              <a:defRPr sz="2211" kern="1200">
                <a:solidFill>
                  <a:schemeClr val="tx1"/>
                </a:solidFill>
                <a:latin typeface="+mn-lt"/>
                <a:ea typeface="+mn-ea"/>
                <a:cs typeface="+mn-cs"/>
              </a:defRPr>
            </a:lvl3pPr>
            <a:lvl4pPr marL="1684736" algn="l" defTabSz="1123158" rtl="0" eaLnBrk="1" latinLnBrk="0" hangingPunct="1">
              <a:defRPr sz="2211" kern="1200">
                <a:solidFill>
                  <a:schemeClr val="tx1"/>
                </a:solidFill>
                <a:latin typeface="+mn-lt"/>
                <a:ea typeface="+mn-ea"/>
                <a:cs typeface="+mn-cs"/>
              </a:defRPr>
            </a:lvl4pPr>
            <a:lvl5pPr marL="2246315" algn="l" defTabSz="1123158" rtl="0" eaLnBrk="1" latinLnBrk="0" hangingPunct="1">
              <a:defRPr sz="2211" kern="1200">
                <a:solidFill>
                  <a:schemeClr val="tx1"/>
                </a:solidFill>
                <a:latin typeface="+mn-lt"/>
                <a:ea typeface="+mn-ea"/>
                <a:cs typeface="+mn-cs"/>
              </a:defRPr>
            </a:lvl5pPr>
            <a:lvl6pPr marL="2807894" algn="l" defTabSz="1123158" rtl="0" eaLnBrk="1" latinLnBrk="0" hangingPunct="1">
              <a:defRPr sz="2211" kern="1200">
                <a:solidFill>
                  <a:schemeClr val="tx1"/>
                </a:solidFill>
                <a:latin typeface="+mn-lt"/>
                <a:ea typeface="+mn-ea"/>
                <a:cs typeface="+mn-cs"/>
              </a:defRPr>
            </a:lvl6pPr>
            <a:lvl7pPr marL="3369473" algn="l" defTabSz="1123158" rtl="0" eaLnBrk="1" latinLnBrk="0" hangingPunct="1">
              <a:defRPr sz="2211" kern="1200">
                <a:solidFill>
                  <a:schemeClr val="tx1"/>
                </a:solidFill>
                <a:latin typeface="+mn-lt"/>
                <a:ea typeface="+mn-ea"/>
                <a:cs typeface="+mn-cs"/>
              </a:defRPr>
            </a:lvl7pPr>
            <a:lvl8pPr marL="3931051" algn="l" defTabSz="1123158" rtl="0" eaLnBrk="1" latinLnBrk="0" hangingPunct="1">
              <a:defRPr sz="2211" kern="1200">
                <a:solidFill>
                  <a:schemeClr val="tx1"/>
                </a:solidFill>
                <a:latin typeface="+mn-lt"/>
                <a:ea typeface="+mn-ea"/>
                <a:cs typeface="+mn-cs"/>
              </a:defRPr>
            </a:lvl8pPr>
            <a:lvl9pPr marL="4492630" algn="l" defTabSz="1123158" rtl="0" eaLnBrk="1" latinLnBrk="0" hangingPunct="1">
              <a:defRPr sz="2211" kern="1200">
                <a:solidFill>
                  <a:schemeClr val="tx1"/>
                </a:solidFill>
                <a:latin typeface="+mn-lt"/>
                <a:ea typeface="+mn-ea"/>
                <a:cs typeface="+mn-cs"/>
              </a:defRPr>
            </a:lvl9pPr>
          </a:lstStyle>
          <a:p>
            <a:pPr algn="ctr"/>
            <a:r>
              <a:rPr lang="en-US" altLang="zh-CN" sz="1200" dirty="0">
                <a:latin typeface="微软雅黑" panose="020B0503020204020204" pitchFamily="34" charset="-122"/>
                <a:ea typeface="微软雅黑" panose="020B0503020204020204" pitchFamily="34" charset="-122"/>
              </a:rPr>
              <a:t>Filtering</a:t>
            </a:r>
          </a:p>
        </p:txBody>
      </p:sp>
      <p:sp>
        <p:nvSpPr>
          <p:cNvPr id="111" name="文本框 110">
            <a:extLst>
              <a:ext uri="{FF2B5EF4-FFF2-40B4-BE49-F238E27FC236}">
                <a16:creationId xmlns:a16="http://schemas.microsoft.com/office/drawing/2014/main" id="{2DEDE6DB-B1C5-C028-72EE-7589E77689CB}"/>
              </a:ext>
            </a:extLst>
          </p:cNvPr>
          <p:cNvSpPr txBox="1"/>
          <p:nvPr/>
        </p:nvSpPr>
        <p:spPr>
          <a:xfrm>
            <a:off x="3587519" y="2519688"/>
            <a:ext cx="2063639" cy="461665"/>
          </a:xfrm>
          <a:prstGeom prst="rect">
            <a:avLst/>
          </a:prstGeom>
          <a:noFill/>
        </p:spPr>
        <p:txBody>
          <a:bodyPr wrap="square" rtlCol="0">
            <a:spAutoFit/>
          </a:bodyPr>
          <a:lstStyle>
            <a:defPPr>
              <a:defRPr lang="zh-CN"/>
            </a:defPPr>
            <a:lvl1pPr marL="0" algn="l" defTabSz="1123158" rtl="0" eaLnBrk="1" latinLnBrk="0" hangingPunct="1">
              <a:defRPr sz="2211" kern="1200">
                <a:solidFill>
                  <a:schemeClr val="tx1"/>
                </a:solidFill>
                <a:latin typeface="+mn-lt"/>
                <a:ea typeface="+mn-ea"/>
                <a:cs typeface="+mn-cs"/>
              </a:defRPr>
            </a:lvl1pPr>
            <a:lvl2pPr marL="561579" algn="l" defTabSz="1123158" rtl="0" eaLnBrk="1" latinLnBrk="0" hangingPunct="1">
              <a:defRPr sz="2211" kern="1200">
                <a:solidFill>
                  <a:schemeClr val="tx1"/>
                </a:solidFill>
                <a:latin typeface="+mn-lt"/>
                <a:ea typeface="+mn-ea"/>
                <a:cs typeface="+mn-cs"/>
              </a:defRPr>
            </a:lvl2pPr>
            <a:lvl3pPr marL="1123158" algn="l" defTabSz="1123158" rtl="0" eaLnBrk="1" latinLnBrk="0" hangingPunct="1">
              <a:defRPr sz="2211" kern="1200">
                <a:solidFill>
                  <a:schemeClr val="tx1"/>
                </a:solidFill>
                <a:latin typeface="+mn-lt"/>
                <a:ea typeface="+mn-ea"/>
                <a:cs typeface="+mn-cs"/>
              </a:defRPr>
            </a:lvl3pPr>
            <a:lvl4pPr marL="1684736" algn="l" defTabSz="1123158" rtl="0" eaLnBrk="1" latinLnBrk="0" hangingPunct="1">
              <a:defRPr sz="2211" kern="1200">
                <a:solidFill>
                  <a:schemeClr val="tx1"/>
                </a:solidFill>
                <a:latin typeface="+mn-lt"/>
                <a:ea typeface="+mn-ea"/>
                <a:cs typeface="+mn-cs"/>
              </a:defRPr>
            </a:lvl4pPr>
            <a:lvl5pPr marL="2246315" algn="l" defTabSz="1123158" rtl="0" eaLnBrk="1" latinLnBrk="0" hangingPunct="1">
              <a:defRPr sz="2211" kern="1200">
                <a:solidFill>
                  <a:schemeClr val="tx1"/>
                </a:solidFill>
                <a:latin typeface="+mn-lt"/>
                <a:ea typeface="+mn-ea"/>
                <a:cs typeface="+mn-cs"/>
              </a:defRPr>
            </a:lvl5pPr>
            <a:lvl6pPr marL="2807894" algn="l" defTabSz="1123158" rtl="0" eaLnBrk="1" latinLnBrk="0" hangingPunct="1">
              <a:defRPr sz="2211" kern="1200">
                <a:solidFill>
                  <a:schemeClr val="tx1"/>
                </a:solidFill>
                <a:latin typeface="+mn-lt"/>
                <a:ea typeface="+mn-ea"/>
                <a:cs typeface="+mn-cs"/>
              </a:defRPr>
            </a:lvl6pPr>
            <a:lvl7pPr marL="3369473" algn="l" defTabSz="1123158" rtl="0" eaLnBrk="1" latinLnBrk="0" hangingPunct="1">
              <a:defRPr sz="2211" kern="1200">
                <a:solidFill>
                  <a:schemeClr val="tx1"/>
                </a:solidFill>
                <a:latin typeface="+mn-lt"/>
                <a:ea typeface="+mn-ea"/>
                <a:cs typeface="+mn-cs"/>
              </a:defRPr>
            </a:lvl7pPr>
            <a:lvl8pPr marL="3931051" algn="l" defTabSz="1123158" rtl="0" eaLnBrk="1" latinLnBrk="0" hangingPunct="1">
              <a:defRPr sz="2211" kern="1200">
                <a:solidFill>
                  <a:schemeClr val="tx1"/>
                </a:solidFill>
                <a:latin typeface="+mn-lt"/>
                <a:ea typeface="+mn-ea"/>
                <a:cs typeface="+mn-cs"/>
              </a:defRPr>
            </a:lvl8pPr>
            <a:lvl9pPr marL="4492630" algn="l" defTabSz="1123158" rtl="0" eaLnBrk="1" latinLnBrk="0" hangingPunct="1">
              <a:defRPr sz="2211" kern="1200">
                <a:solidFill>
                  <a:schemeClr val="tx1"/>
                </a:solidFill>
                <a:latin typeface="+mn-lt"/>
                <a:ea typeface="+mn-ea"/>
                <a:cs typeface="+mn-cs"/>
              </a:defRPr>
            </a:lvl9pPr>
          </a:lstStyle>
          <a:p>
            <a:pPr algn="ctr"/>
            <a:r>
              <a:rPr lang="en-US" altLang="zh-CN" sz="1200" dirty="0">
                <a:latin typeface="微软雅黑" panose="020B0503020204020204" pitchFamily="34" charset="-122"/>
                <a:ea typeface="微软雅黑" panose="020B0503020204020204" pitchFamily="34" charset="-122"/>
              </a:rPr>
              <a:t>Different </a:t>
            </a:r>
          </a:p>
          <a:p>
            <a:pPr algn="ctr"/>
            <a:r>
              <a:rPr lang="en-US" altLang="zh-CN" sz="1200" dirty="0">
                <a:latin typeface="微软雅黑" panose="020B0503020204020204" pitchFamily="34" charset="-122"/>
                <a:ea typeface="微软雅黑" panose="020B0503020204020204" pitchFamily="34" charset="-122"/>
              </a:rPr>
              <a:t>Domains</a:t>
            </a:r>
            <a:endParaRPr lang="zh-CN" altLang="en-US" sz="1200" dirty="0">
              <a:latin typeface="微软雅黑" panose="020B0503020204020204" pitchFamily="34" charset="-122"/>
              <a:ea typeface="微软雅黑" panose="020B0503020204020204" pitchFamily="34" charset="-122"/>
            </a:endParaRPr>
          </a:p>
        </p:txBody>
      </p:sp>
      <p:sp>
        <p:nvSpPr>
          <p:cNvPr id="114" name="圆角矩形 113">
            <a:extLst>
              <a:ext uri="{FF2B5EF4-FFF2-40B4-BE49-F238E27FC236}">
                <a16:creationId xmlns:a16="http://schemas.microsoft.com/office/drawing/2014/main" id="{18345E0F-F5B5-455F-A25A-393F14236798}"/>
              </a:ext>
            </a:extLst>
          </p:cNvPr>
          <p:cNvSpPr/>
          <p:nvPr/>
        </p:nvSpPr>
        <p:spPr>
          <a:xfrm>
            <a:off x="5186290" y="1870370"/>
            <a:ext cx="917457" cy="1132179"/>
          </a:xfrm>
          <a:prstGeom prst="roundRect">
            <a:avLst>
              <a:gd name="adj" fmla="val 1435"/>
            </a:avLst>
          </a:prstGeom>
          <a:noFill/>
          <a:ln w="19050">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16" name="文本框 115">
            <a:extLst>
              <a:ext uri="{FF2B5EF4-FFF2-40B4-BE49-F238E27FC236}">
                <a16:creationId xmlns:a16="http://schemas.microsoft.com/office/drawing/2014/main" id="{27AEC41F-9307-B81E-7F81-4758263AF20C}"/>
              </a:ext>
            </a:extLst>
          </p:cNvPr>
          <p:cNvSpPr txBox="1"/>
          <p:nvPr/>
        </p:nvSpPr>
        <p:spPr>
          <a:xfrm>
            <a:off x="4604060" y="1912756"/>
            <a:ext cx="2063639" cy="461665"/>
          </a:xfrm>
          <a:prstGeom prst="rect">
            <a:avLst/>
          </a:prstGeom>
          <a:noFill/>
        </p:spPr>
        <p:txBody>
          <a:bodyPr wrap="square" rtlCol="0">
            <a:spAutoFit/>
          </a:bodyPr>
          <a:lstStyle>
            <a:defPPr>
              <a:defRPr lang="zh-CN"/>
            </a:defPPr>
            <a:lvl1pPr marL="0" algn="l" defTabSz="1123158" rtl="0" eaLnBrk="1" latinLnBrk="0" hangingPunct="1">
              <a:defRPr sz="2211" kern="1200">
                <a:solidFill>
                  <a:schemeClr val="tx1"/>
                </a:solidFill>
                <a:latin typeface="+mn-lt"/>
                <a:ea typeface="+mn-ea"/>
                <a:cs typeface="+mn-cs"/>
              </a:defRPr>
            </a:lvl1pPr>
            <a:lvl2pPr marL="561579" algn="l" defTabSz="1123158" rtl="0" eaLnBrk="1" latinLnBrk="0" hangingPunct="1">
              <a:defRPr sz="2211" kern="1200">
                <a:solidFill>
                  <a:schemeClr val="tx1"/>
                </a:solidFill>
                <a:latin typeface="+mn-lt"/>
                <a:ea typeface="+mn-ea"/>
                <a:cs typeface="+mn-cs"/>
              </a:defRPr>
            </a:lvl2pPr>
            <a:lvl3pPr marL="1123158" algn="l" defTabSz="1123158" rtl="0" eaLnBrk="1" latinLnBrk="0" hangingPunct="1">
              <a:defRPr sz="2211" kern="1200">
                <a:solidFill>
                  <a:schemeClr val="tx1"/>
                </a:solidFill>
                <a:latin typeface="+mn-lt"/>
                <a:ea typeface="+mn-ea"/>
                <a:cs typeface="+mn-cs"/>
              </a:defRPr>
            </a:lvl3pPr>
            <a:lvl4pPr marL="1684736" algn="l" defTabSz="1123158" rtl="0" eaLnBrk="1" latinLnBrk="0" hangingPunct="1">
              <a:defRPr sz="2211" kern="1200">
                <a:solidFill>
                  <a:schemeClr val="tx1"/>
                </a:solidFill>
                <a:latin typeface="+mn-lt"/>
                <a:ea typeface="+mn-ea"/>
                <a:cs typeface="+mn-cs"/>
              </a:defRPr>
            </a:lvl4pPr>
            <a:lvl5pPr marL="2246315" algn="l" defTabSz="1123158" rtl="0" eaLnBrk="1" latinLnBrk="0" hangingPunct="1">
              <a:defRPr sz="2211" kern="1200">
                <a:solidFill>
                  <a:schemeClr val="tx1"/>
                </a:solidFill>
                <a:latin typeface="+mn-lt"/>
                <a:ea typeface="+mn-ea"/>
                <a:cs typeface="+mn-cs"/>
              </a:defRPr>
            </a:lvl5pPr>
            <a:lvl6pPr marL="2807894" algn="l" defTabSz="1123158" rtl="0" eaLnBrk="1" latinLnBrk="0" hangingPunct="1">
              <a:defRPr sz="2211" kern="1200">
                <a:solidFill>
                  <a:schemeClr val="tx1"/>
                </a:solidFill>
                <a:latin typeface="+mn-lt"/>
                <a:ea typeface="+mn-ea"/>
                <a:cs typeface="+mn-cs"/>
              </a:defRPr>
            </a:lvl6pPr>
            <a:lvl7pPr marL="3369473" algn="l" defTabSz="1123158" rtl="0" eaLnBrk="1" latinLnBrk="0" hangingPunct="1">
              <a:defRPr sz="2211" kern="1200">
                <a:solidFill>
                  <a:schemeClr val="tx1"/>
                </a:solidFill>
                <a:latin typeface="+mn-lt"/>
                <a:ea typeface="+mn-ea"/>
                <a:cs typeface="+mn-cs"/>
              </a:defRPr>
            </a:lvl7pPr>
            <a:lvl8pPr marL="3931051" algn="l" defTabSz="1123158" rtl="0" eaLnBrk="1" latinLnBrk="0" hangingPunct="1">
              <a:defRPr sz="2211" kern="1200">
                <a:solidFill>
                  <a:schemeClr val="tx1"/>
                </a:solidFill>
                <a:latin typeface="+mn-lt"/>
                <a:ea typeface="+mn-ea"/>
                <a:cs typeface="+mn-cs"/>
              </a:defRPr>
            </a:lvl8pPr>
            <a:lvl9pPr marL="4492630" algn="l" defTabSz="1123158" rtl="0" eaLnBrk="1" latinLnBrk="0" hangingPunct="1">
              <a:defRPr sz="2211" kern="1200">
                <a:solidFill>
                  <a:schemeClr val="tx1"/>
                </a:solidFill>
                <a:latin typeface="+mn-lt"/>
                <a:ea typeface="+mn-ea"/>
                <a:cs typeface="+mn-cs"/>
              </a:defRPr>
            </a:lvl9pPr>
          </a:lstStyle>
          <a:p>
            <a:pPr algn="ctr"/>
            <a:endParaRPr lang="zh-CN" altLang="en-US" sz="1200" dirty="0">
              <a:latin typeface="微软雅黑" panose="020B0503020204020204" pitchFamily="34" charset="-122"/>
              <a:ea typeface="微软雅黑" panose="020B0503020204020204" pitchFamily="34" charset="-122"/>
            </a:endParaRPr>
          </a:p>
          <a:p>
            <a:pPr algn="ctr"/>
            <a:endParaRPr lang="zh-CN" altLang="en-US" sz="1200" dirty="0">
              <a:latin typeface="微软雅黑" panose="020B0503020204020204" pitchFamily="34" charset="-122"/>
              <a:ea typeface="微软雅黑" panose="020B0503020204020204" pitchFamily="34" charset="-122"/>
            </a:endParaRPr>
          </a:p>
        </p:txBody>
      </p:sp>
      <p:sp>
        <p:nvSpPr>
          <p:cNvPr id="117" name="文本框 116">
            <a:extLst>
              <a:ext uri="{FF2B5EF4-FFF2-40B4-BE49-F238E27FC236}">
                <a16:creationId xmlns:a16="http://schemas.microsoft.com/office/drawing/2014/main" id="{BA7DAACF-4003-B619-79B9-40A47E4DFCD3}"/>
              </a:ext>
            </a:extLst>
          </p:cNvPr>
          <p:cNvSpPr txBox="1"/>
          <p:nvPr/>
        </p:nvSpPr>
        <p:spPr>
          <a:xfrm>
            <a:off x="4630101" y="1968365"/>
            <a:ext cx="2063639" cy="461665"/>
          </a:xfrm>
          <a:prstGeom prst="rect">
            <a:avLst/>
          </a:prstGeom>
          <a:noFill/>
        </p:spPr>
        <p:txBody>
          <a:bodyPr wrap="square" rtlCol="0">
            <a:spAutoFit/>
          </a:bodyPr>
          <a:lstStyle>
            <a:defPPr>
              <a:defRPr lang="zh-CN"/>
            </a:defPPr>
            <a:lvl1pPr marL="0" algn="l" defTabSz="1123158" rtl="0" eaLnBrk="1" latinLnBrk="0" hangingPunct="1">
              <a:defRPr sz="2211" kern="1200">
                <a:solidFill>
                  <a:schemeClr val="tx1"/>
                </a:solidFill>
                <a:latin typeface="+mn-lt"/>
                <a:ea typeface="+mn-ea"/>
                <a:cs typeface="+mn-cs"/>
              </a:defRPr>
            </a:lvl1pPr>
            <a:lvl2pPr marL="561579" algn="l" defTabSz="1123158" rtl="0" eaLnBrk="1" latinLnBrk="0" hangingPunct="1">
              <a:defRPr sz="2211" kern="1200">
                <a:solidFill>
                  <a:schemeClr val="tx1"/>
                </a:solidFill>
                <a:latin typeface="+mn-lt"/>
                <a:ea typeface="+mn-ea"/>
                <a:cs typeface="+mn-cs"/>
              </a:defRPr>
            </a:lvl2pPr>
            <a:lvl3pPr marL="1123158" algn="l" defTabSz="1123158" rtl="0" eaLnBrk="1" latinLnBrk="0" hangingPunct="1">
              <a:defRPr sz="2211" kern="1200">
                <a:solidFill>
                  <a:schemeClr val="tx1"/>
                </a:solidFill>
                <a:latin typeface="+mn-lt"/>
                <a:ea typeface="+mn-ea"/>
                <a:cs typeface="+mn-cs"/>
              </a:defRPr>
            </a:lvl3pPr>
            <a:lvl4pPr marL="1684736" algn="l" defTabSz="1123158" rtl="0" eaLnBrk="1" latinLnBrk="0" hangingPunct="1">
              <a:defRPr sz="2211" kern="1200">
                <a:solidFill>
                  <a:schemeClr val="tx1"/>
                </a:solidFill>
                <a:latin typeface="+mn-lt"/>
                <a:ea typeface="+mn-ea"/>
                <a:cs typeface="+mn-cs"/>
              </a:defRPr>
            </a:lvl4pPr>
            <a:lvl5pPr marL="2246315" algn="l" defTabSz="1123158" rtl="0" eaLnBrk="1" latinLnBrk="0" hangingPunct="1">
              <a:defRPr sz="2211" kern="1200">
                <a:solidFill>
                  <a:schemeClr val="tx1"/>
                </a:solidFill>
                <a:latin typeface="+mn-lt"/>
                <a:ea typeface="+mn-ea"/>
                <a:cs typeface="+mn-cs"/>
              </a:defRPr>
            </a:lvl5pPr>
            <a:lvl6pPr marL="2807894" algn="l" defTabSz="1123158" rtl="0" eaLnBrk="1" latinLnBrk="0" hangingPunct="1">
              <a:defRPr sz="2211" kern="1200">
                <a:solidFill>
                  <a:schemeClr val="tx1"/>
                </a:solidFill>
                <a:latin typeface="+mn-lt"/>
                <a:ea typeface="+mn-ea"/>
                <a:cs typeface="+mn-cs"/>
              </a:defRPr>
            </a:lvl6pPr>
            <a:lvl7pPr marL="3369473" algn="l" defTabSz="1123158" rtl="0" eaLnBrk="1" latinLnBrk="0" hangingPunct="1">
              <a:defRPr sz="2211" kern="1200">
                <a:solidFill>
                  <a:schemeClr val="tx1"/>
                </a:solidFill>
                <a:latin typeface="+mn-lt"/>
                <a:ea typeface="+mn-ea"/>
                <a:cs typeface="+mn-cs"/>
              </a:defRPr>
            </a:lvl7pPr>
            <a:lvl8pPr marL="3931051" algn="l" defTabSz="1123158" rtl="0" eaLnBrk="1" latinLnBrk="0" hangingPunct="1">
              <a:defRPr sz="2211" kern="1200">
                <a:solidFill>
                  <a:schemeClr val="tx1"/>
                </a:solidFill>
                <a:latin typeface="+mn-lt"/>
                <a:ea typeface="+mn-ea"/>
                <a:cs typeface="+mn-cs"/>
              </a:defRPr>
            </a:lvl8pPr>
            <a:lvl9pPr marL="4492630" algn="l" defTabSz="1123158" rtl="0" eaLnBrk="1" latinLnBrk="0" hangingPunct="1">
              <a:defRPr sz="2211" kern="1200">
                <a:solidFill>
                  <a:schemeClr val="tx1"/>
                </a:solidFill>
                <a:latin typeface="+mn-lt"/>
                <a:ea typeface="+mn-ea"/>
                <a:cs typeface="+mn-cs"/>
              </a:defRPr>
            </a:lvl9pPr>
          </a:lstStyle>
          <a:p>
            <a:pPr algn="ctr"/>
            <a:r>
              <a:rPr lang="en-US" altLang="zh-CN" sz="1200" dirty="0">
                <a:latin typeface="微软雅黑" panose="020B0503020204020204" pitchFamily="34" charset="-122"/>
                <a:ea typeface="微软雅黑" panose="020B0503020204020204" pitchFamily="34" charset="-122"/>
              </a:rPr>
              <a:t>15 Repos</a:t>
            </a:r>
            <a:endParaRPr lang="zh-CN" altLang="en-US" sz="1200" dirty="0">
              <a:latin typeface="微软雅黑" panose="020B0503020204020204" pitchFamily="34" charset="-122"/>
              <a:ea typeface="微软雅黑" panose="020B0503020204020204" pitchFamily="34" charset="-122"/>
            </a:endParaRPr>
          </a:p>
          <a:p>
            <a:pPr algn="ctr"/>
            <a:endParaRPr lang="zh-CN" altLang="en-US" sz="1200" dirty="0">
              <a:latin typeface="微软雅黑" panose="020B0503020204020204" pitchFamily="34" charset="-122"/>
              <a:ea typeface="微软雅黑" panose="020B0503020204020204" pitchFamily="34" charset="-122"/>
            </a:endParaRPr>
          </a:p>
        </p:txBody>
      </p:sp>
      <p:cxnSp>
        <p:nvCxnSpPr>
          <p:cNvPr id="118" name="直接箭头连接符 26">
            <a:extLst>
              <a:ext uri="{FF2B5EF4-FFF2-40B4-BE49-F238E27FC236}">
                <a16:creationId xmlns:a16="http://schemas.microsoft.com/office/drawing/2014/main" id="{2206E33D-A385-667D-71A6-A26B088B46AF}"/>
              </a:ext>
            </a:extLst>
          </p:cNvPr>
          <p:cNvCxnSpPr>
            <a:cxnSpLocks/>
            <a:stCxn id="114" idx="3"/>
            <a:endCxn id="124" idx="1"/>
          </p:cNvCxnSpPr>
          <p:nvPr/>
        </p:nvCxnSpPr>
        <p:spPr>
          <a:xfrm>
            <a:off x="6103747" y="2436460"/>
            <a:ext cx="1246052" cy="825"/>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119" name="图形 118">
            <a:extLst>
              <a:ext uri="{FF2B5EF4-FFF2-40B4-BE49-F238E27FC236}">
                <a16:creationId xmlns:a16="http://schemas.microsoft.com/office/drawing/2014/main" id="{B9733631-5D3B-C900-3E9A-EA253A5BFDA3}"/>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6177933" y="2079213"/>
            <a:ext cx="270012" cy="270012"/>
          </a:xfrm>
          <a:prstGeom prst="rect">
            <a:avLst/>
          </a:prstGeom>
        </p:spPr>
      </p:pic>
      <p:pic>
        <p:nvPicPr>
          <p:cNvPr id="122" name="图形 121">
            <a:extLst>
              <a:ext uri="{FF2B5EF4-FFF2-40B4-BE49-F238E27FC236}">
                <a16:creationId xmlns:a16="http://schemas.microsoft.com/office/drawing/2014/main" id="{6F76BA3C-612D-B4F0-5EE8-DD0A37BE1490}"/>
              </a:ext>
            </a:extLst>
          </p:cNvPr>
          <p:cNvPicPr>
            <a:picLocks noChangeAspect="1"/>
          </p:cNvPicPr>
          <p:nvPr/>
        </p:nvPicPr>
        <p:blipFill>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a:off x="7513460" y="2287423"/>
            <a:ext cx="680560" cy="680560"/>
          </a:xfrm>
          <a:prstGeom prst="rect">
            <a:avLst/>
          </a:prstGeom>
        </p:spPr>
      </p:pic>
      <p:sp>
        <p:nvSpPr>
          <p:cNvPr id="124" name="圆角矩形 123">
            <a:extLst>
              <a:ext uri="{FF2B5EF4-FFF2-40B4-BE49-F238E27FC236}">
                <a16:creationId xmlns:a16="http://schemas.microsoft.com/office/drawing/2014/main" id="{C5370A09-FCBB-0908-B54C-DB2B01E12703}"/>
              </a:ext>
            </a:extLst>
          </p:cNvPr>
          <p:cNvSpPr/>
          <p:nvPr/>
        </p:nvSpPr>
        <p:spPr>
          <a:xfrm>
            <a:off x="7349799" y="1871195"/>
            <a:ext cx="917457" cy="1132179"/>
          </a:xfrm>
          <a:prstGeom prst="roundRect">
            <a:avLst>
              <a:gd name="adj" fmla="val 1435"/>
            </a:avLst>
          </a:prstGeom>
          <a:noFill/>
          <a:ln w="19050">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25" name="文本框 124">
            <a:extLst>
              <a:ext uri="{FF2B5EF4-FFF2-40B4-BE49-F238E27FC236}">
                <a16:creationId xmlns:a16="http://schemas.microsoft.com/office/drawing/2014/main" id="{88636EFE-C005-4C07-C4AB-A75DF5493CF9}"/>
              </a:ext>
            </a:extLst>
          </p:cNvPr>
          <p:cNvSpPr txBox="1"/>
          <p:nvPr/>
        </p:nvSpPr>
        <p:spPr>
          <a:xfrm>
            <a:off x="6264061" y="2097755"/>
            <a:ext cx="1215505" cy="276999"/>
          </a:xfrm>
          <a:prstGeom prst="rect">
            <a:avLst/>
          </a:prstGeom>
          <a:noFill/>
        </p:spPr>
        <p:txBody>
          <a:bodyPr wrap="square" rtlCol="0">
            <a:spAutoFit/>
          </a:bodyPr>
          <a:lstStyle>
            <a:defPPr>
              <a:defRPr lang="zh-CN"/>
            </a:defPPr>
            <a:lvl1pPr marL="0" algn="l" defTabSz="1123158" rtl="0" eaLnBrk="1" latinLnBrk="0" hangingPunct="1">
              <a:defRPr sz="2211" kern="1200">
                <a:solidFill>
                  <a:schemeClr val="tx1"/>
                </a:solidFill>
                <a:latin typeface="+mn-lt"/>
                <a:ea typeface="+mn-ea"/>
                <a:cs typeface="+mn-cs"/>
              </a:defRPr>
            </a:lvl1pPr>
            <a:lvl2pPr marL="561579" algn="l" defTabSz="1123158" rtl="0" eaLnBrk="1" latinLnBrk="0" hangingPunct="1">
              <a:defRPr sz="2211" kern="1200">
                <a:solidFill>
                  <a:schemeClr val="tx1"/>
                </a:solidFill>
                <a:latin typeface="+mn-lt"/>
                <a:ea typeface="+mn-ea"/>
                <a:cs typeface="+mn-cs"/>
              </a:defRPr>
            </a:lvl2pPr>
            <a:lvl3pPr marL="1123158" algn="l" defTabSz="1123158" rtl="0" eaLnBrk="1" latinLnBrk="0" hangingPunct="1">
              <a:defRPr sz="2211" kern="1200">
                <a:solidFill>
                  <a:schemeClr val="tx1"/>
                </a:solidFill>
                <a:latin typeface="+mn-lt"/>
                <a:ea typeface="+mn-ea"/>
                <a:cs typeface="+mn-cs"/>
              </a:defRPr>
            </a:lvl3pPr>
            <a:lvl4pPr marL="1684736" algn="l" defTabSz="1123158" rtl="0" eaLnBrk="1" latinLnBrk="0" hangingPunct="1">
              <a:defRPr sz="2211" kern="1200">
                <a:solidFill>
                  <a:schemeClr val="tx1"/>
                </a:solidFill>
                <a:latin typeface="+mn-lt"/>
                <a:ea typeface="+mn-ea"/>
                <a:cs typeface="+mn-cs"/>
              </a:defRPr>
            </a:lvl4pPr>
            <a:lvl5pPr marL="2246315" algn="l" defTabSz="1123158" rtl="0" eaLnBrk="1" latinLnBrk="0" hangingPunct="1">
              <a:defRPr sz="2211" kern="1200">
                <a:solidFill>
                  <a:schemeClr val="tx1"/>
                </a:solidFill>
                <a:latin typeface="+mn-lt"/>
                <a:ea typeface="+mn-ea"/>
                <a:cs typeface="+mn-cs"/>
              </a:defRPr>
            </a:lvl5pPr>
            <a:lvl6pPr marL="2807894" algn="l" defTabSz="1123158" rtl="0" eaLnBrk="1" latinLnBrk="0" hangingPunct="1">
              <a:defRPr sz="2211" kern="1200">
                <a:solidFill>
                  <a:schemeClr val="tx1"/>
                </a:solidFill>
                <a:latin typeface="+mn-lt"/>
                <a:ea typeface="+mn-ea"/>
                <a:cs typeface="+mn-cs"/>
              </a:defRPr>
            </a:lvl6pPr>
            <a:lvl7pPr marL="3369473" algn="l" defTabSz="1123158" rtl="0" eaLnBrk="1" latinLnBrk="0" hangingPunct="1">
              <a:defRPr sz="2211" kern="1200">
                <a:solidFill>
                  <a:schemeClr val="tx1"/>
                </a:solidFill>
                <a:latin typeface="+mn-lt"/>
                <a:ea typeface="+mn-ea"/>
                <a:cs typeface="+mn-cs"/>
              </a:defRPr>
            </a:lvl7pPr>
            <a:lvl8pPr marL="3931051" algn="l" defTabSz="1123158" rtl="0" eaLnBrk="1" latinLnBrk="0" hangingPunct="1">
              <a:defRPr sz="2211" kern="1200">
                <a:solidFill>
                  <a:schemeClr val="tx1"/>
                </a:solidFill>
                <a:latin typeface="+mn-lt"/>
                <a:ea typeface="+mn-ea"/>
                <a:cs typeface="+mn-cs"/>
              </a:defRPr>
            </a:lvl8pPr>
            <a:lvl9pPr marL="4492630" algn="l" defTabSz="1123158" rtl="0" eaLnBrk="1" latinLnBrk="0" hangingPunct="1">
              <a:defRPr sz="2211" kern="1200">
                <a:solidFill>
                  <a:schemeClr val="tx1"/>
                </a:solidFill>
                <a:latin typeface="+mn-lt"/>
                <a:ea typeface="+mn-ea"/>
                <a:cs typeface="+mn-cs"/>
              </a:defRPr>
            </a:lvl9pPr>
          </a:lstStyle>
          <a:p>
            <a:pPr algn="ctr"/>
            <a:r>
              <a:rPr lang="en-US" altLang="zh-CN" sz="1200" dirty="0">
                <a:latin typeface="微软雅黑" panose="020B0503020204020204" pitchFamily="34" charset="-122"/>
                <a:ea typeface="微软雅黑" panose="020B0503020204020204" pitchFamily="34" charset="-122"/>
              </a:rPr>
              <a:t>Collecting</a:t>
            </a:r>
          </a:p>
        </p:txBody>
      </p:sp>
      <p:sp>
        <p:nvSpPr>
          <p:cNvPr id="126" name="文本框 125">
            <a:extLst>
              <a:ext uri="{FF2B5EF4-FFF2-40B4-BE49-F238E27FC236}">
                <a16:creationId xmlns:a16="http://schemas.microsoft.com/office/drawing/2014/main" id="{2501E4E5-D051-6025-C4CC-2582C55E6F63}"/>
              </a:ext>
            </a:extLst>
          </p:cNvPr>
          <p:cNvSpPr txBox="1"/>
          <p:nvPr/>
        </p:nvSpPr>
        <p:spPr>
          <a:xfrm>
            <a:off x="5686712" y="2529055"/>
            <a:ext cx="2063639" cy="461665"/>
          </a:xfrm>
          <a:prstGeom prst="rect">
            <a:avLst/>
          </a:prstGeom>
          <a:noFill/>
        </p:spPr>
        <p:txBody>
          <a:bodyPr wrap="square" rtlCol="0">
            <a:spAutoFit/>
          </a:bodyPr>
          <a:lstStyle>
            <a:defPPr>
              <a:defRPr lang="zh-CN"/>
            </a:defPPr>
            <a:lvl1pPr marL="0" algn="l" defTabSz="1123158" rtl="0" eaLnBrk="1" latinLnBrk="0" hangingPunct="1">
              <a:defRPr sz="2211" kern="1200">
                <a:solidFill>
                  <a:schemeClr val="tx1"/>
                </a:solidFill>
                <a:latin typeface="+mn-lt"/>
                <a:ea typeface="+mn-ea"/>
                <a:cs typeface="+mn-cs"/>
              </a:defRPr>
            </a:lvl1pPr>
            <a:lvl2pPr marL="561579" algn="l" defTabSz="1123158" rtl="0" eaLnBrk="1" latinLnBrk="0" hangingPunct="1">
              <a:defRPr sz="2211" kern="1200">
                <a:solidFill>
                  <a:schemeClr val="tx1"/>
                </a:solidFill>
                <a:latin typeface="+mn-lt"/>
                <a:ea typeface="+mn-ea"/>
                <a:cs typeface="+mn-cs"/>
              </a:defRPr>
            </a:lvl2pPr>
            <a:lvl3pPr marL="1123158" algn="l" defTabSz="1123158" rtl="0" eaLnBrk="1" latinLnBrk="0" hangingPunct="1">
              <a:defRPr sz="2211" kern="1200">
                <a:solidFill>
                  <a:schemeClr val="tx1"/>
                </a:solidFill>
                <a:latin typeface="+mn-lt"/>
                <a:ea typeface="+mn-ea"/>
                <a:cs typeface="+mn-cs"/>
              </a:defRPr>
            </a:lvl3pPr>
            <a:lvl4pPr marL="1684736" algn="l" defTabSz="1123158" rtl="0" eaLnBrk="1" latinLnBrk="0" hangingPunct="1">
              <a:defRPr sz="2211" kern="1200">
                <a:solidFill>
                  <a:schemeClr val="tx1"/>
                </a:solidFill>
                <a:latin typeface="+mn-lt"/>
                <a:ea typeface="+mn-ea"/>
                <a:cs typeface="+mn-cs"/>
              </a:defRPr>
            </a:lvl4pPr>
            <a:lvl5pPr marL="2246315" algn="l" defTabSz="1123158" rtl="0" eaLnBrk="1" latinLnBrk="0" hangingPunct="1">
              <a:defRPr sz="2211" kern="1200">
                <a:solidFill>
                  <a:schemeClr val="tx1"/>
                </a:solidFill>
                <a:latin typeface="+mn-lt"/>
                <a:ea typeface="+mn-ea"/>
                <a:cs typeface="+mn-cs"/>
              </a:defRPr>
            </a:lvl5pPr>
            <a:lvl6pPr marL="2807894" algn="l" defTabSz="1123158" rtl="0" eaLnBrk="1" latinLnBrk="0" hangingPunct="1">
              <a:defRPr sz="2211" kern="1200">
                <a:solidFill>
                  <a:schemeClr val="tx1"/>
                </a:solidFill>
                <a:latin typeface="+mn-lt"/>
                <a:ea typeface="+mn-ea"/>
                <a:cs typeface="+mn-cs"/>
              </a:defRPr>
            </a:lvl6pPr>
            <a:lvl7pPr marL="3369473" algn="l" defTabSz="1123158" rtl="0" eaLnBrk="1" latinLnBrk="0" hangingPunct="1">
              <a:defRPr sz="2211" kern="1200">
                <a:solidFill>
                  <a:schemeClr val="tx1"/>
                </a:solidFill>
                <a:latin typeface="+mn-lt"/>
                <a:ea typeface="+mn-ea"/>
                <a:cs typeface="+mn-cs"/>
              </a:defRPr>
            </a:lvl7pPr>
            <a:lvl8pPr marL="3931051" algn="l" defTabSz="1123158" rtl="0" eaLnBrk="1" latinLnBrk="0" hangingPunct="1">
              <a:defRPr sz="2211" kern="1200">
                <a:solidFill>
                  <a:schemeClr val="tx1"/>
                </a:solidFill>
                <a:latin typeface="+mn-lt"/>
                <a:ea typeface="+mn-ea"/>
                <a:cs typeface="+mn-cs"/>
              </a:defRPr>
            </a:lvl8pPr>
            <a:lvl9pPr marL="4492630" algn="l" defTabSz="1123158" rtl="0" eaLnBrk="1" latinLnBrk="0" hangingPunct="1">
              <a:defRPr sz="2211" kern="1200">
                <a:solidFill>
                  <a:schemeClr val="tx1"/>
                </a:solidFill>
                <a:latin typeface="+mn-lt"/>
                <a:ea typeface="+mn-ea"/>
                <a:cs typeface="+mn-cs"/>
              </a:defRPr>
            </a:lvl9pPr>
          </a:lstStyle>
          <a:p>
            <a:pPr algn="ctr"/>
            <a:r>
              <a:rPr lang="en-US" altLang="zh-CN" sz="1200" dirty="0">
                <a:latin typeface="微软雅黑" panose="020B0503020204020204" pitchFamily="34" charset="-122"/>
                <a:ea typeface="微软雅黑" panose="020B0503020204020204" pitchFamily="34" charset="-122"/>
              </a:rPr>
              <a:t>GitHub API</a:t>
            </a:r>
          </a:p>
          <a:p>
            <a:pPr algn="ctr"/>
            <a:r>
              <a:rPr lang="en-US" altLang="zh-CN" sz="1200" dirty="0">
                <a:latin typeface="微软雅黑" panose="020B0503020204020204" pitchFamily="34" charset="-122"/>
                <a:ea typeface="微软雅黑" panose="020B0503020204020204" pitchFamily="34" charset="-122"/>
              </a:rPr>
              <a:t>Request</a:t>
            </a:r>
            <a:endParaRPr lang="zh-CN" altLang="en-US" sz="1200" dirty="0">
              <a:latin typeface="微软雅黑" panose="020B0503020204020204" pitchFamily="34" charset="-122"/>
              <a:ea typeface="微软雅黑" panose="020B0503020204020204" pitchFamily="34" charset="-122"/>
            </a:endParaRPr>
          </a:p>
        </p:txBody>
      </p:sp>
      <p:sp>
        <p:nvSpPr>
          <p:cNvPr id="128" name="文本框 127">
            <a:extLst>
              <a:ext uri="{FF2B5EF4-FFF2-40B4-BE49-F238E27FC236}">
                <a16:creationId xmlns:a16="http://schemas.microsoft.com/office/drawing/2014/main" id="{E636F3AA-5677-6DA5-633E-FE75D7EC02F7}"/>
              </a:ext>
            </a:extLst>
          </p:cNvPr>
          <p:cNvSpPr txBox="1"/>
          <p:nvPr/>
        </p:nvSpPr>
        <p:spPr>
          <a:xfrm>
            <a:off x="7238873" y="1434413"/>
            <a:ext cx="1149758" cy="461665"/>
          </a:xfrm>
          <a:prstGeom prst="rect">
            <a:avLst/>
          </a:prstGeom>
          <a:noFill/>
        </p:spPr>
        <p:txBody>
          <a:bodyPr wrap="square" rtlCol="0">
            <a:spAutoFit/>
          </a:bodyPr>
          <a:lstStyle>
            <a:defPPr>
              <a:defRPr lang="zh-CN"/>
            </a:defPPr>
            <a:lvl1pPr marL="0" algn="l" defTabSz="1123158" rtl="0" eaLnBrk="1" latinLnBrk="0" hangingPunct="1">
              <a:defRPr sz="2211" kern="1200">
                <a:solidFill>
                  <a:schemeClr val="tx1"/>
                </a:solidFill>
                <a:latin typeface="+mn-lt"/>
                <a:ea typeface="+mn-ea"/>
                <a:cs typeface="+mn-cs"/>
              </a:defRPr>
            </a:lvl1pPr>
            <a:lvl2pPr marL="561579" algn="l" defTabSz="1123158" rtl="0" eaLnBrk="1" latinLnBrk="0" hangingPunct="1">
              <a:defRPr sz="2211" kern="1200">
                <a:solidFill>
                  <a:schemeClr val="tx1"/>
                </a:solidFill>
                <a:latin typeface="+mn-lt"/>
                <a:ea typeface="+mn-ea"/>
                <a:cs typeface="+mn-cs"/>
              </a:defRPr>
            </a:lvl2pPr>
            <a:lvl3pPr marL="1123158" algn="l" defTabSz="1123158" rtl="0" eaLnBrk="1" latinLnBrk="0" hangingPunct="1">
              <a:defRPr sz="2211" kern="1200">
                <a:solidFill>
                  <a:schemeClr val="tx1"/>
                </a:solidFill>
                <a:latin typeface="+mn-lt"/>
                <a:ea typeface="+mn-ea"/>
                <a:cs typeface="+mn-cs"/>
              </a:defRPr>
            </a:lvl3pPr>
            <a:lvl4pPr marL="1684736" algn="l" defTabSz="1123158" rtl="0" eaLnBrk="1" latinLnBrk="0" hangingPunct="1">
              <a:defRPr sz="2211" kern="1200">
                <a:solidFill>
                  <a:schemeClr val="tx1"/>
                </a:solidFill>
                <a:latin typeface="+mn-lt"/>
                <a:ea typeface="+mn-ea"/>
                <a:cs typeface="+mn-cs"/>
              </a:defRPr>
            </a:lvl4pPr>
            <a:lvl5pPr marL="2246315" algn="l" defTabSz="1123158" rtl="0" eaLnBrk="1" latinLnBrk="0" hangingPunct="1">
              <a:defRPr sz="2211" kern="1200">
                <a:solidFill>
                  <a:schemeClr val="tx1"/>
                </a:solidFill>
                <a:latin typeface="+mn-lt"/>
                <a:ea typeface="+mn-ea"/>
                <a:cs typeface="+mn-cs"/>
              </a:defRPr>
            </a:lvl5pPr>
            <a:lvl6pPr marL="2807894" algn="l" defTabSz="1123158" rtl="0" eaLnBrk="1" latinLnBrk="0" hangingPunct="1">
              <a:defRPr sz="2211" kern="1200">
                <a:solidFill>
                  <a:schemeClr val="tx1"/>
                </a:solidFill>
                <a:latin typeface="+mn-lt"/>
                <a:ea typeface="+mn-ea"/>
                <a:cs typeface="+mn-cs"/>
              </a:defRPr>
            </a:lvl6pPr>
            <a:lvl7pPr marL="3369473" algn="l" defTabSz="1123158" rtl="0" eaLnBrk="1" latinLnBrk="0" hangingPunct="1">
              <a:defRPr sz="2211" kern="1200">
                <a:solidFill>
                  <a:schemeClr val="tx1"/>
                </a:solidFill>
                <a:latin typeface="+mn-lt"/>
                <a:ea typeface="+mn-ea"/>
                <a:cs typeface="+mn-cs"/>
              </a:defRPr>
            </a:lvl7pPr>
            <a:lvl8pPr marL="3931051" algn="l" defTabSz="1123158" rtl="0" eaLnBrk="1" latinLnBrk="0" hangingPunct="1">
              <a:defRPr sz="2211" kern="1200">
                <a:solidFill>
                  <a:schemeClr val="tx1"/>
                </a:solidFill>
                <a:latin typeface="+mn-lt"/>
                <a:ea typeface="+mn-ea"/>
                <a:cs typeface="+mn-cs"/>
              </a:defRPr>
            </a:lvl8pPr>
            <a:lvl9pPr marL="4492630" algn="l" defTabSz="1123158" rtl="0" eaLnBrk="1" latinLnBrk="0" hangingPunct="1">
              <a:defRPr sz="2211" kern="1200">
                <a:solidFill>
                  <a:schemeClr val="tx1"/>
                </a:solidFill>
                <a:latin typeface="+mn-lt"/>
                <a:ea typeface="+mn-ea"/>
                <a:cs typeface="+mn-cs"/>
              </a:defRPr>
            </a:lvl9pPr>
          </a:lstStyle>
          <a:p>
            <a:pPr algn="ctr"/>
            <a:r>
              <a:rPr lang="en-US" altLang="zh-CN" sz="1200" dirty="0">
                <a:latin typeface="微软雅黑" panose="020B0503020204020204" pitchFamily="34" charset="-122"/>
                <a:ea typeface="微软雅黑" panose="020B0503020204020204" pitchFamily="34" charset="-122"/>
              </a:rPr>
              <a:t>Raw PRs</a:t>
            </a:r>
          </a:p>
          <a:p>
            <a:pPr algn="ctr"/>
            <a:r>
              <a:rPr lang="en-US" altLang="zh-CN" sz="1200" dirty="0">
                <a:latin typeface="微软雅黑" panose="020B0503020204020204" pitchFamily="34" charset="-122"/>
                <a:ea typeface="微软雅黑" panose="020B0503020204020204" pitchFamily="34" charset="-122"/>
              </a:rPr>
              <a:t>data</a:t>
            </a:r>
            <a:endParaRPr lang="zh-CN" altLang="en-US" sz="1200" dirty="0">
              <a:latin typeface="微软雅黑" panose="020B0503020204020204" pitchFamily="34" charset="-122"/>
              <a:ea typeface="微软雅黑" panose="020B0503020204020204" pitchFamily="34" charset="-122"/>
            </a:endParaRPr>
          </a:p>
        </p:txBody>
      </p:sp>
      <p:sp>
        <p:nvSpPr>
          <p:cNvPr id="129" name="文本框 128">
            <a:extLst>
              <a:ext uri="{FF2B5EF4-FFF2-40B4-BE49-F238E27FC236}">
                <a16:creationId xmlns:a16="http://schemas.microsoft.com/office/drawing/2014/main" id="{69DADCFF-5D44-3DC7-8772-6C6F016E2976}"/>
              </a:ext>
            </a:extLst>
          </p:cNvPr>
          <p:cNvSpPr txBox="1"/>
          <p:nvPr/>
        </p:nvSpPr>
        <p:spPr>
          <a:xfrm>
            <a:off x="6793919" y="1892798"/>
            <a:ext cx="2063639" cy="461665"/>
          </a:xfrm>
          <a:prstGeom prst="rect">
            <a:avLst/>
          </a:prstGeom>
          <a:noFill/>
        </p:spPr>
        <p:txBody>
          <a:bodyPr wrap="square" rtlCol="0">
            <a:spAutoFit/>
          </a:bodyPr>
          <a:lstStyle>
            <a:defPPr>
              <a:defRPr lang="zh-CN"/>
            </a:defPPr>
            <a:lvl1pPr marL="0" algn="l" defTabSz="1123158" rtl="0" eaLnBrk="1" latinLnBrk="0" hangingPunct="1">
              <a:defRPr sz="2211" kern="1200">
                <a:solidFill>
                  <a:schemeClr val="tx1"/>
                </a:solidFill>
                <a:latin typeface="+mn-lt"/>
                <a:ea typeface="+mn-ea"/>
                <a:cs typeface="+mn-cs"/>
              </a:defRPr>
            </a:lvl1pPr>
            <a:lvl2pPr marL="561579" algn="l" defTabSz="1123158" rtl="0" eaLnBrk="1" latinLnBrk="0" hangingPunct="1">
              <a:defRPr sz="2211" kern="1200">
                <a:solidFill>
                  <a:schemeClr val="tx1"/>
                </a:solidFill>
                <a:latin typeface="+mn-lt"/>
                <a:ea typeface="+mn-ea"/>
                <a:cs typeface="+mn-cs"/>
              </a:defRPr>
            </a:lvl2pPr>
            <a:lvl3pPr marL="1123158" algn="l" defTabSz="1123158" rtl="0" eaLnBrk="1" latinLnBrk="0" hangingPunct="1">
              <a:defRPr sz="2211" kern="1200">
                <a:solidFill>
                  <a:schemeClr val="tx1"/>
                </a:solidFill>
                <a:latin typeface="+mn-lt"/>
                <a:ea typeface="+mn-ea"/>
                <a:cs typeface="+mn-cs"/>
              </a:defRPr>
            </a:lvl3pPr>
            <a:lvl4pPr marL="1684736" algn="l" defTabSz="1123158" rtl="0" eaLnBrk="1" latinLnBrk="0" hangingPunct="1">
              <a:defRPr sz="2211" kern="1200">
                <a:solidFill>
                  <a:schemeClr val="tx1"/>
                </a:solidFill>
                <a:latin typeface="+mn-lt"/>
                <a:ea typeface="+mn-ea"/>
                <a:cs typeface="+mn-cs"/>
              </a:defRPr>
            </a:lvl4pPr>
            <a:lvl5pPr marL="2246315" algn="l" defTabSz="1123158" rtl="0" eaLnBrk="1" latinLnBrk="0" hangingPunct="1">
              <a:defRPr sz="2211" kern="1200">
                <a:solidFill>
                  <a:schemeClr val="tx1"/>
                </a:solidFill>
                <a:latin typeface="+mn-lt"/>
                <a:ea typeface="+mn-ea"/>
                <a:cs typeface="+mn-cs"/>
              </a:defRPr>
            </a:lvl5pPr>
            <a:lvl6pPr marL="2807894" algn="l" defTabSz="1123158" rtl="0" eaLnBrk="1" latinLnBrk="0" hangingPunct="1">
              <a:defRPr sz="2211" kern="1200">
                <a:solidFill>
                  <a:schemeClr val="tx1"/>
                </a:solidFill>
                <a:latin typeface="+mn-lt"/>
                <a:ea typeface="+mn-ea"/>
                <a:cs typeface="+mn-cs"/>
              </a:defRPr>
            </a:lvl6pPr>
            <a:lvl7pPr marL="3369473" algn="l" defTabSz="1123158" rtl="0" eaLnBrk="1" latinLnBrk="0" hangingPunct="1">
              <a:defRPr sz="2211" kern="1200">
                <a:solidFill>
                  <a:schemeClr val="tx1"/>
                </a:solidFill>
                <a:latin typeface="+mn-lt"/>
                <a:ea typeface="+mn-ea"/>
                <a:cs typeface="+mn-cs"/>
              </a:defRPr>
            </a:lvl7pPr>
            <a:lvl8pPr marL="3931051" algn="l" defTabSz="1123158" rtl="0" eaLnBrk="1" latinLnBrk="0" hangingPunct="1">
              <a:defRPr sz="2211" kern="1200">
                <a:solidFill>
                  <a:schemeClr val="tx1"/>
                </a:solidFill>
                <a:latin typeface="+mn-lt"/>
                <a:ea typeface="+mn-ea"/>
                <a:cs typeface="+mn-cs"/>
              </a:defRPr>
            </a:lvl8pPr>
            <a:lvl9pPr marL="4492630" algn="l" defTabSz="1123158" rtl="0" eaLnBrk="1" latinLnBrk="0" hangingPunct="1">
              <a:defRPr sz="2211" kern="1200">
                <a:solidFill>
                  <a:schemeClr val="tx1"/>
                </a:solidFill>
                <a:latin typeface="+mn-lt"/>
                <a:ea typeface="+mn-ea"/>
                <a:cs typeface="+mn-cs"/>
              </a:defRPr>
            </a:lvl9pPr>
          </a:lstStyle>
          <a:p>
            <a:pPr algn="ctr"/>
            <a:r>
              <a:rPr lang="en-US" altLang="zh-CN" sz="1200" dirty="0">
                <a:latin typeface="微软雅黑" panose="020B0503020204020204" pitchFamily="34" charset="-122"/>
                <a:ea typeface="微软雅黑" panose="020B0503020204020204" pitchFamily="34" charset="-122"/>
              </a:rPr>
              <a:t>Pull</a:t>
            </a:r>
            <a:br>
              <a:rPr lang="en-US" altLang="zh-CN" sz="1200" dirty="0">
                <a:latin typeface="微软雅黑" panose="020B0503020204020204" pitchFamily="34" charset="-122"/>
                <a:ea typeface="微软雅黑" panose="020B0503020204020204" pitchFamily="34" charset="-122"/>
              </a:rPr>
            </a:br>
            <a:r>
              <a:rPr lang="en-US" altLang="zh-CN" sz="1200" dirty="0">
                <a:latin typeface="微软雅黑" panose="020B0503020204020204" pitchFamily="34" charset="-122"/>
                <a:ea typeface="微软雅黑" panose="020B0503020204020204" pitchFamily="34" charset="-122"/>
              </a:rPr>
              <a:t>Requests</a:t>
            </a:r>
            <a:endParaRPr lang="zh-CN" altLang="en-US" sz="1200" dirty="0">
              <a:latin typeface="微软雅黑" panose="020B0503020204020204" pitchFamily="34" charset="-122"/>
              <a:ea typeface="微软雅黑" panose="020B0503020204020204" pitchFamily="34" charset="-122"/>
            </a:endParaRPr>
          </a:p>
        </p:txBody>
      </p:sp>
      <p:cxnSp>
        <p:nvCxnSpPr>
          <p:cNvPr id="135" name="直接箭头连接符 26">
            <a:extLst>
              <a:ext uri="{FF2B5EF4-FFF2-40B4-BE49-F238E27FC236}">
                <a16:creationId xmlns:a16="http://schemas.microsoft.com/office/drawing/2014/main" id="{6B635A38-AAB3-0CDA-0895-A71755FB4C19}"/>
              </a:ext>
            </a:extLst>
          </p:cNvPr>
          <p:cNvCxnSpPr>
            <a:cxnSpLocks/>
          </p:cNvCxnSpPr>
          <p:nvPr/>
        </p:nvCxnSpPr>
        <p:spPr>
          <a:xfrm>
            <a:off x="8318622" y="2430030"/>
            <a:ext cx="1839917" cy="643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137" name="图形 136">
            <a:extLst>
              <a:ext uri="{FF2B5EF4-FFF2-40B4-BE49-F238E27FC236}">
                <a16:creationId xmlns:a16="http://schemas.microsoft.com/office/drawing/2014/main" id="{2CD1FC91-E821-2539-C606-9D9A33A055EB}"/>
              </a:ext>
            </a:extLst>
          </p:cNvPr>
          <p:cNvPicPr>
            <a:picLocks noChangeAspect="1"/>
          </p:cNvPicPr>
          <p:nvPr/>
        </p:nvPicPr>
        <p:blipFill>
          <a:blip r:embed="rId23">
            <a:extLst>
              <a:ext uri="{28A0092B-C50C-407E-A947-70E740481C1C}">
                <a14:useLocalDpi xmlns:a14="http://schemas.microsoft.com/office/drawing/2010/main" val="0"/>
              </a:ext>
              <a:ext uri="{96DAC541-7B7A-43D3-8B79-37D633B846F1}">
                <asvg:svgBlip xmlns:asvg="http://schemas.microsoft.com/office/drawing/2016/SVG/main" r:embed="rId24"/>
              </a:ext>
            </a:extLst>
          </a:blip>
          <a:stretch>
            <a:fillRect/>
          </a:stretch>
        </p:blipFill>
        <p:spPr>
          <a:xfrm>
            <a:off x="8388302" y="2059220"/>
            <a:ext cx="279953" cy="279953"/>
          </a:xfrm>
          <a:prstGeom prst="rect">
            <a:avLst/>
          </a:prstGeom>
        </p:spPr>
      </p:pic>
      <p:sp>
        <p:nvSpPr>
          <p:cNvPr id="138" name="文本框 137">
            <a:extLst>
              <a:ext uri="{FF2B5EF4-FFF2-40B4-BE49-F238E27FC236}">
                <a16:creationId xmlns:a16="http://schemas.microsoft.com/office/drawing/2014/main" id="{C97474F8-A383-5A02-1BAF-15B41E4FB6EA}"/>
              </a:ext>
            </a:extLst>
          </p:cNvPr>
          <p:cNvSpPr txBox="1"/>
          <p:nvPr/>
        </p:nvSpPr>
        <p:spPr>
          <a:xfrm>
            <a:off x="8482998" y="2072226"/>
            <a:ext cx="1735194" cy="276999"/>
          </a:xfrm>
          <a:prstGeom prst="rect">
            <a:avLst/>
          </a:prstGeom>
          <a:noFill/>
        </p:spPr>
        <p:txBody>
          <a:bodyPr wrap="square" rtlCol="0">
            <a:spAutoFit/>
          </a:bodyPr>
          <a:lstStyle>
            <a:defPPr>
              <a:defRPr lang="zh-CN"/>
            </a:defPPr>
            <a:lvl1pPr marL="0" algn="l" defTabSz="1123158" rtl="0" eaLnBrk="1" latinLnBrk="0" hangingPunct="1">
              <a:defRPr sz="2211" kern="1200">
                <a:solidFill>
                  <a:schemeClr val="tx1"/>
                </a:solidFill>
                <a:latin typeface="+mn-lt"/>
                <a:ea typeface="+mn-ea"/>
                <a:cs typeface="+mn-cs"/>
              </a:defRPr>
            </a:lvl1pPr>
            <a:lvl2pPr marL="561579" algn="l" defTabSz="1123158" rtl="0" eaLnBrk="1" latinLnBrk="0" hangingPunct="1">
              <a:defRPr sz="2211" kern="1200">
                <a:solidFill>
                  <a:schemeClr val="tx1"/>
                </a:solidFill>
                <a:latin typeface="+mn-lt"/>
                <a:ea typeface="+mn-ea"/>
                <a:cs typeface="+mn-cs"/>
              </a:defRPr>
            </a:lvl2pPr>
            <a:lvl3pPr marL="1123158" algn="l" defTabSz="1123158" rtl="0" eaLnBrk="1" latinLnBrk="0" hangingPunct="1">
              <a:defRPr sz="2211" kern="1200">
                <a:solidFill>
                  <a:schemeClr val="tx1"/>
                </a:solidFill>
                <a:latin typeface="+mn-lt"/>
                <a:ea typeface="+mn-ea"/>
                <a:cs typeface="+mn-cs"/>
              </a:defRPr>
            </a:lvl3pPr>
            <a:lvl4pPr marL="1684736" algn="l" defTabSz="1123158" rtl="0" eaLnBrk="1" latinLnBrk="0" hangingPunct="1">
              <a:defRPr sz="2211" kern="1200">
                <a:solidFill>
                  <a:schemeClr val="tx1"/>
                </a:solidFill>
                <a:latin typeface="+mn-lt"/>
                <a:ea typeface="+mn-ea"/>
                <a:cs typeface="+mn-cs"/>
              </a:defRPr>
            </a:lvl4pPr>
            <a:lvl5pPr marL="2246315" algn="l" defTabSz="1123158" rtl="0" eaLnBrk="1" latinLnBrk="0" hangingPunct="1">
              <a:defRPr sz="2211" kern="1200">
                <a:solidFill>
                  <a:schemeClr val="tx1"/>
                </a:solidFill>
                <a:latin typeface="+mn-lt"/>
                <a:ea typeface="+mn-ea"/>
                <a:cs typeface="+mn-cs"/>
              </a:defRPr>
            </a:lvl5pPr>
            <a:lvl6pPr marL="2807894" algn="l" defTabSz="1123158" rtl="0" eaLnBrk="1" latinLnBrk="0" hangingPunct="1">
              <a:defRPr sz="2211" kern="1200">
                <a:solidFill>
                  <a:schemeClr val="tx1"/>
                </a:solidFill>
                <a:latin typeface="+mn-lt"/>
                <a:ea typeface="+mn-ea"/>
                <a:cs typeface="+mn-cs"/>
              </a:defRPr>
            </a:lvl6pPr>
            <a:lvl7pPr marL="3369473" algn="l" defTabSz="1123158" rtl="0" eaLnBrk="1" latinLnBrk="0" hangingPunct="1">
              <a:defRPr sz="2211" kern="1200">
                <a:solidFill>
                  <a:schemeClr val="tx1"/>
                </a:solidFill>
                <a:latin typeface="+mn-lt"/>
                <a:ea typeface="+mn-ea"/>
                <a:cs typeface="+mn-cs"/>
              </a:defRPr>
            </a:lvl7pPr>
            <a:lvl8pPr marL="3931051" algn="l" defTabSz="1123158" rtl="0" eaLnBrk="1" latinLnBrk="0" hangingPunct="1">
              <a:defRPr sz="2211" kern="1200">
                <a:solidFill>
                  <a:schemeClr val="tx1"/>
                </a:solidFill>
                <a:latin typeface="+mn-lt"/>
                <a:ea typeface="+mn-ea"/>
                <a:cs typeface="+mn-cs"/>
              </a:defRPr>
            </a:lvl8pPr>
            <a:lvl9pPr marL="4492630" algn="l" defTabSz="1123158" rtl="0" eaLnBrk="1" latinLnBrk="0" hangingPunct="1">
              <a:defRPr sz="2211" kern="1200">
                <a:solidFill>
                  <a:schemeClr val="tx1"/>
                </a:solidFill>
                <a:latin typeface="+mn-lt"/>
                <a:ea typeface="+mn-ea"/>
                <a:cs typeface="+mn-cs"/>
              </a:defRPr>
            </a:lvl9pPr>
          </a:lstStyle>
          <a:p>
            <a:pPr algn="ctr"/>
            <a:r>
              <a:rPr lang="en-US" altLang="zh-CN" sz="1200" dirty="0">
                <a:latin typeface="微软雅黑" panose="020B0503020204020204" pitchFamily="34" charset="-122"/>
                <a:ea typeface="微软雅黑" panose="020B0503020204020204" pitchFamily="34" charset="-122"/>
              </a:rPr>
              <a:t>Attribute</a:t>
            </a:r>
            <a:r>
              <a:rPr lang="zh-CN" altLang="en-US" sz="1200" dirty="0">
                <a:latin typeface="微软雅黑" panose="020B0503020204020204" pitchFamily="34" charset="-122"/>
                <a:ea typeface="微软雅黑" panose="020B0503020204020204" pitchFamily="34" charset="-122"/>
              </a:rPr>
              <a:t> </a:t>
            </a:r>
            <a:r>
              <a:rPr lang="en-US" altLang="zh-CN" sz="1200" dirty="0">
                <a:latin typeface="微软雅黑" panose="020B0503020204020204" pitchFamily="34" charset="-122"/>
                <a:ea typeface="微软雅黑" panose="020B0503020204020204" pitchFamily="34" charset="-122"/>
              </a:rPr>
              <a:t>Filtering</a:t>
            </a:r>
          </a:p>
        </p:txBody>
      </p:sp>
      <p:sp>
        <p:nvSpPr>
          <p:cNvPr id="142" name="文本框 141">
            <a:extLst>
              <a:ext uri="{FF2B5EF4-FFF2-40B4-BE49-F238E27FC236}">
                <a16:creationId xmlns:a16="http://schemas.microsoft.com/office/drawing/2014/main" id="{BC9D3E85-7D02-A713-16FA-451BF2EA23A6}"/>
              </a:ext>
            </a:extLst>
          </p:cNvPr>
          <p:cNvSpPr txBox="1"/>
          <p:nvPr/>
        </p:nvSpPr>
        <p:spPr>
          <a:xfrm>
            <a:off x="8424936" y="2493403"/>
            <a:ext cx="1801911" cy="276999"/>
          </a:xfrm>
          <a:prstGeom prst="rect">
            <a:avLst/>
          </a:prstGeom>
          <a:noFill/>
        </p:spPr>
        <p:txBody>
          <a:bodyPr wrap="square" rtlCol="0">
            <a:spAutoFit/>
          </a:bodyPr>
          <a:lstStyle>
            <a:defPPr>
              <a:defRPr lang="zh-CN"/>
            </a:defPPr>
            <a:lvl1pPr marL="0" algn="l" defTabSz="1123158" rtl="0" eaLnBrk="1" latinLnBrk="0" hangingPunct="1">
              <a:defRPr sz="2211" kern="1200">
                <a:solidFill>
                  <a:schemeClr val="tx1"/>
                </a:solidFill>
                <a:latin typeface="+mn-lt"/>
                <a:ea typeface="+mn-ea"/>
                <a:cs typeface="+mn-cs"/>
              </a:defRPr>
            </a:lvl1pPr>
            <a:lvl2pPr marL="561579" algn="l" defTabSz="1123158" rtl="0" eaLnBrk="1" latinLnBrk="0" hangingPunct="1">
              <a:defRPr sz="2211" kern="1200">
                <a:solidFill>
                  <a:schemeClr val="tx1"/>
                </a:solidFill>
                <a:latin typeface="+mn-lt"/>
                <a:ea typeface="+mn-ea"/>
                <a:cs typeface="+mn-cs"/>
              </a:defRPr>
            </a:lvl2pPr>
            <a:lvl3pPr marL="1123158" algn="l" defTabSz="1123158" rtl="0" eaLnBrk="1" latinLnBrk="0" hangingPunct="1">
              <a:defRPr sz="2211" kern="1200">
                <a:solidFill>
                  <a:schemeClr val="tx1"/>
                </a:solidFill>
                <a:latin typeface="+mn-lt"/>
                <a:ea typeface="+mn-ea"/>
                <a:cs typeface="+mn-cs"/>
              </a:defRPr>
            </a:lvl3pPr>
            <a:lvl4pPr marL="1684736" algn="l" defTabSz="1123158" rtl="0" eaLnBrk="1" latinLnBrk="0" hangingPunct="1">
              <a:defRPr sz="2211" kern="1200">
                <a:solidFill>
                  <a:schemeClr val="tx1"/>
                </a:solidFill>
                <a:latin typeface="+mn-lt"/>
                <a:ea typeface="+mn-ea"/>
                <a:cs typeface="+mn-cs"/>
              </a:defRPr>
            </a:lvl4pPr>
            <a:lvl5pPr marL="2246315" algn="l" defTabSz="1123158" rtl="0" eaLnBrk="1" latinLnBrk="0" hangingPunct="1">
              <a:defRPr sz="2211" kern="1200">
                <a:solidFill>
                  <a:schemeClr val="tx1"/>
                </a:solidFill>
                <a:latin typeface="+mn-lt"/>
                <a:ea typeface="+mn-ea"/>
                <a:cs typeface="+mn-cs"/>
              </a:defRPr>
            </a:lvl5pPr>
            <a:lvl6pPr marL="2807894" algn="l" defTabSz="1123158" rtl="0" eaLnBrk="1" latinLnBrk="0" hangingPunct="1">
              <a:defRPr sz="2211" kern="1200">
                <a:solidFill>
                  <a:schemeClr val="tx1"/>
                </a:solidFill>
                <a:latin typeface="+mn-lt"/>
                <a:ea typeface="+mn-ea"/>
                <a:cs typeface="+mn-cs"/>
              </a:defRPr>
            </a:lvl6pPr>
            <a:lvl7pPr marL="3369473" algn="l" defTabSz="1123158" rtl="0" eaLnBrk="1" latinLnBrk="0" hangingPunct="1">
              <a:defRPr sz="2211" kern="1200">
                <a:solidFill>
                  <a:schemeClr val="tx1"/>
                </a:solidFill>
                <a:latin typeface="+mn-lt"/>
                <a:ea typeface="+mn-ea"/>
                <a:cs typeface="+mn-cs"/>
              </a:defRPr>
            </a:lvl7pPr>
            <a:lvl8pPr marL="3931051" algn="l" defTabSz="1123158" rtl="0" eaLnBrk="1" latinLnBrk="0" hangingPunct="1">
              <a:defRPr sz="2211" kern="1200">
                <a:solidFill>
                  <a:schemeClr val="tx1"/>
                </a:solidFill>
                <a:latin typeface="+mn-lt"/>
                <a:ea typeface="+mn-ea"/>
                <a:cs typeface="+mn-cs"/>
              </a:defRPr>
            </a:lvl8pPr>
            <a:lvl9pPr marL="4492630" algn="l" defTabSz="1123158" rtl="0" eaLnBrk="1" latinLnBrk="0" hangingPunct="1">
              <a:defRPr sz="2211" kern="1200">
                <a:solidFill>
                  <a:schemeClr val="tx1"/>
                </a:solidFill>
                <a:latin typeface="+mn-lt"/>
                <a:ea typeface="+mn-ea"/>
                <a:cs typeface="+mn-cs"/>
              </a:defRPr>
            </a:lvl9pPr>
          </a:lstStyle>
          <a:p>
            <a:pPr algn="ctr"/>
            <a:r>
              <a:rPr lang="en-US" altLang="zh-CN" sz="1200" dirty="0">
                <a:latin typeface="微软雅黑" panose="020B0503020204020204" pitchFamily="34" charset="-122"/>
                <a:ea typeface="微软雅黑" panose="020B0503020204020204" pitchFamily="34" charset="-122"/>
              </a:rPr>
              <a:t>With</a:t>
            </a:r>
            <a:r>
              <a:rPr lang="zh-CN" altLang="en-US" sz="1200" dirty="0">
                <a:latin typeface="微软雅黑" panose="020B0503020204020204" pitchFamily="34" charset="-122"/>
                <a:ea typeface="微软雅黑" panose="020B0503020204020204" pitchFamily="34" charset="-122"/>
              </a:rPr>
              <a:t> </a:t>
            </a:r>
            <a:r>
              <a:rPr lang="en-US" altLang="zh-CN" sz="1200" dirty="0">
                <a:latin typeface="微软雅黑" panose="020B0503020204020204" pitchFamily="34" charset="-122"/>
                <a:ea typeface="微软雅黑" panose="020B0503020204020204" pitchFamily="34" charset="-122"/>
              </a:rPr>
              <a:t>Related</a:t>
            </a:r>
            <a:r>
              <a:rPr lang="zh-CN" altLang="en-US" sz="1200" dirty="0">
                <a:latin typeface="微软雅黑" panose="020B0503020204020204" pitchFamily="34" charset="-122"/>
                <a:ea typeface="微软雅黑" panose="020B0503020204020204" pitchFamily="34" charset="-122"/>
              </a:rPr>
              <a:t> </a:t>
            </a:r>
            <a:r>
              <a:rPr lang="en-US" altLang="zh-CN" sz="1200" dirty="0">
                <a:latin typeface="微软雅黑" panose="020B0503020204020204" pitchFamily="34" charset="-122"/>
                <a:ea typeface="微软雅黑" panose="020B0503020204020204" pitchFamily="34" charset="-122"/>
              </a:rPr>
              <a:t>Issues</a:t>
            </a:r>
            <a:endParaRPr lang="zh-CN" altLang="en-US" sz="1200" dirty="0">
              <a:latin typeface="微软雅黑" panose="020B0503020204020204" pitchFamily="34" charset="-122"/>
              <a:ea typeface="微软雅黑" panose="020B0503020204020204" pitchFamily="34" charset="-122"/>
            </a:endParaRPr>
          </a:p>
        </p:txBody>
      </p:sp>
      <p:sp>
        <p:nvSpPr>
          <p:cNvPr id="143" name="文本框 142">
            <a:extLst>
              <a:ext uri="{FF2B5EF4-FFF2-40B4-BE49-F238E27FC236}">
                <a16:creationId xmlns:a16="http://schemas.microsoft.com/office/drawing/2014/main" id="{0F9E494D-9BE1-2374-D72A-2BF6BABC7709}"/>
              </a:ext>
            </a:extLst>
          </p:cNvPr>
          <p:cNvSpPr txBox="1"/>
          <p:nvPr/>
        </p:nvSpPr>
        <p:spPr>
          <a:xfrm>
            <a:off x="8442421" y="2755752"/>
            <a:ext cx="1801911" cy="276999"/>
          </a:xfrm>
          <a:prstGeom prst="rect">
            <a:avLst/>
          </a:prstGeom>
          <a:noFill/>
        </p:spPr>
        <p:txBody>
          <a:bodyPr wrap="square" rtlCol="0">
            <a:spAutoFit/>
          </a:bodyPr>
          <a:lstStyle>
            <a:defPPr>
              <a:defRPr lang="zh-CN"/>
            </a:defPPr>
            <a:lvl1pPr marL="0" algn="l" defTabSz="1123158" rtl="0" eaLnBrk="1" latinLnBrk="0" hangingPunct="1">
              <a:defRPr sz="2211" kern="1200">
                <a:solidFill>
                  <a:schemeClr val="tx1"/>
                </a:solidFill>
                <a:latin typeface="+mn-lt"/>
                <a:ea typeface="+mn-ea"/>
                <a:cs typeface="+mn-cs"/>
              </a:defRPr>
            </a:lvl1pPr>
            <a:lvl2pPr marL="561579" algn="l" defTabSz="1123158" rtl="0" eaLnBrk="1" latinLnBrk="0" hangingPunct="1">
              <a:defRPr sz="2211" kern="1200">
                <a:solidFill>
                  <a:schemeClr val="tx1"/>
                </a:solidFill>
                <a:latin typeface="+mn-lt"/>
                <a:ea typeface="+mn-ea"/>
                <a:cs typeface="+mn-cs"/>
              </a:defRPr>
            </a:lvl2pPr>
            <a:lvl3pPr marL="1123158" algn="l" defTabSz="1123158" rtl="0" eaLnBrk="1" latinLnBrk="0" hangingPunct="1">
              <a:defRPr sz="2211" kern="1200">
                <a:solidFill>
                  <a:schemeClr val="tx1"/>
                </a:solidFill>
                <a:latin typeface="+mn-lt"/>
                <a:ea typeface="+mn-ea"/>
                <a:cs typeface="+mn-cs"/>
              </a:defRPr>
            </a:lvl3pPr>
            <a:lvl4pPr marL="1684736" algn="l" defTabSz="1123158" rtl="0" eaLnBrk="1" latinLnBrk="0" hangingPunct="1">
              <a:defRPr sz="2211" kern="1200">
                <a:solidFill>
                  <a:schemeClr val="tx1"/>
                </a:solidFill>
                <a:latin typeface="+mn-lt"/>
                <a:ea typeface="+mn-ea"/>
                <a:cs typeface="+mn-cs"/>
              </a:defRPr>
            </a:lvl4pPr>
            <a:lvl5pPr marL="2246315" algn="l" defTabSz="1123158" rtl="0" eaLnBrk="1" latinLnBrk="0" hangingPunct="1">
              <a:defRPr sz="2211" kern="1200">
                <a:solidFill>
                  <a:schemeClr val="tx1"/>
                </a:solidFill>
                <a:latin typeface="+mn-lt"/>
                <a:ea typeface="+mn-ea"/>
                <a:cs typeface="+mn-cs"/>
              </a:defRPr>
            </a:lvl5pPr>
            <a:lvl6pPr marL="2807894" algn="l" defTabSz="1123158" rtl="0" eaLnBrk="1" latinLnBrk="0" hangingPunct="1">
              <a:defRPr sz="2211" kern="1200">
                <a:solidFill>
                  <a:schemeClr val="tx1"/>
                </a:solidFill>
                <a:latin typeface="+mn-lt"/>
                <a:ea typeface="+mn-ea"/>
                <a:cs typeface="+mn-cs"/>
              </a:defRPr>
            </a:lvl6pPr>
            <a:lvl7pPr marL="3369473" algn="l" defTabSz="1123158" rtl="0" eaLnBrk="1" latinLnBrk="0" hangingPunct="1">
              <a:defRPr sz="2211" kern="1200">
                <a:solidFill>
                  <a:schemeClr val="tx1"/>
                </a:solidFill>
                <a:latin typeface="+mn-lt"/>
                <a:ea typeface="+mn-ea"/>
                <a:cs typeface="+mn-cs"/>
              </a:defRPr>
            </a:lvl7pPr>
            <a:lvl8pPr marL="3931051" algn="l" defTabSz="1123158" rtl="0" eaLnBrk="1" latinLnBrk="0" hangingPunct="1">
              <a:defRPr sz="2211" kern="1200">
                <a:solidFill>
                  <a:schemeClr val="tx1"/>
                </a:solidFill>
                <a:latin typeface="+mn-lt"/>
                <a:ea typeface="+mn-ea"/>
                <a:cs typeface="+mn-cs"/>
              </a:defRPr>
            </a:lvl8pPr>
            <a:lvl9pPr marL="4492630" algn="l" defTabSz="1123158" rtl="0" eaLnBrk="1" latinLnBrk="0" hangingPunct="1">
              <a:defRPr sz="2211" kern="1200">
                <a:solidFill>
                  <a:schemeClr val="tx1"/>
                </a:solidFill>
                <a:latin typeface="+mn-lt"/>
                <a:ea typeface="+mn-ea"/>
                <a:cs typeface="+mn-cs"/>
              </a:defRPr>
            </a:lvl9pPr>
          </a:lstStyle>
          <a:p>
            <a:pPr algn="ctr"/>
            <a:r>
              <a:rPr lang="en-US" altLang="zh-CN" sz="1200" dirty="0">
                <a:latin typeface="微软雅黑" panose="020B0503020204020204" pitchFamily="34" charset="-122"/>
                <a:ea typeface="微软雅黑" panose="020B0503020204020204" pitchFamily="34" charset="-122"/>
              </a:rPr>
              <a:t>With</a:t>
            </a:r>
            <a:r>
              <a:rPr lang="zh-CN" altLang="en-US" sz="1200" dirty="0">
                <a:latin typeface="微软雅黑" panose="020B0503020204020204" pitchFamily="34" charset="-122"/>
                <a:ea typeface="微软雅黑" panose="020B0503020204020204" pitchFamily="34" charset="-122"/>
              </a:rPr>
              <a:t> </a:t>
            </a:r>
            <a:r>
              <a:rPr lang="en-US" altLang="zh-CN" sz="1200" dirty="0">
                <a:latin typeface="微软雅黑" panose="020B0503020204020204" pitchFamily="34" charset="-122"/>
                <a:ea typeface="微软雅黑" panose="020B0503020204020204" pitchFamily="34" charset="-122"/>
              </a:rPr>
              <a:t>Changed Tests </a:t>
            </a:r>
            <a:endParaRPr lang="zh-CN" altLang="en-US" sz="1200" dirty="0">
              <a:latin typeface="微软雅黑" panose="020B0503020204020204" pitchFamily="34" charset="-122"/>
              <a:ea typeface="微软雅黑" panose="020B0503020204020204" pitchFamily="34" charset="-122"/>
            </a:endParaRPr>
          </a:p>
        </p:txBody>
      </p:sp>
      <p:pic>
        <p:nvPicPr>
          <p:cNvPr id="144" name="图片 143">
            <a:extLst>
              <a:ext uri="{FF2B5EF4-FFF2-40B4-BE49-F238E27FC236}">
                <a16:creationId xmlns:a16="http://schemas.microsoft.com/office/drawing/2014/main" id="{7226F934-94AC-4ED5-B8C8-A631EC31A02D}"/>
              </a:ext>
            </a:extLst>
          </p:cNvPr>
          <p:cNvPicPr>
            <a:picLocks noChangeAspect="1"/>
          </p:cNvPicPr>
          <p:nvPr/>
        </p:nvPicPr>
        <p:blipFill>
          <a:blip r:embed="rId25"/>
          <a:stretch>
            <a:fillRect/>
          </a:stretch>
        </p:blipFill>
        <p:spPr>
          <a:xfrm>
            <a:off x="8395270" y="2520483"/>
            <a:ext cx="189719" cy="189719"/>
          </a:xfrm>
          <a:prstGeom prst="rect">
            <a:avLst/>
          </a:prstGeom>
        </p:spPr>
      </p:pic>
      <p:pic>
        <p:nvPicPr>
          <p:cNvPr id="145" name="图片 144">
            <a:extLst>
              <a:ext uri="{FF2B5EF4-FFF2-40B4-BE49-F238E27FC236}">
                <a16:creationId xmlns:a16="http://schemas.microsoft.com/office/drawing/2014/main" id="{202A6F23-BC28-121C-079B-14F19F1962CC}"/>
              </a:ext>
            </a:extLst>
          </p:cNvPr>
          <p:cNvPicPr>
            <a:picLocks noChangeAspect="1"/>
          </p:cNvPicPr>
          <p:nvPr/>
        </p:nvPicPr>
        <p:blipFill>
          <a:blip r:embed="rId25"/>
          <a:stretch>
            <a:fillRect/>
          </a:stretch>
        </p:blipFill>
        <p:spPr>
          <a:xfrm>
            <a:off x="8395270" y="2767951"/>
            <a:ext cx="187971" cy="187971"/>
          </a:xfrm>
          <a:prstGeom prst="rect">
            <a:avLst/>
          </a:prstGeom>
        </p:spPr>
      </p:pic>
      <p:sp>
        <p:nvSpPr>
          <p:cNvPr id="147" name="圆角矩形 146">
            <a:extLst>
              <a:ext uri="{FF2B5EF4-FFF2-40B4-BE49-F238E27FC236}">
                <a16:creationId xmlns:a16="http://schemas.microsoft.com/office/drawing/2014/main" id="{2BE41463-66A7-0992-9FBD-0A32C7763644}"/>
              </a:ext>
            </a:extLst>
          </p:cNvPr>
          <p:cNvSpPr/>
          <p:nvPr/>
        </p:nvSpPr>
        <p:spPr>
          <a:xfrm>
            <a:off x="10137271" y="1885788"/>
            <a:ext cx="917457" cy="1132179"/>
          </a:xfrm>
          <a:prstGeom prst="roundRect">
            <a:avLst>
              <a:gd name="adj" fmla="val 1435"/>
            </a:avLst>
          </a:prstGeom>
          <a:noFill/>
          <a:ln w="19050">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48" name="文本框 147">
            <a:extLst>
              <a:ext uri="{FF2B5EF4-FFF2-40B4-BE49-F238E27FC236}">
                <a16:creationId xmlns:a16="http://schemas.microsoft.com/office/drawing/2014/main" id="{663C8C93-00AC-7579-5B76-0D1F709C6998}"/>
              </a:ext>
            </a:extLst>
          </p:cNvPr>
          <p:cNvSpPr txBox="1"/>
          <p:nvPr/>
        </p:nvSpPr>
        <p:spPr>
          <a:xfrm>
            <a:off x="10012409" y="1418040"/>
            <a:ext cx="1149758" cy="461665"/>
          </a:xfrm>
          <a:prstGeom prst="rect">
            <a:avLst/>
          </a:prstGeom>
          <a:noFill/>
        </p:spPr>
        <p:txBody>
          <a:bodyPr wrap="square" rtlCol="0">
            <a:spAutoFit/>
          </a:bodyPr>
          <a:lstStyle>
            <a:defPPr>
              <a:defRPr lang="zh-CN"/>
            </a:defPPr>
            <a:lvl1pPr marL="0" algn="l" defTabSz="1123158" rtl="0" eaLnBrk="1" latinLnBrk="0" hangingPunct="1">
              <a:defRPr sz="2211" kern="1200">
                <a:solidFill>
                  <a:schemeClr val="tx1"/>
                </a:solidFill>
                <a:latin typeface="+mn-lt"/>
                <a:ea typeface="+mn-ea"/>
                <a:cs typeface="+mn-cs"/>
              </a:defRPr>
            </a:lvl1pPr>
            <a:lvl2pPr marL="561579" algn="l" defTabSz="1123158" rtl="0" eaLnBrk="1" latinLnBrk="0" hangingPunct="1">
              <a:defRPr sz="2211" kern="1200">
                <a:solidFill>
                  <a:schemeClr val="tx1"/>
                </a:solidFill>
                <a:latin typeface="+mn-lt"/>
                <a:ea typeface="+mn-ea"/>
                <a:cs typeface="+mn-cs"/>
              </a:defRPr>
            </a:lvl2pPr>
            <a:lvl3pPr marL="1123158" algn="l" defTabSz="1123158" rtl="0" eaLnBrk="1" latinLnBrk="0" hangingPunct="1">
              <a:defRPr sz="2211" kern="1200">
                <a:solidFill>
                  <a:schemeClr val="tx1"/>
                </a:solidFill>
                <a:latin typeface="+mn-lt"/>
                <a:ea typeface="+mn-ea"/>
                <a:cs typeface="+mn-cs"/>
              </a:defRPr>
            </a:lvl3pPr>
            <a:lvl4pPr marL="1684736" algn="l" defTabSz="1123158" rtl="0" eaLnBrk="1" latinLnBrk="0" hangingPunct="1">
              <a:defRPr sz="2211" kern="1200">
                <a:solidFill>
                  <a:schemeClr val="tx1"/>
                </a:solidFill>
                <a:latin typeface="+mn-lt"/>
                <a:ea typeface="+mn-ea"/>
                <a:cs typeface="+mn-cs"/>
              </a:defRPr>
            </a:lvl4pPr>
            <a:lvl5pPr marL="2246315" algn="l" defTabSz="1123158" rtl="0" eaLnBrk="1" latinLnBrk="0" hangingPunct="1">
              <a:defRPr sz="2211" kern="1200">
                <a:solidFill>
                  <a:schemeClr val="tx1"/>
                </a:solidFill>
                <a:latin typeface="+mn-lt"/>
                <a:ea typeface="+mn-ea"/>
                <a:cs typeface="+mn-cs"/>
              </a:defRPr>
            </a:lvl5pPr>
            <a:lvl6pPr marL="2807894" algn="l" defTabSz="1123158" rtl="0" eaLnBrk="1" latinLnBrk="0" hangingPunct="1">
              <a:defRPr sz="2211" kern="1200">
                <a:solidFill>
                  <a:schemeClr val="tx1"/>
                </a:solidFill>
                <a:latin typeface="+mn-lt"/>
                <a:ea typeface="+mn-ea"/>
                <a:cs typeface="+mn-cs"/>
              </a:defRPr>
            </a:lvl6pPr>
            <a:lvl7pPr marL="3369473" algn="l" defTabSz="1123158" rtl="0" eaLnBrk="1" latinLnBrk="0" hangingPunct="1">
              <a:defRPr sz="2211" kern="1200">
                <a:solidFill>
                  <a:schemeClr val="tx1"/>
                </a:solidFill>
                <a:latin typeface="+mn-lt"/>
                <a:ea typeface="+mn-ea"/>
                <a:cs typeface="+mn-cs"/>
              </a:defRPr>
            </a:lvl7pPr>
            <a:lvl8pPr marL="3931051" algn="l" defTabSz="1123158" rtl="0" eaLnBrk="1" latinLnBrk="0" hangingPunct="1">
              <a:defRPr sz="2211" kern="1200">
                <a:solidFill>
                  <a:schemeClr val="tx1"/>
                </a:solidFill>
                <a:latin typeface="+mn-lt"/>
                <a:ea typeface="+mn-ea"/>
                <a:cs typeface="+mn-cs"/>
              </a:defRPr>
            </a:lvl8pPr>
            <a:lvl9pPr marL="4492630" algn="l" defTabSz="1123158" rtl="0" eaLnBrk="1" latinLnBrk="0" hangingPunct="1">
              <a:defRPr sz="2211" kern="1200">
                <a:solidFill>
                  <a:schemeClr val="tx1"/>
                </a:solidFill>
                <a:latin typeface="+mn-lt"/>
                <a:ea typeface="+mn-ea"/>
                <a:cs typeface="+mn-cs"/>
              </a:defRPr>
            </a:lvl9pPr>
          </a:lstStyle>
          <a:p>
            <a:pPr algn="ctr"/>
            <a:r>
              <a:rPr lang="en-US" altLang="zh-CN" sz="1200" dirty="0">
                <a:latin typeface="微软雅黑" panose="020B0503020204020204" pitchFamily="34" charset="-122"/>
                <a:ea typeface="微软雅黑" panose="020B0503020204020204" pitchFamily="34" charset="-122"/>
              </a:rPr>
              <a:t>Filtered </a:t>
            </a:r>
          </a:p>
          <a:p>
            <a:pPr algn="ctr"/>
            <a:r>
              <a:rPr lang="en-US" altLang="zh-CN" sz="1200" dirty="0">
                <a:latin typeface="微软雅黑" panose="020B0503020204020204" pitchFamily="34" charset="-122"/>
                <a:ea typeface="微软雅黑" panose="020B0503020204020204" pitchFamily="34" charset="-122"/>
              </a:rPr>
              <a:t>PRs data</a:t>
            </a:r>
            <a:endParaRPr lang="zh-CN" altLang="en-US" sz="1200" dirty="0">
              <a:latin typeface="微软雅黑" panose="020B0503020204020204" pitchFamily="34" charset="-122"/>
              <a:ea typeface="微软雅黑" panose="020B0503020204020204" pitchFamily="34" charset="-122"/>
            </a:endParaRPr>
          </a:p>
        </p:txBody>
      </p:sp>
      <p:pic>
        <p:nvPicPr>
          <p:cNvPr id="149" name="图形 148">
            <a:extLst>
              <a:ext uri="{FF2B5EF4-FFF2-40B4-BE49-F238E27FC236}">
                <a16:creationId xmlns:a16="http://schemas.microsoft.com/office/drawing/2014/main" id="{E20E6248-50E4-F064-4C20-2D69A8511AFC}"/>
              </a:ext>
            </a:extLst>
          </p:cNvPr>
          <p:cNvPicPr>
            <a:picLocks noChangeAspect="1"/>
          </p:cNvPicPr>
          <p:nvPr/>
        </p:nvPicPr>
        <p:blipFill>
          <a:blip r:embed="rId26">
            <a:extLst>
              <a:ext uri="{28A0092B-C50C-407E-A947-70E740481C1C}">
                <a14:useLocalDpi xmlns:a14="http://schemas.microsoft.com/office/drawing/2010/main" val="0"/>
              </a:ext>
              <a:ext uri="{96DAC541-7B7A-43D3-8B79-37D633B846F1}">
                <asvg:svgBlip xmlns:asvg="http://schemas.microsoft.com/office/drawing/2016/SVG/main" r:embed="rId27"/>
              </a:ext>
            </a:extLst>
          </a:blip>
          <a:stretch>
            <a:fillRect/>
          </a:stretch>
        </p:blipFill>
        <p:spPr>
          <a:xfrm>
            <a:off x="10269434" y="2304239"/>
            <a:ext cx="688717" cy="688717"/>
          </a:xfrm>
          <a:prstGeom prst="rect">
            <a:avLst/>
          </a:prstGeom>
        </p:spPr>
      </p:pic>
      <p:sp>
        <p:nvSpPr>
          <p:cNvPr id="150" name="文本框 149">
            <a:extLst>
              <a:ext uri="{FF2B5EF4-FFF2-40B4-BE49-F238E27FC236}">
                <a16:creationId xmlns:a16="http://schemas.microsoft.com/office/drawing/2014/main" id="{157DAFD2-885F-98FB-0A1A-576DBFC4ECF6}"/>
              </a:ext>
            </a:extLst>
          </p:cNvPr>
          <p:cNvSpPr txBox="1"/>
          <p:nvPr/>
        </p:nvSpPr>
        <p:spPr>
          <a:xfrm>
            <a:off x="10158539" y="1918023"/>
            <a:ext cx="935311" cy="461665"/>
          </a:xfrm>
          <a:prstGeom prst="rect">
            <a:avLst/>
          </a:prstGeom>
          <a:noFill/>
        </p:spPr>
        <p:txBody>
          <a:bodyPr wrap="square" rtlCol="0">
            <a:spAutoFit/>
          </a:bodyPr>
          <a:lstStyle>
            <a:defPPr>
              <a:defRPr lang="zh-CN"/>
            </a:defPPr>
            <a:lvl1pPr marL="0" algn="l" defTabSz="1123158" rtl="0" eaLnBrk="1" latinLnBrk="0" hangingPunct="1">
              <a:defRPr sz="2211" kern="1200">
                <a:solidFill>
                  <a:schemeClr val="tx1"/>
                </a:solidFill>
                <a:latin typeface="+mn-lt"/>
                <a:ea typeface="+mn-ea"/>
                <a:cs typeface="+mn-cs"/>
              </a:defRPr>
            </a:lvl1pPr>
            <a:lvl2pPr marL="561579" algn="l" defTabSz="1123158" rtl="0" eaLnBrk="1" latinLnBrk="0" hangingPunct="1">
              <a:defRPr sz="2211" kern="1200">
                <a:solidFill>
                  <a:schemeClr val="tx1"/>
                </a:solidFill>
                <a:latin typeface="+mn-lt"/>
                <a:ea typeface="+mn-ea"/>
                <a:cs typeface="+mn-cs"/>
              </a:defRPr>
            </a:lvl2pPr>
            <a:lvl3pPr marL="1123158" algn="l" defTabSz="1123158" rtl="0" eaLnBrk="1" latinLnBrk="0" hangingPunct="1">
              <a:defRPr sz="2211" kern="1200">
                <a:solidFill>
                  <a:schemeClr val="tx1"/>
                </a:solidFill>
                <a:latin typeface="+mn-lt"/>
                <a:ea typeface="+mn-ea"/>
                <a:cs typeface="+mn-cs"/>
              </a:defRPr>
            </a:lvl3pPr>
            <a:lvl4pPr marL="1684736" algn="l" defTabSz="1123158" rtl="0" eaLnBrk="1" latinLnBrk="0" hangingPunct="1">
              <a:defRPr sz="2211" kern="1200">
                <a:solidFill>
                  <a:schemeClr val="tx1"/>
                </a:solidFill>
                <a:latin typeface="+mn-lt"/>
                <a:ea typeface="+mn-ea"/>
                <a:cs typeface="+mn-cs"/>
              </a:defRPr>
            </a:lvl4pPr>
            <a:lvl5pPr marL="2246315" algn="l" defTabSz="1123158" rtl="0" eaLnBrk="1" latinLnBrk="0" hangingPunct="1">
              <a:defRPr sz="2211" kern="1200">
                <a:solidFill>
                  <a:schemeClr val="tx1"/>
                </a:solidFill>
                <a:latin typeface="+mn-lt"/>
                <a:ea typeface="+mn-ea"/>
                <a:cs typeface="+mn-cs"/>
              </a:defRPr>
            </a:lvl5pPr>
            <a:lvl6pPr marL="2807894" algn="l" defTabSz="1123158" rtl="0" eaLnBrk="1" latinLnBrk="0" hangingPunct="1">
              <a:defRPr sz="2211" kern="1200">
                <a:solidFill>
                  <a:schemeClr val="tx1"/>
                </a:solidFill>
                <a:latin typeface="+mn-lt"/>
                <a:ea typeface="+mn-ea"/>
                <a:cs typeface="+mn-cs"/>
              </a:defRPr>
            </a:lvl6pPr>
            <a:lvl7pPr marL="3369473" algn="l" defTabSz="1123158" rtl="0" eaLnBrk="1" latinLnBrk="0" hangingPunct="1">
              <a:defRPr sz="2211" kern="1200">
                <a:solidFill>
                  <a:schemeClr val="tx1"/>
                </a:solidFill>
                <a:latin typeface="+mn-lt"/>
                <a:ea typeface="+mn-ea"/>
                <a:cs typeface="+mn-cs"/>
              </a:defRPr>
            </a:lvl7pPr>
            <a:lvl8pPr marL="3931051" algn="l" defTabSz="1123158" rtl="0" eaLnBrk="1" latinLnBrk="0" hangingPunct="1">
              <a:defRPr sz="2211" kern="1200">
                <a:solidFill>
                  <a:schemeClr val="tx1"/>
                </a:solidFill>
                <a:latin typeface="+mn-lt"/>
                <a:ea typeface="+mn-ea"/>
                <a:cs typeface="+mn-cs"/>
              </a:defRPr>
            </a:lvl8pPr>
            <a:lvl9pPr marL="4492630" algn="l" defTabSz="1123158" rtl="0" eaLnBrk="1" latinLnBrk="0" hangingPunct="1">
              <a:defRPr sz="2211" kern="1200">
                <a:solidFill>
                  <a:schemeClr val="tx1"/>
                </a:solidFill>
                <a:latin typeface="+mn-lt"/>
                <a:ea typeface="+mn-ea"/>
                <a:cs typeface="+mn-cs"/>
              </a:defRPr>
            </a:lvl9pPr>
          </a:lstStyle>
          <a:p>
            <a:pPr algn="ctr"/>
            <a:r>
              <a:rPr lang="en-US" altLang="zh-CN" sz="1200" dirty="0">
                <a:latin typeface="微软雅黑" panose="020B0503020204020204" pitchFamily="34" charset="-122"/>
                <a:ea typeface="微软雅黑" panose="020B0503020204020204" pitchFamily="34" charset="-122"/>
              </a:rPr>
              <a:t>Pull</a:t>
            </a:r>
            <a:br>
              <a:rPr lang="en-US" altLang="zh-CN" sz="1200" dirty="0">
                <a:latin typeface="微软雅黑" panose="020B0503020204020204" pitchFamily="34" charset="-122"/>
                <a:ea typeface="微软雅黑" panose="020B0503020204020204" pitchFamily="34" charset="-122"/>
              </a:rPr>
            </a:br>
            <a:r>
              <a:rPr lang="en-US" altLang="zh-CN" sz="1200" dirty="0">
                <a:latin typeface="微软雅黑" panose="020B0503020204020204" pitchFamily="34" charset="-122"/>
                <a:ea typeface="微软雅黑" panose="020B0503020204020204" pitchFamily="34" charset="-122"/>
              </a:rPr>
              <a:t>Requests</a:t>
            </a:r>
            <a:endParaRPr lang="zh-CN" altLang="en-US" sz="1200" dirty="0">
              <a:latin typeface="微软雅黑" panose="020B0503020204020204" pitchFamily="34" charset="-122"/>
              <a:ea typeface="微软雅黑" panose="020B0503020204020204" pitchFamily="34" charset="-122"/>
            </a:endParaRPr>
          </a:p>
        </p:txBody>
      </p:sp>
      <p:sp>
        <p:nvSpPr>
          <p:cNvPr id="164" name="圆角矩形 163">
            <a:extLst>
              <a:ext uri="{FF2B5EF4-FFF2-40B4-BE49-F238E27FC236}">
                <a16:creationId xmlns:a16="http://schemas.microsoft.com/office/drawing/2014/main" id="{3DED5107-942C-2917-6593-CD3D86BF6178}"/>
              </a:ext>
            </a:extLst>
          </p:cNvPr>
          <p:cNvSpPr/>
          <p:nvPr/>
        </p:nvSpPr>
        <p:spPr>
          <a:xfrm>
            <a:off x="1260700" y="3906873"/>
            <a:ext cx="917457" cy="1132179"/>
          </a:xfrm>
          <a:prstGeom prst="roundRect">
            <a:avLst>
              <a:gd name="adj" fmla="val 1435"/>
            </a:avLst>
          </a:prstGeom>
          <a:noFill/>
          <a:ln w="19050">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65" name="文本框 164">
            <a:extLst>
              <a:ext uri="{FF2B5EF4-FFF2-40B4-BE49-F238E27FC236}">
                <a16:creationId xmlns:a16="http://schemas.microsoft.com/office/drawing/2014/main" id="{5F7C59DD-FBB6-99D9-06E2-62EEDDAAD1AC}"/>
              </a:ext>
            </a:extLst>
          </p:cNvPr>
          <p:cNvSpPr txBox="1"/>
          <p:nvPr/>
        </p:nvSpPr>
        <p:spPr>
          <a:xfrm>
            <a:off x="1146473" y="3469600"/>
            <a:ext cx="1149758" cy="461665"/>
          </a:xfrm>
          <a:prstGeom prst="rect">
            <a:avLst/>
          </a:prstGeom>
          <a:noFill/>
        </p:spPr>
        <p:txBody>
          <a:bodyPr wrap="square" rtlCol="0">
            <a:spAutoFit/>
          </a:bodyPr>
          <a:lstStyle>
            <a:defPPr>
              <a:defRPr lang="zh-CN"/>
            </a:defPPr>
            <a:lvl1pPr marL="0" algn="l" defTabSz="1123158" rtl="0" eaLnBrk="1" latinLnBrk="0" hangingPunct="1">
              <a:defRPr sz="2211" kern="1200">
                <a:solidFill>
                  <a:schemeClr val="tx1"/>
                </a:solidFill>
                <a:latin typeface="+mn-lt"/>
                <a:ea typeface="+mn-ea"/>
                <a:cs typeface="+mn-cs"/>
              </a:defRPr>
            </a:lvl1pPr>
            <a:lvl2pPr marL="561579" algn="l" defTabSz="1123158" rtl="0" eaLnBrk="1" latinLnBrk="0" hangingPunct="1">
              <a:defRPr sz="2211" kern="1200">
                <a:solidFill>
                  <a:schemeClr val="tx1"/>
                </a:solidFill>
                <a:latin typeface="+mn-lt"/>
                <a:ea typeface="+mn-ea"/>
                <a:cs typeface="+mn-cs"/>
              </a:defRPr>
            </a:lvl2pPr>
            <a:lvl3pPr marL="1123158" algn="l" defTabSz="1123158" rtl="0" eaLnBrk="1" latinLnBrk="0" hangingPunct="1">
              <a:defRPr sz="2211" kern="1200">
                <a:solidFill>
                  <a:schemeClr val="tx1"/>
                </a:solidFill>
                <a:latin typeface="+mn-lt"/>
                <a:ea typeface="+mn-ea"/>
                <a:cs typeface="+mn-cs"/>
              </a:defRPr>
            </a:lvl3pPr>
            <a:lvl4pPr marL="1684736" algn="l" defTabSz="1123158" rtl="0" eaLnBrk="1" latinLnBrk="0" hangingPunct="1">
              <a:defRPr sz="2211" kern="1200">
                <a:solidFill>
                  <a:schemeClr val="tx1"/>
                </a:solidFill>
                <a:latin typeface="+mn-lt"/>
                <a:ea typeface="+mn-ea"/>
                <a:cs typeface="+mn-cs"/>
              </a:defRPr>
            </a:lvl4pPr>
            <a:lvl5pPr marL="2246315" algn="l" defTabSz="1123158" rtl="0" eaLnBrk="1" latinLnBrk="0" hangingPunct="1">
              <a:defRPr sz="2211" kern="1200">
                <a:solidFill>
                  <a:schemeClr val="tx1"/>
                </a:solidFill>
                <a:latin typeface="+mn-lt"/>
                <a:ea typeface="+mn-ea"/>
                <a:cs typeface="+mn-cs"/>
              </a:defRPr>
            </a:lvl5pPr>
            <a:lvl6pPr marL="2807894" algn="l" defTabSz="1123158" rtl="0" eaLnBrk="1" latinLnBrk="0" hangingPunct="1">
              <a:defRPr sz="2211" kern="1200">
                <a:solidFill>
                  <a:schemeClr val="tx1"/>
                </a:solidFill>
                <a:latin typeface="+mn-lt"/>
                <a:ea typeface="+mn-ea"/>
                <a:cs typeface="+mn-cs"/>
              </a:defRPr>
            </a:lvl6pPr>
            <a:lvl7pPr marL="3369473" algn="l" defTabSz="1123158" rtl="0" eaLnBrk="1" latinLnBrk="0" hangingPunct="1">
              <a:defRPr sz="2211" kern="1200">
                <a:solidFill>
                  <a:schemeClr val="tx1"/>
                </a:solidFill>
                <a:latin typeface="+mn-lt"/>
                <a:ea typeface="+mn-ea"/>
                <a:cs typeface="+mn-cs"/>
              </a:defRPr>
            </a:lvl7pPr>
            <a:lvl8pPr marL="3931051" algn="l" defTabSz="1123158" rtl="0" eaLnBrk="1" latinLnBrk="0" hangingPunct="1">
              <a:defRPr sz="2211" kern="1200">
                <a:solidFill>
                  <a:schemeClr val="tx1"/>
                </a:solidFill>
                <a:latin typeface="+mn-lt"/>
                <a:ea typeface="+mn-ea"/>
                <a:cs typeface="+mn-cs"/>
              </a:defRPr>
            </a:lvl8pPr>
            <a:lvl9pPr marL="4492630" algn="l" defTabSz="1123158" rtl="0" eaLnBrk="1" latinLnBrk="0" hangingPunct="1">
              <a:defRPr sz="2211" kern="1200">
                <a:solidFill>
                  <a:schemeClr val="tx1"/>
                </a:solidFill>
                <a:latin typeface="+mn-lt"/>
                <a:ea typeface="+mn-ea"/>
                <a:cs typeface="+mn-cs"/>
              </a:defRPr>
            </a:lvl9pPr>
          </a:lstStyle>
          <a:p>
            <a:pPr algn="ctr"/>
            <a:r>
              <a:rPr lang="en-US" altLang="zh-CN" sz="1200" dirty="0">
                <a:latin typeface="微软雅黑" panose="020B0503020204020204" pitchFamily="34" charset="-122"/>
                <a:ea typeface="微软雅黑" panose="020B0503020204020204" pitchFamily="34" charset="-122"/>
              </a:rPr>
              <a:t>Filtered </a:t>
            </a:r>
          </a:p>
          <a:p>
            <a:pPr algn="ctr"/>
            <a:r>
              <a:rPr lang="en-US" altLang="zh-CN" sz="1200" dirty="0">
                <a:latin typeface="微软雅黑" panose="020B0503020204020204" pitchFamily="34" charset="-122"/>
                <a:ea typeface="微软雅黑" panose="020B0503020204020204" pitchFamily="34" charset="-122"/>
              </a:rPr>
              <a:t>PR data</a:t>
            </a:r>
            <a:endParaRPr lang="zh-CN" altLang="en-US" sz="1200" dirty="0">
              <a:latin typeface="微软雅黑" panose="020B0503020204020204" pitchFamily="34" charset="-122"/>
              <a:ea typeface="微软雅黑" panose="020B0503020204020204" pitchFamily="34" charset="-122"/>
            </a:endParaRPr>
          </a:p>
        </p:txBody>
      </p:sp>
      <p:pic>
        <p:nvPicPr>
          <p:cNvPr id="166" name="图形 165">
            <a:extLst>
              <a:ext uri="{FF2B5EF4-FFF2-40B4-BE49-F238E27FC236}">
                <a16:creationId xmlns:a16="http://schemas.microsoft.com/office/drawing/2014/main" id="{80DBD7E8-9B0A-4D3D-4C58-CA3D384FC8C6}"/>
              </a:ext>
            </a:extLst>
          </p:cNvPr>
          <p:cNvPicPr>
            <a:picLocks noChangeAspect="1"/>
          </p:cNvPicPr>
          <p:nvPr/>
        </p:nvPicPr>
        <p:blipFill>
          <a:blip r:embed="rId26">
            <a:extLst>
              <a:ext uri="{28A0092B-C50C-407E-A947-70E740481C1C}">
                <a14:useLocalDpi xmlns:a14="http://schemas.microsoft.com/office/drawing/2010/main" val="0"/>
              </a:ext>
              <a:ext uri="{96DAC541-7B7A-43D3-8B79-37D633B846F1}">
                <asvg:svgBlip xmlns:asvg="http://schemas.microsoft.com/office/drawing/2016/SVG/main" r:embed="rId27"/>
              </a:ext>
            </a:extLst>
          </a:blip>
          <a:stretch>
            <a:fillRect/>
          </a:stretch>
        </p:blipFill>
        <p:spPr>
          <a:xfrm>
            <a:off x="1392863" y="4325324"/>
            <a:ext cx="688717" cy="688717"/>
          </a:xfrm>
          <a:prstGeom prst="rect">
            <a:avLst/>
          </a:prstGeom>
        </p:spPr>
      </p:pic>
      <p:sp>
        <p:nvSpPr>
          <p:cNvPr id="167" name="文本框 166">
            <a:extLst>
              <a:ext uri="{FF2B5EF4-FFF2-40B4-BE49-F238E27FC236}">
                <a16:creationId xmlns:a16="http://schemas.microsoft.com/office/drawing/2014/main" id="{ABE5F263-A159-5064-47D3-B9EE7F6B6498}"/>
              </a:ext>
            </a:extLst>
          </p:cNvPr>
          <p:cNvSpPr txBox="1"/>
          <p:nvPr/>
        </p:nvSpPr>
        <p:spPr>
          <a:xfrm>
            <a:off x="1281968" y="3939108"/>
            <a:ext cx="935311" cy="461665"/>
          </a:xfrm>
          <a:prstGeom prst="rect">
            <a:avLst/>
          </a:prstGeom>
          <a:noFill/>
        </p:spPr>
        <p:txBody>
          <a:bodyPr wrap="square" rtlCol="0">
            <a:spAutoFit/>
          </a:bodyPr>
          <a:lstStyle>
            <a:defPPr>
              <a:defRPr lang="zh-CN"/>
            </a:defPPr>
            <a:lvl1pPr marL="0" algn="l" defTabSz="1123158" rtl="0" eaLnBrk="1" latinLnBrk="0" hangingPunct="1">
              <a:defRPr sz="2211" kern="1200">
                <a:solidFill>
                  <a:schemeClr val="tx1"/>
                </a:solidFill>
                <a:latin typeface="+mn-lt"/>
                <a:ea typeface="+mn-ea"/>
                <a:cs typeface="+mn-cs"/>
              </a:defRPr>
            </a:lvl1pPr>
            <a:lvl2pPr marL="561579" algn="l" defTabSz="1123158" rtl="0" eaLnBrk="1" latinLnBrk="0" hangingPunct="1">
              <a:defRPr sz="2211" kern="1200">
                <a:solidFill>
                  <a:schemeClr val="tx1"/>
                </a:solidFill>
                <a:latin typeface="+mn-lt"/>
                <a:ea typeface="+mn-ea"/>
                <a:cs typeface="+mn-cs"/>
              </a:defRPr>
            </a:lvl2pPr>
            <a:lvl3pPr marL="1123158" algn="l" defTabSz="1123158" rtl="0" eaLnBrk="1" latinLnBrk="0" hangingPunct="1">
              <a:defRPr sz="2211" kern="1200">
                <a:solidFill>
                  <a:schemeClr val="tx1"/>
                </a:solidFill>
                <a:latin typeface="+mn-lt"/>
                <a:ea typeface="+mn-ea"/>
                <a:cs typeface="+mn-cs"/>
              </a:defRPr>
            </a:lvl3pPr>
            <a:lvl4pPr marL="1684736" algn="l" defTabSz="1123158" rtl="0" eaLnBrk="1" latinLnBrk="0" hangingPunct="1">
              <a:defRPr sz="2211" kern="1200">
                <a:solidFill>
                  <a:schemeClr val="tx1"/>
                </a:solidFill>
                <a:latin typeface="+mn-lt"/>
                <a:ea typeface="+mn-ea"/>
                <a:cs typeface="+mn-cs"/>
              </a:defRPr>
            </a:lvl4pPr>
            <a:lvl5pPr marL="2246315" algn="l" defTabSz="1123158" rtl="0" eaLnBrk="1" latinLnBrk="0" hangingPunct="1">
              <a:defRPr sz="2211" kern="1200">
                <a:solidFill>
                  <a:schemeClr val="tx1"/>
                </a:solidFill>
                <a:latin typeface="+mn-lt"/>
                <a:ea typeface="+mn-ea"/>
                <a:cs typeface="+mn-cs"/>
              </a:defRPr>
            </a:lvl5pPr>
            <a:lvl6pPr marL="2807894" algn="l" defTabSz="1123158" rtl="0" eaLnBrk="1" latinLnBrk="0" hangingPunct="1">
              <a:defRPr sz="2211" kern="1200">
                <a:solidFill>
                  <a:schemeClr val="tx1"/>
                </a:solidFill>
                <a:latin typeface="+mn-lt"/>
                <a:ea typeface="+mn-ea"/>
                <a:cs typeface="+mn-cs"/>
              </a:defRPr>
            </a:lvl6pPr>
            <a:lvl7pPr marL="3369473" algn="l" defTabSz="1123158" rtl="0" eaLnBrk="1" latinLnBrk="0" hangingPunct="1">
              <a:defRPr sz="2211" kern="1200">
                <a:solidFill>
                  <a:schemeClr val="tx1"/>
                </a:solidFill>
                <a:latin typeface="+mn-lt"/>
                <a:ea typeface="+mn-ea"/>
                <a:cs typeface="+mn-cs"/>
              </a:defRPr>
            </a:lvl7pPr>
            <a:lvl8pPr marL="3931051" algn="l" defTabSz="1123158" rtl="0" eaLnBrk="1" latinLnBrk="0" hangingPunct="1">
              <a:defRPr sz="2211" kern="1200">
                <a:solidFill>
                  <a:schemeClr val="tx1"/>
                </a:solidFill>
                <a:latin typeface="+mn-lt"/>
                <a:ea typeface="+mn-ea"/>
                <a:cs typeface="+mn-cs"/>
              </a:defRPr>
            </a:lvl8pPr>
            <a:lvl9pPr marL="4492630" algn="l" defTabSz="1123158" rtl="0" eaLnBrk="1" latinLnBrk="0" hangingPunct="1">
              <a:defRPr sz="2211" kern="1200">
                <a:solidFill>
                  <a:schemeClr val="tx1"/>
                </a:solidFill>
                <a:latin typeface="+mn-lt"/>
                <a:ea typeface="+mn-ea"/>
                <a:cs typeface="+mn-cs"/>
              </a:defRPr>
            </a:lvl9pPr>
          </a:lstStyle>
          <a:p>
            <a:pPr algn="ctr"/>
            <a:r>
              <a:rPr lang="en-US" altLang="zh-CN" sz="1200" dirty="0">
                <a:latin typeface="微软雅黑" panose="020B0503020204020204" pitchFamily="34" charset="-122"/>
                <a:ea typeface="微软雅黑" panose="020B0503020204020204" pitchFamily="34" charset="-122"/>
              </a:rPr>
              <a:t>Pull</a:t>
            </a:r>
            <a:br>
              <a:rPr lang="en-US" altLang="zh-CN" sz="1200" dirty="0">
                <a:latin typeface="微软雅黑" panose="020B0503020204020204" pitchFamily="34" charset="-122"/>
                <a:ea typeface="微软雅黑" panose="020B0503020204020204" pitchFamily="34" charset="-122"/>
              </a:rPr>
            </a:br>
            <a:r>
              <a:rPr lang="en-US" altLang="zh-CN" sz="1200" dirty="0">
                <a:latin typeface="微软雅黑" panose="020B0503020204020204" pitchFamily="34" charset="-122"/>
                <a:ea typeface="微软雅黑" panose="020B0503020204020204" pitchFamily="34" charset="-122"/>
              </a:rPr>
              <a:t>Requests</a:t>
            </a:r>
            <a:endParaRPr lang="zh-CN" altLang="en-US" sz="1200" dirty="0">
              <a:latin typeface="微软雅黑" panose="020B0503020204020204" pitchFamily="34" charset="-122"/>
              <a:ea typeface="微软雅黑" panose="020B0503020204020204" pitchFamily="34" charset="-122"/>
            </a:endParaRPr>
          </a:p>
        </p:txBody>
      </p:sp>
      <p:cxnSp>
        <p:nvCxnSpPr>
          <p:cNvPr id="170" name="直接箭头连接符 90">
            <a:extLst>
              <a:ext uri="{FF2B5EF4-FFF2-40B4-BE49-F238E27FC236}">
                <a16:creationId xmlns:a16="http://schemas.microsoft.com/office/drawing/2014/main" id="{3E5FE501-B6A3-4974-16A7-5160A562D837}"/>
              </a:ext>
            </a:extLst>
          </p:cNvPr>
          <p:cNvCxnSpPr>
            <a:cxnSpLocks/>
          </p:cNvCxnSpPr>
          <p:nvPr/>
        </p:nvCxnSpPr>
        <p:spPr>
          <a:xfrm>
            <a:off x="2206395" y="4472962"/>
            <a:ext cx="1281528"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71" name="圆角矩形 170">
            <a:extLst>
              <a:ext uri="{FF2B5EF4-FFF2-40B4-BE49-F238E27FC236}">
                <a16:creationId xmlns:a16="http://schemas.microsoft.com/office/drawing/2014/main" id="{CE1990AE-6AAE-3225-5792-8591C5B18C56}"/>
              </a:ext>
            </a:extLst>
          </p:cNvPr>
          <p:cNvSpPr/>
          <p:nvPr/>
        </p:nvSpPr>
        <p:spPr>
          <a:xfrm>
            <a:off x="3522891" y="3931884"/>
            <a:ext cx="917457" cy="1132179"/>
          </a:xfrm>
          <a:prstGeom prst="roundRect">
            <a:avLst>
              <a:gd name="adj" fmla="val 1435"/>
            </a:avLst>
          </a:prstGeom>
          <a:noFill/>
          <a:ln w="19050">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72" name="文本框 171">
            <a:extLst>
              <a:ext uri="{FF2B5EF4-FFF2-40B4-BE49-F238E27FC236}">
                <a16:creationId xmlns:a16="http://schemas.microsoft.com/office/drawing/2014/main" id="{4EB9951D-AE7F-FC95-EECD-56A2B8F5AA88}"/>
              </a:ext>
            </a:extLst>
          </p:cNvPr>
          <p:cNvSpPr txBox="1"/>
          <p:nvPr/>
        </p:nvSpPr>
        <p:spPr>
          <a:xfrm>
            <a:off x="3449189" y="3494830"/>
            <a:ext cx="1149758" cy="461665"/>
          </a:xfrm>
          <a:prstGeom prst="rect">
            <a:avLst/>
          </a:prstGeom>
          <a:noFill/>
        </p:spPr>
        <p:txBody>
          <a:bodyPr wrap="square" rtlCol="0">
            <a:spAutoFit/>
          </a:bodyPr>
          <a:lstStyle>
            <a:defPPr>
              <a:defRPr lang="zh-CN"/>
            </a:defPPr>
            <a:lvl1pPr marL="0" algn="l" defTabSz="1123158" rtl="0" eaLnBrk="1" latinLnBrk="0" hangingPunct="1">
              <a:defRPr sz="2211" kern="1200">
                <a:solidFill>
                  <a:schemeClr val="tx1"/>
                </a:solidFill>
                <a:latin typeface="+mn-lt"/>
                <a:ea typeface="+mn-ea"/>
                <a:cs typeface="+mn-cs"/>
              </a:defRPr>
            </a:lvl1pPr>
            <a:lvl2pPr marL="561579" algn="l" defTabSz="1123158" rtl="0" eaLnBrk="1" latinLnBrk="0" hangingPunct="1">
              <a:defRPr sz="2211" kern="1200">
                <a:solidFill>
                  <a:schemeClr val="tx1"/>
                </a:solidFill>
                <a:latin typeface="+mn-lt"/>
                <a:ea typeface="+mn-ea"/>
                <a:cs typeface="+mn-cs"/>
              </a:defRPr>
            </a:lvl2pPr>
            <a:lvl3pPr marL="1123158" algn="l" defTabSz="1123158" rtl="0" eaLnBrk="1" latinLnBrk="0" hangingPunct="1">
              <a:defRPr sz="2211" kern="1200">
                <a:solidFill>
                  <a:schemeClr val="tx1"/>
                </a:solidFill>
                <a:latin typeface="+mn-lt"/>
                <a:ea typeface="+mn-ea"/>
                <a:cs typeface="+mn-cs"/>
              </a:defRPr>
            </a:lvl3pPr>
            <a:lvl4pPr marL="1684736" algn="l" defTabSz="1123158" rtl="0" eaLnBrk="1" latinLnBrk="0" hangingPunct="1">
              <a:defRPr sz="2211" kern="1200">
                <a:solidFill>
                  <a:schemeClr val="tx1"/>
                </a:solidFill>
                <a:latin typeface="+mn-lt"/>
                <a:ea typeface="+mn-ea"/>
                <a:cs typeface="+mn-cs"/>
              </a:defRPr>
            </a:lvl4pPr>
            <a:lvl5pPr marL="2246315" algn="l" defTabSz="1123158" rtl="0" eaLnBrk="1" latinLnBrk="0" hangingPunct="1">
              <a:defRPr sz="2211" kern="1200">
                <a:solidFill>
                  <a:schemeClr val="tx1"/>
                </a:solidFill>
                <a:latin typeface="+mn-lt"/>
                <a:ea typeface="+mn-ea"/>
                <a:cs typeface="+mn-cs"/>
              </a:defRPr>
            </a:lvl5pPr>
            <a:lvl6pPr marL="2807894" algn="l" defTabSz="1123158" rtl="0" eaLnBrk="1" latinLnBrk="0" hangingPunct="1">
              <a:defRPr sz="2211" kern="1200">
                <a:solidFill>
                  <a:schemeClr val="tx1"/>
                </a:solidFill>
                <a:latin typeface="+mn-lt"/>
                <a:ea typeface="+mn-ea"/>
                <a:cs typeface="+mn-cs"/>
              </a:defRPr>
            </a:lvl6pPr>
            <a:lvl7pPr marL="3369473" algn="l" defTabSz="1123158" rtl="0" eaLnBrk="1" latinLnBrk="0" hangingPunct="1">
              <a:defRPr sz="2211" kern="1200">
                <a:solidFill>
                  <a:schemeClr val="tx1"/>
                </a:solidFill>
                <a:latin typeface="+mn-lt"/>
                <a:ea typeface="+mn-ea"/>
                <a:cs typeface="+mn-cs"/>
              </a:defRPr>
            </a:lvl7pPr>
            <a:lvl8pPr marL="3931051" algn="l" defTabSz="1123158" rtl="0" eaLnBrk="1" latinLnBrk="0" hangingPunct="1">
              <a:defRPr sz="2211" kern="1200">
                <a:solidFill>
                  <a:schemeClr val="tx1"/>
                </a:solidFill>
                <a:latin typeface="+mn-lt"/>
                <a:ea typeface="+mn-ea"/>
                <a:cs typeface="+mn-cs"/>
              </a:defRPr>
            </a:lvl8pPr>
            <a:lvl9pPr marL="4492630" algn="l" defTabSz="1123158" rtl="0" eaLnBrk="1" latinLnBrk="0" hangingPunct="1">
              <a:defRPr sz="2211" kern="1200">
                <a:solidFill>
                  <a:schemeClr val="tx1"/>
                </a:solidFill>
                <a:latin typeface="+mn-lt"/>
                <a:ea typeface="+mn-ea"/>
                <a:cs typeface="+mn-cs"/>
              </a:defRPr>
            </a:lvl9pPr>
          </a:lstStyle>
          <a:p>
            <a:pPr algn="ctr"/>
            <a:r>
              <a:rPr lang="en-US" altLang="zh-CN" sz="1200" dirty="0">
                <a:latin typeface="微软雅黑" panose="020B0503020204020204" pitchFamily="34" charset="-122"/>
                <a:ea typeface="微软雅黑" panose="020B0503020204020204" pitchFamily="34" charset="-122"/>
              </a:rPr>
              <a:t>Building</a:t>
            </a:r>
          </a:p>
          <a:p>
            <a:pPr algn="ctr"/>
            <a:r>
              <a:rPr lang="en-US" altLang="zh-CN" sz="1200" dirty="0">
                <a:latin typeface="微软雅黑" panose="020B0503020204020204" pitchFamily="34" charset="-122"/>
                <a:ea typeface="微软雅黑" panose="020B0503020204020204" pitchFamily="34" charset="-122"/>
              </a:rPr>
              <a:t>Instances</a:t>
            </a:r>
            <a:endParaRPr lang="zh-CN" altLang="en-US" sz="1200" dirty="0">
              <a:latin typeface="微软雅黑" panose="020B0503020204020204" pitchFamily="34" charset="-122"/>
              <a:ea typeface="微软雅黑" panose="020B0503020204020204" pitchFamily="34" charset="-122"/>
            </a:endParaRPr>
          </a:p>
        </p:txBody>
      </p:sp>
      <p:sp>
        <p:nvSpPr>
          <p:cNvPr id="174" name="文本框 173">
            <a:extLst>
              <a:ext uri="{FF2B5EF4-FFF2-40B4-BE49-F238E27FC236}">
                <a16:creationId xmlns:a16="http://schemas.microsoft.com/office/drawing/2014/main" id="{35BCD7C0-16B4-00B5-3BB5-7E3E599BD5E3}"/>
              </a:ext>
            </a:extLst>
          </p:cNvPr>
          <p:cNvSpPr txBox="1"/>
          <p:nvPr/>
        </p:nvSpPr>
        <p:spPr>
          <a:xfrm>
            <a:off x="3544159" y="3964119"/>
            <a:ext cx="935311" cy="461665"/>
          </a:xfrm>
          <a:prstGeom prst="rect">
            <a:avLst/>
          </a:prstGeom>
          <a:noFill/>
        </p:spPr>
        <p:txBody>
          <a:bodyPr wrap="square" rtlCol="0">
            <a:spAutoFit/>
          </a:bodyPr>
          <a:lstStyle>
            <a:defPPr>
              <a:defRPr lang="zh-CN"/>
            </a:defPPr>
            <a:lvl1pPr marL="0" algn="l" defTabSz="1123158" rtl="0" eaLnBrk="1" latinLnBrk="0" hangingPunct="1">
              <a:defRPr sz="2211" kern="1200">
                <a:solidFill>
                  <a:schemeClr val="tx1"/>
                </a:solidFill>
                <a:latin typeface="+mn-lt"/>
                <a:ea typeface="+mn-ea"/>
                <a:cs typeface="+mn-cs"/>
              </a:defRPr>
            </a:lvl1pPr>
            <a:lvl2pPr marL="561579" algn="l" defTabSz="1123158" rtl="0" eaLnBrk="1" latinLnBrk="0" hangingPunct="1">
              <a:defRPr sz="2211" kern="1200">
                <a:solidFill>
                  <a:schemeClr val="tx1"/>
                </a:solidFill>
                <a:latin typeface="+mn-lt"/>
                <a:ea typeface="+mn-ea"/>
                <a:cs typeface="+mn-cs"/>
              </a:defRPr>
            </a:lvl2pPr>
            <a:lvl3pPr marL="1123158" algn="l" defTabSz="1123158" rtl="0" eaLnBrk="1" latinLnBrk="0" hangingPunct="1">
              <a:defRPr sz="2211" kern="1200">
                <a:solidFill>
                  <a:schemeClr val="tx1"/>
                </a:solidFill>
                <a:latin typeface="+mn-lt"/>
                <a:ea typeface="+mn-ea"/>
                <a:cs typeface="+mn-cs"/>
              </a:defRPr>
            </a:lvl3pPr>
            <a:lvl4pPr marL="1684736" algn="l" defTabSz="1123158" rtl="0" eaLnBrk="1" latinLnBrk="0" hangingPunct="1">
              <a:defRPr sz="2211" kern="1200">
                <a:solidFill>
                  <a:schemeClr val="tx1"/>
                </a:solidFill>
                <a:latin typeface="+mn-lt"/>
                <a:ea typeface="+mn-ea"/>
                <a:cs typeface="+mn-cs"/>
              </a:defRPr>
            </a:lvl4pPr>
            <a:lvl5pPr marL="2246315" algn="l" defTabSz="1123158" rtl="0" eaLnBrk="1" latinLnBrk="0" hangingPunct="1">
              <a:defRPr sz="2211" kern="1200">
                <a:solidFill>
                  <a:schemeClr val="tx1"/>
                </a:solidFill>
                <a:latin typeface="+mn-lt"/>
                <a:ea typeface="+mn-ea"/>
                <a:cs typeface="+mn-cs"/>
              </a:defRPr>
            </a:lvl5pPr>
            <a:lvl6pPr marL="2807894" algn="l" defTabSz="1123158" rtl="0" eaLnBrk="1" latinLnBrk="0" hangingPunct="1">
              <a:defRPr sz="2211" kern="1200">
                <a:solidFill>
                  <a:schemeClr val="tx1"/>
                </a:solidFill>
                <a:latin typeface="+mn-lt"/>
                <a:ea typeface="+mn-ea"/>
                <a:cs typeface="+mn-cs"/>
              </a:defRPr>
            </a:lvl6pPr>
            <a:lvl7pPr marL="3369473" algn="l" defTabSz="1123158" rtl="0" eaLnBrk="1" latinLnBrk="0" hangingPunct="1">
              <a:defRPr sz="2211" kern="1200">
                <a:solidFill>
                  <a:schemeClr val="tx1"/>
                </a:solidFill>
                <a:latin typeface="+mn-lt"/>
                <a:ea typeface="+mn-ea"/>
                <a:cs typeface="+mn-cs"/>
              </a:defRPr>
            </a:lvl7pPr>
            <a:lvl8pPr marL="3931051" algn="l" defTabSz="1123158" rtl="0" eaLnBrk="1" latinLnBrk="0" hangingPunct="1">
              <a:defRPr sz="2211" kern="1200">
                <a:solidFill>
                  <a:schemeClr val="tx1"/>
                </a:solidFill>
                <a:latin typeface="+mn-lt"/>
                <a:ea typeface="+mn-ea"/>
                <a:cs typeface="+mn-cs"/>
              </a:defRPr>
            </a:lvl8pPr>
            <a:lvl9pPr marL="4492630" algn="l" defTabSz="1123158" rtl="0" eaLnBrk="1" latinLnBrk="0" hangingPunct="1">
              <a:defRPr sz="2211" kern="1200">
                <a:solidFill>
                  <a:schemeClr val="tx1"/>
                </a:solidFill>
                <a:latin typeface="+mn-lt"/>
                <a:ea typeface="+mn-ea"/>
                <a:cs typeface="+mn-cs"/>
              </a:defRPr>
            </a:lvl9pPr>
          </a:lstStyle>
          <a:p>
            <a:pPr algn="ctr"/>
            <a:r>
              <a:rPr lang="en-US" altLang="zh-CN" sz="1200" dirty="0">
                <a:latin typeface="微软雅黑" panose="020B0503020204020204" pitchFamily="34" charset="-122"/>
                <a:ea typeface="微软雅黑" panose="020B0503020204020204" pitchFamily="34" charset="-122"/>
              </a:rPr>
              <a:t>Task</a:t>
            </a:r>
            <a:br>
              <a:rPr lang="en-US" altLang="zh-CN" sz="1200" dirty="0">
                <a:latin typeface="微软雅黑" panose="020B0503020204020204" pitchFamily="34" charset="-122"/>
                <a:ea typeface="微软雅黑" panose="020B0503020204020204" pitchFamily="34" charset="-122"/>
              </a:rPr>
            </a:br>
            <a:r>
              <a:rPr lang="en-US" altLang="zh-CN" sz="1200" dirty="0">
                <a:latin typeface="微软雅黑" panose="020B0503020204020204" pitchFamily="34" charset="-122"/>
                <a:ea typeface="微软雅黑" panose="020B0503020204020204" pitchFamily="34" charset="-122"/>
              </a:rPr>
              <a:t>instances</a:t>
            </a:r>
            <a:endParaRPr lang="zh-CN" altLang="en-US" sz="1200" dirty="0">
              <a:latin typeface="微软雅黑" panose="020B0503020204020204" pitchFamily="34" charset="-122"/>
              <a:ea typeface="微软雅黑" panose="020B0503020204020204" pitchFamily="34" charset="-122"/>
            </a:endParaRPr>
          </a:p>
        </p:txBody>
      </p:sp>
      <p:sp>
        <p:nvSpPr>
          <p:cNvPr id="175" name="文本框 174">
            <a:extLst>
              <a:ext uri="{FF2B5EF4-FFF2-40B4-BE49-F238E27FC236}">
                <a16:creationId xmlns:a16="http://schemas.microsoft.com/office/drawing/2014/main" id="{C2B76D92-3E80-9910-CD54-C36D77257C84}"/>
              </a:ext>
            </a:extLst>
          </p:cNvPr>
          <p:cNvSpPr txBox="1"/>
          <p:nvPr/>
        </p:nvSpPr>
        <p:spPr>
          <a:xfrm>
            <a:off x="2394496" y="4169940"/>
            <a:ext cx="1215505" cy="276999"/>
          </a:xfrm>
          <a:prstGeom prst="rect">
            <a:avLst/>
          </a:prstGeom>
          <a:noFill/>
        </p:spPr>
        <p:txBody>
          <a:bodyPr wrap="square" rtlCol="0">
            <a:spAutoFit/>
          </a:bodyPr>
          <a:lstStyle>
            <a:defPPr>
              <a:defRPr lang="zh-CN"/>
            </a:defPPr>
            <a:lvl1pPr marL="0" algn="l" defTabSz="1123158" rtl="0" eaLnBrk="1" latinLnBrk="0" hangingPunct="1">
              <a:defRPr sz="2211" kern="1200">
                <a:solidFill>
                  <a:schemeClr val="tx1"/>
                </a:solidFill>
                <a:latin typeface="+mn-lt"/>
                <a:ea typeface="+mn-ea"/>
                <a:cs typeface="+mn-cs"/>
              </a:defRPr>
            </a:lvl1pPr>
            <a:lvl2pPr marL="561579" algn="l" defTabSz="1123158" rtl="0" eaLnBrk="1" latinLnBrk="0" hangingPunct="1">
              <a:defRPr sz="2211" kern="1200">
                <a:solidFill>
                  <a:schemeClr val="tx1"/>
                </a:solidFill>
                <a:latin typeface="+mn-lt"/>
                <a:ea typeface="+mn-ea"/>
                <a:cs typeface="+mn-cs"/>
              </a:defRPr>
            </a:lvl2pPr>
            <a:lvl3pPr marL="1123158" algn="l" defTabSz="1123158" rtl="0" eaLnBrk="1" latinLnBrk="0" hangingPunct="1">
              <a:defRPr sz="2211" kern="1200">
                <a:solidFill>
                  <a:schemeClr val="tx1"/>
                </a:solidFill>
                <a:latin typeface="+mn-lt"/>
                <a:ea typeface="+mn-ea"/>
                <a:cs typeface="+mn-cs"/>
              </a:defRPr>
            </a:lvl3pPr>
            <a:lvl4pPr marL="1684736" algn="l" defTabSz="1123158" rtl="0" eaLnBrk="1" latinLnBrk="0" hangingPunct="1">
              <a:defRPr sz="2211" kern="1200">
                <a:solidFill>
                  <a:schemeClr val="tx1"/>
                </a:solidFill>
                <a:latin typeface="+mn-lt"/>
                <a:ea typeface="+mn-ea"/>
                <a:cs typeface="+mn-cs"/>
              </a:defRPr>
            </a:lvl4pPr>
            <a:lvl5pPr marL="2246315" algn="l" defTabSz="1123158" rtl="0" eaLnBrk="1" latinLnBrk="0" hangingPunct="1">
              <a:defRPr sz="2211" kern="1200">
                <a:solidFill>
                  <a:schemeClr val="tx1"/>
                </a:solidFill>
                <a:latin typeface="+mn-lt"/>
                <a:ea typeface="+mn-ea"/>
                <a:cs typeface="+mn-cs"/>
              </a:defRPr>
            </a:lvl5pPr>
            <a:lvl6pPr marL="2807894" algn="l" defTabSz="1123158" rtl="0" eaLnBrk="1" latinLnBrk="0" hangingPunct="1">
              <a:defRPr sz="2211" kern="1200">
                <a:solidFill>
                  <a:schemeClr val="tx1"/>
                </a:solidFill>
                <a:latin typeface="+mn-lt"/>
                <a:ea typeface="+mn-ea"/>
                <a:cs typeface="+mn-cs"/>
              </a:defRPr>
            </a:lvl6pPr>
            <a:lvl7pPr marL="3369473" algn="l" defTabSz="1123158" rtl="0" eaLnBrk="1" latinLnBrk="0" hangingPunct="1">
              <a:defRPr sz="2211" kern="1200">
                <a:solidFill>
                  <a:schemeClr val="tx1"/>
                </a:solidFill>
                <a:latin typeface="+mn-lt"/>
                <a:ea typeface="+mn-ea"/>
                <a:cs typeface="+mn-cs"/>
              </a:defRPr>
            </a:lvl7pPr>
            <a:lvl8pPr marL="3931051" algn="l" defTabSz="1123158" rtl="0" eaLnBrk="1" latinLnBrk="0" hangingPunct="1">
              <a:defRPr sz="2211" kern="1200">
                <a:solidFill>
                  <a:schemeClr val="tx1"/>
                </a:solidFill>
                <a:latin typeface="+mn-lt"/>
                <a:ea typeface="+mn-ea"/>
                <a:cs typeface="+mn-cs"/>
              </a:defRPr>
            </a:lvl8pPr>
            <a:lvl9pPr marL="4492630" algn="l" defTabSz="1123158" rtl="0" eaLnBrk="1" latinLnBrk="0" hangingPunct="1">
              <a:defRPr sz="2211" kern="1200">
                <a:solidFill>
                  <a:schemeClr val="tx1"/>
                </a:solidFill>
                <a:latin typeface="+mn-lt"/>
                <a:ea typeface="+mn-ea"/>
                <a:cs typeface="+mn-cs"/>
              </a:defRPr>
            </a:lvl9pPr>
          </a:lstStyle>
          <a:p>
            <a:pPr algn="ctr"/>
            <a:r>
              <a:rPr lang="en-US" altLang="zh-CN" sz="1200" dirty="0">
                <a:latin typeface="微软雅黑" panose="020B0503020204020204" pitchFamily="34" charset="-122"/>
                <a:ea typeface="微软雅黑" panose="020B0503020204020204" pitchFamily="34" charset="-122"/>
              </a:rPr>
              <a:t>Extracting</a:t>
            </a:r>
          </a:p>
        </p:txBody>
      </p:sp>
      <p:pic>
        <p:nvPicPr>
          <p:cNvPr id="177" name="图片 176">
            <a:extLst>
              <a:ext uri="{FF2B5EF4-FFF2-40B4-BE49-F238E27FC236}">
                <a16:creationId xmlns:a16="http://schemas.microsoft.com/office/drawing/2014/main" id="{AFE9A7B1-9A9D-7D55-3F89-622A98FB3F9F}"/>
              </a:ext>
            </a:extLst>
          </p:cNvPr>
          <p:cNvPicPr>
            <a:picLocks noChangeAspect="1"/>
          </p:cNvPicPr>
          <p:nvPr/>
        </p:nvPicPr>
        <p:blipFill>
          <a:blip r:embed="rId28"/>
          <a:stretch>
            <a:fillRect/>
          </a:stretch>
        </p:blipFill>
        <p:spPr>
          <a:xfrm>
            <a:off x="2310355" y="4115818"/>
            <a:ext cx="286337" cy="286337"/>
          </a:xfrm>
          <a:prstGeom prst="rect">
            <a:avLst/>
          </a:prstGeom>
        </p:spPr>
      </p:pic>
      <p:pic>
        <p:nvPicPr>
          <p:cNvPr id="179" name="图片 178">
            <a:extLst>
              <a:ext uri="{FF2B5EF4-FFF2-40B4-BE49-F238E27FC236}">
                <a16:creationId xmlns:a16="http://schemas.microsoft.com/office/drawing/2014/main" id="{5B5C2569-4D67-A218-3FC4-DB3E0401BA77}"/>
              </a:ext>
            </a:extLst>
          </p:cNvPr>
          <p:cNvPicPr>
            <a:picLocks noChangeAspect="1"/>
          </p:cNvPicPr>
          <p:nvPr/>
        </p:nvPicPr>
        <p:blipFill>
          <a:blip r:embed="rId29"/>
          <a:stretch>
            <a:fillRect/>
          </a:stretch>
        </p:blipFill>
        <p:spPr>
          <a:xfrm>
            <a:off x="10050882" y="4440865"/>
            <a:ext cx="568629" cy="568629"/>
          </a:xfrm>
          <a:prstGeom prst="rect">
            <a:avLst/>
          </a:prstGeom>
        </p:spPr>
      </p:pic>
      <p:pic>
        <p:nvPicPr>
          <p:cNvPr id="181" name="图片 180">
            <a:extLst>
              <a:ext uri="{FF2B5EF4-FFF2-40B4-BE49-F238E27FC236}">
                <a16:creationId xmlns:a16="http://schemas.microsoft.com/office/drawing/2014/main" id="{8FEC44B3-A736-4B30-E2B8-DA97AC014DEC}"/>
              </a:ext>
            </a:extLst>
          </p:cNvPr>
          <p:cNvPicPr>
            <a:picLocks noChangeAspect="1"/>
          </p:cNvPicPr>
          <p:nvPr/>
        </p:nvPicPr>
        <p:blipFill>
          <a:blip r:embed="rId30"/>
          <a:stretch>
            <a:fillRect/>
          </a:stretch>
        </p:blipFill>
        <p:spPr>
          <a:xfrm>
            <a:off x="3686366" y="4400718"/>
            <a:ext cx="613324" cy="613324"/>
          </a:xfrm>
          <a:prstGeom prst="rect">
            <a:avLst/>
          </a:prstGeom>
        </p:spPr>
      </p:pic>
      <p:sp>
        <p:nvSpPr>
          <p:cNvPr id="182" name="文本框 181">
            <a:extLst>
              <a:ext uri="{FF2B5EF4-FFF2-40B4-BE49-F238E27FC236}">
                <a16:creationId xmlns:a16="http://schemas.microsoft.com/office/drawing/2014/main" id="{20A68ECF-814C-DE79-BC8E-67B55651A7BE}"/>
              </a:ext>
            </a:extLst>
          </p:cNvPr>
          <p:cNvSpPr txBox="1"/>
          <p:nvPr/>
        </p:nvSpPr>
        <p:spPr>
          <a:xfrm>
            <a:off x="2257690" y="4545122"/>
            <a:ext cx="1215505" cy="461665"/>
          </a:xfrm>
          <a:prstGeom prst="rect">
            <a:avLst/>
          </a:prstGeom>
          <a:noFill/>
        </p:spPr>
        <p:txBody>
          <a:bodyPr wrap="square" rtlCol="0">
            <a:spAutoFit/>
          </a:bodyPr>
          <a:lstStyle>
            <a:defPPr>
              <a:defRPr lang="zh-CN"/>
            </a:defPPr>
            <a:lvl1pPr marL="0" algn="l" defTabSz="1123158" rtl="0" eaLnBrk="1" latinLnBrk="0" hangingPunct="1">
              <a:defRPr sz="2211" kern="1200">
                <a:solidFill>
                  <a:schemeClr val="tx1"/>
                </a:solidFill>
                <a:latin typeface="+mn-lt"/>
                <a:ea typeface="+mn-ea"/>
                <a:cs typeface="+mn-cs"/>
              </a:defRPr>
            </a:lvl1pPr>
            <a:lvl2pPr marL="561579" algn="l" defTabSz="1123158" rtl="0" eaLnBrk="1" latinLnBrk="0" hangingPunct="1">
              <a:defRPr sz="2211" kern="1200">
                <a:solidFill>
                  <a:schemeClr val="tx1"/>
                </a:solidFill>
                <a:latin typeface="+mn-lt"/>
                <a:ea typeface="+mn-ea"/>
                <a:cs typeface="+mn-cs"/>
              </a:defRPr>
            </a:lvl2pPr>
            <a:lvl3pPr marL="1123158" algn="l" defTabSz="1123158" rtl="0" eaLnBrk="1" latinLnBrk="0" hangingPunct="1">
              <a:defRPr sz="2211" kern="1200">
                <a:solidFill>
                  <a:schemeClr val="tx1"/>
                </a:solidFill>
                <a:latin typeface="+mn-lt"/>
                <a:ea typeface="+mn-ea"/>
                <a:cs typeface="+mn-cs"/>
              </a:defRPr>
            </a:lvl3pPr>
            <a:lvl4pPr marL="1684736" algn="l" defTabSz="1123158" rtl="0" eaLnBrk="1" latinLnBrk="0" hangingPunct="1">
              <a:defRPr sz="2211" kern="1200">
                <a:solidFill>
                  <a:schemeClr val="tx1"/>
                </a:solidFill>
                <a:latin typeface="+mn-lt"/>
                <a:ea typeface="+mn-ea"/>
                <a:cs typeface="+mn-cs"/>
              </a:defRPr>
            </a:lvl4pPr>
            <a:lvl5pPr marL="2246315" algn="l" defTabSz="1123158" rtl="0" eaLnBrk="1" latinLnBrk="0" hangingPunct="1">
              <a:defRPr sz="2211" kern="1200">
                <a:solidFill>
                  <a:schemeClr val="tx1"/>
                </a:solidFill>
                <a:latin typeface="+mn-lt"/>
                <a:ea typeface="+mn-ea"/>
                <a:cs typeface="+mn-cs"/>
              </a:defRPr>
            </a:lvl5pPr>
            <a:lvl6pPr marL="2807894" algn="l" defTabSz="1123158" rtl="0" eaLnBrk="1" latinLnBrk="0" hangingPunct="1">
              <a:defRPr sz="2211" kern="1200">
                <a:solidFill>
                  <a:schemeClr val="tx1"/>
                </a:solidFill>
                <a:latin typeface="+mn-lt"/>
                <a:ea typeface="+mn-ea"/>
                <a:cs typeface="+mn-cs"/>
              </a:defRPr>
            </a:lvl6pPr>
            <a:lvl7pPr marL="3369473" algn="l" defTabSz="1123158" rtl="0" eaLnBrk="1" latinLnBrk="0" hangingPunct="1">
              <a:defRPr sz="2211" kern="1200">
                <a:solidFill>
                  <a:schemeClr val="tx1"/>
                </a:solidFill>
                <a:latin typeface="+mn-lt"/>
                <a:ea typeface="+mn-ea"/>
                <a:cs typeface="+mn-cs"/>
              </a:defRPr>
            </a:lvl7pPr>
            <a:lvl8pPr marL="3931051" algn="l" defTabSz="1123158" rtl="0" eaLnBrk="1" latinLnBrk="0" hangingPunct="1">
              <a:defRPr sz="2211" kern="1200">
                <a:solidFill>
                  <a:schemeClr val="tx1"/>
                </a:solidFill>
                <a:latin typeface="+mn-lt"/>
                <a:ea typeface="+mn-ea"/>
                <a:cs typeface="+mn-cs"/>
              </a:defRPr>
            </a:lvl8pPr>
            <a:lvl9pPr marL="4492630" algn="l" defTabSz="1123158" rtl="0" eaLnBrk="1" latinLnBrk="0" hangingPunct="1">
              <a:defRPr sz="2211" kern="1200">
                <a:solidFill>
                  <a:schemeClr val="tx1"/>
                </a:solidFill>
                <a:latin typeface="+mn-lt"/>
                <a:ea typeface="+mn-ea"/>
                <a:cs typeface="+mn-cs"/>
              </a:defRPr>
            </a:lvl9pPr>
          </a:lstStyle>
          <a:p>
            <a:pPr algn="ctr"/>
            <a:r>
              <a:rPr lang="en-US" altLang="zh-CN" sz="1200" dirty="0">
                <a:latin typeface="微软雅黑" panose="020B0503020204020204" pitchFamily="34" charset="-122"/>
                <a:ea typeface="微软雅黑" panose="020B0503020204020204" pitchFamily="34" charset="-122"/>
              </a:rPr>
              <a:t>Key Issue</a:t>
            </a:r>
            <a:br>
              <a:rPr lang="en-US" altLang="zh-CN" sz="1200" dirty="0">
                <a:latin typeface="微软雅黑" panose="020B0503020204020204" pitchFamily="34" charset="-122"/>
                <a:ea typeface="微软雅黑" panose="020B0503020204020204" pitchFamily="34" charset="-122"/>
              </a:rPr>
            </a:br>
            <a:r>
              <a:rPr lang="en-US" altLang="zh-CN" sz="1200" dirty="0">
                <a:latin typeface="微软雅黑" panose="020B0503020204020204" pitchFamily="34" charset="-122"/>
                <a:ea typeface="微软雅黑" panose="020B0503020204020204" pitchFamily="34" charset="-122"/>
              </a:rPr>
              <a:t>information</a:t>
            </a:r>
          </a:p>
        </p:txBody>
      </p:sp>
      <p:cxnSp>
        <p:nvCxnSpPr>
          <p:cNvPr id="183" name="直接箭头连接符 90">
            <a:extLst>
              <a:ext uri="{FF2B5EF4-FFF2-40B4-BE49-F238E27FC236}">
                <a16:creationId xmlns:a16="http://schemas.microsoft.com/office/drawing/2014/main" id="{ABB27B0A-C541-5654-7579-FFAA6856BBCF}"/>
              </a:ext>
            </a:extLst>
          </p:cNvPr>
          <p:cNvCxnSpPr>
            <a:cxnSpLocks/>
          </p:cNvCxnSpPr>
          <p:nvPr/>
        </p:nvCxnSpPr>
        <p:spPr>
          <a:xfrm>
            <a:off x="4504870" y="4472962"/>
            <a:ext cx="1630668"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84" name="圆角矩形 183">
            <a:extLst>
              <a:ext uri="{FF2B5EF4-FFF2-40B4-BE49-F238E27FC236}">
                <a16:creationId xmlns:a16="http://schemas.microsoft.com/office/drawing/2014/main" id="{657B20DB-F9C2-3D58-C98E-165E00DC04FC}"/>
              </a:ext>
            </a:extLst>
          </p:cNvPr>
          <p:cNvSpPr/>
          <p:nvPr/>
        </p:nvSpPr>
        <p:spPr>
          <a:xfrm>
            <a:off x="9859445" y="3956495"/>
            <a:ext cx="917457" cy="1132179"/>
          </a:xfrm>
          <a:prstGeom prst="roundRect">
            <a:avLst>
              <a:gd name="adj" fmla="val 1435"/>
            </a:avLst>
          </a:prstGeom>
          <a:noFill/>
          <a:ln w="19050">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85" name="文本框 184">
            <a:extLst>
              <a:ext uri="{FF2B5EF4-FFF2-40B4-BE49-F238E27FC236}">
                <a16:creationId xmlns:a16="http://schemas.microsoft.com/office/drawing/2014/main" id="{9C85CEAC-70C1-B099-A72D-AAD25DA3C4BE}"/>
              </a:ext>
            </a:extLst>
          </p:cNvPr>
          <p:cNvSpPr txBox="1"/>
          <p:nvPr/>
        </p:nvSpPr>
        <p:spPr>
          <a:xfrm>
            <a:off x="9636760" y="3519441"/>
            <a:ext cx="1381190" cy="461665"/>
          </a:xfrm>
          <a:prstGeom prst="rect">
            <a:avLst/>
          </a:prstGeom>
          <a:noFill/>
        </p:spPr>
        <p:txBody>
          <a:bodyPr wrap="square" rtlCol="0">
            <a:spAutoFit/>
          </a:bodyPr>
          <a:lstStyle>
            <a:defPPr>
              <a:defRPr lang="zh-CN"/>
            </a:defPPr>
            <a:lvl1pPr marL="0" algn="l" defTabSz="1123158" rtl="0" eaLnBrk="1" latinLnBrk="0" hangingPunct="1">
              <a:defRPr sz="2211" kern="1200">
                <a:solidFill>
                  <a:schemeClr val="tx1"/>
                </a:solidFill>
                <a:latin typeface="+mn-lt"/>
                <a:ea typeface="+mn-ea"/>
                <a:cs typeface="+mn-cs"/>
              </a:defRPr>
            </a:lvl1pPr>
            <a:lvl2pPr marL="561579" algn="l" defTabSz="1123158" rtl="0" eaLnBrk="1" latinLnBrk="0" hangingPunct="1">
              <a:defRPr sz="2211" kern="1200">
                <a:solidFill>
                  <a:schemeClr val="tx1"/>
                </a:solidFill>
                <a:latin typeface="+mn-lt"/>
                <a:ea typeface="+mn-ea"/>
                <a:cs typeface="+mn-cs"/>
              </a:defRPr>
            </a:lvl2pPr>
            <a:lvl3pPr marL="1123158" algn="l" defTabSz="1123158" rtl="0" eaLnBrk="1" latinLnBrk="0" hangingPunct="1">
              <a:defRPr sz="2211" kern="1200">
                <a:solidFill>
                  <a:schemeClr val="tx1"/>
                </a:solidFill>
                <a:latin typeface="+mn-lt"/>
                <a:ea typeface="+mn-ea"/>
                <a:cs typeface="+mn-cs"/>
              </a:defRPr>
            </a:lvl3pPr>
            <a:lvl4pPr marL="1684736" algn="l" defTabSz="1123158" rtl="0" eaLnBrk="1" latinLnBrk="0" hangingPunct="1">
              <a:defRPr sz="2211" kern="1200">
                <a:solidFill>
                  <a:schemeClr val="tx1"/>
                </a:solidFill>
                <a:latin typeface="+mn-lt"/>
                <a:ea typeface="+mn-ea"/>
                <a:cs typeface="+mn-cs"/>
              </a:defRPr>
            </a:lvl4pPr>
            <a:lvl5pPr marL="2246315" algn="l" defTabSz="1123158" rtl="0" eaLnBrk="1" latinLnBrk="0" hangingPunct="1">
              <a:defRPr sz="2211" kern="1200">
                <a:solidFill>
                  <a:schemeClr val="tx1"/>
                </a:solidFill>
                <a:latin typeface="+mn-lt"/>
                <a:ea typeface="+mn-ea"/>
                <a:cs typeface="+mn-cs"/>
              </a:defRPr>
            </a:lvl5pPr>
            <a:lvl6pPr marL="2807894" algn="l" defTabSz="1123158" rtl="0" eaLnBrk="1" latinLnBrk="0" hangingPunct="1">
              <a:defRPr sz="2211" kern="1200">
                <a:solidFill>
                  <a:schemeClr val="tx1"/>
                </a:solidFill>
                <a:latin typeface="+mn-lt"/>
                <a:ea typeface="+mn-ea"/>
                <a:cs typeface="+mn-cs"/>
              </a:defRPr>
            </a:lvl6pPr>
            <a:lvl7pPr marL="3369473" algn="l" defTabSz="1123158" rtl="0" eaLnBrk="1" latinLnBrk="0" hangingPunct="1">
              <a:defRPr sz="2211" kern="1200">
                <a:solidFill>
                  <a:schemeClr val="tx1"/>
                </a:solidFill>
                <a:latin typeface="+mn-lt"/>
                <a:ea typeface="+mn-ea"/>
                <a:cs typeface="+mn-cs"/>
              </a:defRPr>
            </a:lvl7pPr>
            <a:lvl8pPr marL="3931051" algn="l" defTabSz="1123158" rtl="0" eaLnBrk="1" latinLnBrk="0" hangingPunct="1">
              <a:defRPr sz="2211" kern="1200">
                <a:solidFill>
                  <a:schemeClr val="tx1"/>
                </a:solidFill>
                <a:latin typeface="+mn-lt"/>
                <a:ea typeface="+mn-ea"/>
                <a:cs typeface="+mn-cs"/>
              </a:defRPr>
            </a:lvl8pPr>
            <a:lvl9pPr marL="4492630" algn="l" defTabSz="1123158" rtl="0" eaLnBrk="1" latinLnBrk="0" hangingPunct="1">
              <a:defRPr sz="2211" kern="1200">
                <a:solidFill>
                  <a:schemeClr val="tx1"/>
                </a:solidFill>
                <a:latin typeface="+mn-lt"/>
                <a:ea typeface="+mn-ea"/>
                <a:cs typeface="+mn-cs"/>
              </a:defRPr>
            </a:lvl9pPr>
          </a:lstStyle>
          <a:p>
            <a:pPr algn="ctr"/>
            <a:r>
              <a:rPr lang="en-US" altLang="zh-CN" sz="1200" dirty="0">
                <a:latin typeface="微软雅黑" panose="020B0503020204020204" pitchFamily="34" charset="-122"/>
                <a:ea typeface="微软雅黑" panose="020B0503020204020204" pitchFamily="34" charset="-122"/>
              </a:rPr>
              <a:t>Final Task</a:t>
            </a:r>
          </a:p>
          <a:p>
            <a:pPr algn="ctr"/>
            <a:r>
              <a:rPr lang="en-US" altLang="zh-CN" sz="1200" dirty="0">
                <a:latin typeface="微软雅黑" panose="020B0503020204020204" pitchFamily="34" charset="-122"/>
                <a:ea typeface="微软雅黑" panose="020B0503020204020204" pitchFamily="34" charset="-122"/>
              </a:rPr>
              <a:t>Instances</a:t>
            </a:r>
            <a:endParaRPr lang="zh-CN" altLang="en-US" sz="1200" dirty="0">
              <a:latin typeface="微软雅黑" panose="020B0503020204020204" pitchFamily="34" charset="-122"/>
              <a:ea typeface="微软雅黑" panose="020B0503020204020204" pitchFamily="34" charset="-122"/>
            </a:endParaRPr>
          </a:p>
        </p:txBody>
      </p:sp>
      <p:sp>
        <p:nvSpPr>
          <p:cNvPr id="186" name="文本框 185">
            <a:extLst>
              <a:ext uri="{FF2B5EF4-FFF2-40B4-BE49-F238E27FC236}">
                <a16:creationId xmlns:a16="http://schemas.microsoft.com/office/drawing/2014/main" id="{908C8D4D-0A65-1C84-650C-136805ECAB1C}"/>
              </a:ext>
            </a:extLst>
          </p:cNvPr>
          <p:cNvSpPr txBox="1"/>
          <p:nvPr/>
        </p:nvSpPr>
        <p:spPr>
          <a:xfrm>
            <a:off x="9880713" y="3988730"/>
            <a:ext cx="935311" cy="461665"/>
          </a:xfrm>
          <a:prstGeom prst="rect">
            <a:avLst/>
          </a:prstGeom>
          <a:noFill/>
        </p:spPr>
        <p:txBody>
          <a:bodyPr wrap="square" rtlCol="0">
            <a:spAutoFit/>
          </a:bodyPr>
          <a:lstStyle>
            <a:defPPr>
              <a:defRPr lang="zh-CN"/>
            </a:defPPr>
            <a:lvl1pPr marL="0" algn="l" defTabSz="1123158" rtl="0" eaLnBrk="1" latinLnBrk="0" hangingPunct="1">
              <a:defRPr sz="2211" kern="1200">
                <a:solidFill>
                  <a:schemeClr val="tx1"/>
                </a:solidFill>
                <a:latin typeface="+mn-lt"/>
                <a:ea typeface="+mn-ea"/>
                <a:cs typeface="+mn-cs"/>
              </a:defRPr>
            </a:lvl1pPr>
            <a:lvl2pPr marL="561579" algn="l" defTabSz="1123158" rtl="0" eaLnBrk="1" latinLnBrk="0" hangingPunct="1">
              <a:defRPr sz="2211" kern="1200">
                <a:solidFill>
                  <a:schemeClr val="tx1"/>
                </a:solidFill>
                <a:latin typeface="+mn-lt"/>
                <a:ea typeface="+mn-ea"/>
                <a:cs typeface="+mn-cs"/>
              </a:defRPr>
            </a:lvl2pPr>
            <a:lvl3pPr marL="1123158" algn="l" defTabSz="1123158" rtl="0" eaLnBrk="1" latinLnBrk="0" hangingPunct="1">
              <a:defRPr sz="2211" kern="1200">
                <a:solidFill>
                  <a:schemeClr val="tx1"/>
                </a:solidFill>
                <a:latin typeface="+mn-lt"/>
                <a:ea typeface="+mn-ea"/>
                <a:cs typeface="+mn-cs"/>
              </a:defRPr>
            </a:lvl3pPr>
            <a:lvl4pPr marL="1684736" algn="l" defTabSz="1123158" rtl="0" eaLnBrk="1" latinLnBrk="0" hangingPunct="1">
              <a:defRPr sz="2211" kern="1200">
                <a:solidFill>
                  <a:schemeClr val="tx1"/>
                </a:solidFill>
                <a:latin typeface="+mn-lt"/>
                <a:ea typeface="+mn-ea"/>
                <a:cs typeface="+mn-cs"/>
              </a:defRPr>
            </a:lvl4pPr>
            <a:lvl5pPr marL="2246315" algn="l" defTabSz="1123158" rtl="0" eaLnBrk="1" latinLnBrk="0" hangingPunct="1">
              <a:defRPr sz="2211" kern="1200">
                <a:solidFill>
                  <a:schemeClr val="tx1"/>
                </a:solidFill>
                <a:latin typeface="+mn-lt"/>
                <a:ea typeface="+mn-ea"/>
                <a:cs typeface="+mn-cs"/>
              </a:defRPr>
            </a:lvl5pPr>
            <a:lvl6pPr marL="2807894" algn="l" defTabSz="1123158" rtl="0" eaLnBrk="1" latinLnBrk="0" hangingPunct="1">
              <a:defRPr sz="2211" kern="1200">
                <a:solidFill>
                  <a:schemeClr val="tx1"/>
                </a:solidFill>
                <a:latin typeface="+mn-lt"/>
                <a:ea typeface="+mn-ea"/>
                <a:cs typeface="+mn-cs"/>
              </a:defRPr>
            </a:lvl6pPr>
            <a:lvl7pPr marL="3369473" algn="l" defTabSz="1123158" rtl="0" eaLnBrk="1" latinLnBrk="0" hangingPunct="1">
              <a:defRPr sz="2211" kern="1200">
                <a:solidFill>
                  <a:schemeClr val="tx1"/>
                </a:solidFill>
                <a:latin typeface="+mn-lt"/>
                <a:ea typeface="+mn-ea"/>
                <a:cs typeface="+mn-cs"/>
              </a:defRPr>
            </a:lvl7pPr>
            <a:lvl8pPr marL="3931051" algn="l" defTabSz="1123158" rtl="0" eaLnBrk="1" latinLnBrk="0" hangingPunct="1">
              <a:defRPr sz="2211" kern="1200">
                <a:solidFill>
                  <a:schemeClr val="tx1"/>
                </a:solidFill>
                <a:latin typeface="+mn-lt"/>
                <a:ea typeface="+mn-ea"/>
                <a:cs typeface="+mn-cs"/>
              </a:defRPr>
            </a:lvl8pPr>
            <a:lvl9pPr marL="4492630" algn="l" defTabSz="1123158" rtl="0" eaLnBrk="1" latinLnBrk="0" hangingPunct="1">
              <a:defRPr sz="2211" kern="1200">
                <a:solidFill>
                  <a:schemeClr val="tx1"/>
                </a:solidFill>
                <a:latin typeface="+mn-lt"/>
                <a:ea typeface="+mn-ea"/>
                <a:cs typeface="+mn-cs"/>
              </a:defRPr>
            </a:lvl9pPr>
          </a:lstStyle>
          <a:p>
            <a:pPr algn="ctr"/>
            <a:r>
              <a:rPr lang="en-US" altLang="zh-CN" sz="1200" dirty="0">
                <a:latin typeface="微软雅黑" panose="020B0503020204020204" pitchFamily="34" charset="-122"/>
                <a:ea typeface="微软雅黑" panose="020B0503020204020204" pitchFamily="34" charset="-122"/>
              </a:rPr>
              <a:t>Task</a:t>
            </a:r>
            <a:br>
              <a:rPr lang="en-US" altLang="zh-CN" sz="1200" dirty="0">
                <a:latin typeface="微软雅黑" panose="020B0503020204020204" pitchFamily="34" charset="-122"/>
                <a:ea typeface="微软雅黑" panose="020B0503020204020204" pitchFamily="34" charset="-122"/>
              </a:rPr>
            </a:br>
            <a:r>
              <a:rPr lang="en-US" altLang="zh-CN" sz="1200" dirty="0">
                <a:latin typeface="微软雅黑" panose="020B0503020204020204" pitchFamily="34" charset="-122"/>
                <a:ea typeface="微软雅黑" panose="020B0503020204020204" pitchFamily="34" charset="-122"/>
              </a:rPr>
              <a:t>instances</a:t>
            </a:r>
            <a:endParaRPr lang="zh-CN" altLang="en-US" sz="1200" dirty="0">
              <a:latin typeface="微软雅黑" panose="020B0503020204020204" pitchFamily="34" charset="-122"/>
              <a:ea typeface="微软雅黑" panose="020B0503020204020204" pitchFamily="34" charset="-122"/>
            </a:endParaRPr>
          </a:p>
        </p:txBody>
      </p:sp>
      <p:sp>
        <p:nvSpPr>
          <p:cNvPr id="189" name="圆角矩形 188">
            <a:extLst>
              <a:ext uri="{FF2B5EF4-FFF2-40B4-BE49-F238E27FC236}">
                <a16:creationId xmlns:a16="http://schemas.microsoft.com/office/drawing/2014/main" id="{CFC89FF1-2D61-D34C-8F6E-FF2338852D87}"/>
              </a:ext>
            </a:extLst>
          </p:cNvPr>
          <p:cNvSpPr/>
          <p:nvPr/>
        </p:nvSpPr>
        <p:spPr>
          <a:xfrm>
            <a:off x="6183297" y="3956495"/>
            <a:ext cx="991330" cy="1132179"/>
          </a:xfrm>
          <a:prstGeom prst="roundRect">
            <a:avLst>
              <a:gd name="adj" fmla="val 1435"/>
            </a:avLst>
          </a:prstGeom>
          <a:noFill/>
          <a:ln w="19050">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90" name="文本框 189">
            <a:extLst>
              <a:ext uri="{FF2B5EF4-FFF2-40B4-BE49-F238E27FC236}">
                <a16:creationId xmlns:a16="http://schemas.microsoft.com/office/drawing/2014/main" id="{BA2F1FD8-2D44-894A-D1CC-335C5A27AE84}"/>
              </a:ext>
            </a:extLst>
          </p:cNvPr>
          <p:cNvSpPr txBox="1"/>
          <p:nvPr/>
        </p:nvSpPr>
        <p:spPr>
          <a:xfrm>
            <a:off x="5981379" y="3519441"/>
            <a:ext cx="1381190" cy="461665"/>
          </a:xfrm>
          <a:prstGeom prst="rect">
            <a:avLst/>
          </a:prstGeom>
          <a:noFill/>
        </p:spPr>
        <p:txBody>
          <a:bodyPr wrap="square" rtlCol="0">
            <a:spAutoFit/>
          </a:bodyPr>
          <a:lstStyle>
            <a:defPPr>
              <a:defRPr lang="zh-CN"/>
            </a:defPPr>
            <a:lvl1pPr marL="0" algn="l" defTabSz="1123158" rtl="0" eaLnBrk="1" latinLnBrk="0" hangingPunct="1">
              <a:defRPr sz="2211" kern="1200">
                <a:solidFill>
                  <a:schemeClr val="tx1"/>
                </a:solidFill>
                <a:latin typeface="+mn-lt"/>
                <a:ea typeface="+mn-ea"/>
                <a:cs typeface="+mn-cs"/>
              </a:defRPr>
            </a:lvl1pPr>
            <a:lvl2pPr marL="561579" algn="l" defTabSz="1123158" rtl="0" eaLnBrk="1" latinLnBrk="0" hangingPunct="1">
              <a:defRPr sz="2211" kern="1200">
                <a:solidFill>
                  <a:schemeClr val="tx1"/>
                </a:solidFill>
                <a:latin typeface="+mn-lt"/>
                <a:ea typeface="+mn-ea"/>
                <a:cs typeface="+mn-cs"/>
              </a:defRPr>
            </a:lvl2pPr>
            <a:lvl3pPr marL="1123158" algn="l" defTabSz="1123158" rtl="0" eaLnBrk="1" latinLnBrk="0" hangingPunct="1">
              <a:defRPr sz="2211" kern="1200">
                <a:solidFill>
                  <a:schemeClr val="tx1"/>
                </a:solidFill>
                <a:latin typeface="+mn-lt"/>
                <a:ea typeface="+mn-ea"/>
                <a:cs typeface="+mn-cs"/>
              </a:defRPr>
            </a:lvl3pPr>
            <a:lvl4pPr marL="1684736" algn="l" defTabSz="1123158" rtl="0" eaLnBrk="1" latinLnBrk="0" hangingPunct="1">
              <a:defRPr sz="2211" kern="1200">
                <a:solidFill>
                  <a:schemeClr val="tx1"/>
                </a:solidFill>
                <a:latin typeface="+mn-lt"/>
                <a:ea typeface="+mn-ea"/>
                <a:cs typeface="+mn-cs"/>
              </a:defRPr>
            </a:lvl4pPr>
            <a:lvl5pPr marL="2246315" algn="l" defTabSz="1123158" rtl="0" eaLnBrk="1" latinLnBrk="0" hangingPunct="1">
              <a:defRPr sz="2211" kern="1200">
                <a:solidFill>
                  <a:schemeClr val="tx1"/>
                </a:solidFill>
                <a:latin typeface="+mn-lt"/>
                <a:ea typeface="+mn-ea"/>
                <a:cs typeface="+mn-cs"/>
              </a:defRPr>
            </a:lvl5pPr>
            <a:lvl6pPr marL="2807894" algn="l" defTabSz="1123158" rtl="0" eaLnBrk="1" latinLnBrk="0" hangingPunct="1">
              <a:defRPr sz="2211" kern="1200">
                <a:solidFill>
                  <a:schemeClr val="tx1"/>
                </a:solidFill>
                <a:latin typeface="+mn-lt"/>
                <a:ea typeface="+mn-ea"/>
                <a:cs typeface="+mn-cs"/>
              </a:defRPr>
            </a:lvl6pPr>
            <a:lvl7pPr marL="3369473" algn="l" defTabSz="1123158" rtl="0" eaLnBrk="1" latinLnBrk="0" hangingPunct="1">
              <a:defRPr sz="2211" kern="1200">
                <a:solidFill>
                  <a:schemeClr val="tx1"/>
                </a:solidFill>
                <a:latin typeface="+mn-lt"/>
                <a:ea typeface="+mn-ea"/>
                <a:cs typeface="+mn-cs"/>
              </a:defRPr>
            </a:lvl7pPr>
            <a:lvl8pPr marL="3931051" algn="l" defTabSz="1123158" rtl="0" eaLnBrk="1" latinLnBrk="0" hangingPunct="1">
              <a:defRPr sz="2211" kern="1200">
                <a:solidFill>
                  <a:schemeClr val="tx1"/>
                </a:solidFill>
                <a:latin typeface="+mn-lt"/>
                <a:ea typeface="+mn-ea"/>
                <a:cs typeface="+mn-cs"/>
              </a:defRPr>
            </a:lvl8pPr>
            <a:lvl9pPr marL="4492630" algn="l" defTabSz="1123158" rtl="0" eaLnBrk="1" latinLnBrk="0" hangingPunct="1">
              <a:defRPr sz="2211" kern="1200">
                <a:solidFill>
                  <a:schemeClr val="tx1"/>
                </a:solidFill>
                <a:latin typeface="+mn-lt"/>
                <a:ea typeface="+mn-ea"/>
                <a:cs typeface="+mn-cs"/>
              </a:defRPr>
            </a:lvl9pPr>
          </a:lstStyle>
          <a:p>
            <a:pPr algn="ctr"/>
            <a:r>
              <a:rPr lang="en-US" altLang="zh-CN" sz="1200" dirty="0">
                <a:latin typeface="微软雅黑" panose="020B0503020204020204" pitchFamily="34" charset="-122"/>
                <a:ea typeface="微软雅黑" panose="020B0503020204020204" pitchFamily="34" charset="-122"/>
              </a:rPr>
              <a:t>Environment</a:t>
            </a:r>
            <a:br>
              <a:rPr lang="en-US" altLang="zh-CN" sz="1200" dirty="0">
                <a:latin typeface="微软雅黑" panose="020B0503020204020204" pitchFamily="34" charset="-122"/>
                <a:ea typeface="微软雅黑" panose="020B0503020204020204" pitchFamily="34" charset="-122"/>
              </a:rPr>
            </a:br>
            <a:r>
              <a:rPr lang="en-US" altLang="zh-CN" sz="1200" dirty="0">
                <a:latin typeface="微软雅黑" panose="020B0503020204020204" pitchFamily="34" charset="-122"/>
                <a:ea typeface="微软雅黑" panose="020B0503020204020204" pitchFamily="34" charset="-122"/>
              </a:rPr>
              <a:t>Construction</a:t>
            </a:r>
            <a:endParaRPr lang="zh-CN" altLang="en-US" sz="1200" dirty="0">
              <a:latin typeface="微软雅黑" panose="020B0503020204020204" pitchFamily="34" charset="-122"/>
              <a:ea typeface="微软雅黑" panose="020B0503020204020204" pitchFamily="34" charset="-122"/>
            </a:endParaRPr>
          </a:p>
        </p:txBody>
      </p:sp>
      <p:sp>
        <p:nvSpPr>
          <p:cNvPr id="191" name="文本框 190">
            <a:extLst>
              <a:ext uri="{FF2B5EF4-FFF2-40B4-BE49-F238E27FC236}">
                <a16:creationId xmlns:a16="http://schemas.microsoft.com/office/drawing/2014/main" id="{2874F011-6508-84EC-8055-109462FD9D0C}"/>
              </a:ext>
            </a:extLst>
          </p:cNvPr>
          <p:cNvSpPr txBox="1"/>
          <p:nvPr/>
        </p:nvSpPr>
        <p:spPr>
          <a:xfrm>
            <a:off x="6114815" y="3988730"/>
            <a:ext cx="1123876" cy="461665"/>
          </a:xfrm>
          <a:prstGeom prst="rect">
            <a:avLst/>
          </a:prstGeom>
          <a:noFill/>
        </p:spPr>
        <p:txBody>
          <a:bodyPr wrap="square" rtlCol="0">
            <a:spAutoFit/>
          </a:bodyPr>
          <a:lstStyle>
            <a:defPPr>
              <a:defRPr lang="zh-CN"/>
            </a:defPPr>
            <a:lvl1pPr marL="0" algn="l" defTabSz="1123158" rtl="0" eaLnBrk="1" latinLnBrk="0" hangingPunct="1">
              <a:defRPr sz="2211" kern="1200">
                <a:solidFill>
                  <a:schemeClr val="tx1"/>
                </a:solidFill>
                <a:latin typeface="+mn-lt"/>
                <a:ea typeface="+mn-ea"/>
                <a:cs typeface="+mn-cs"/>
              </a:defRPr>
            </a:lvl1pPr>
            <a:lvl2pPr marL="561579" algn="l" defTabSz="1123158" rtl="0" eaLnBrk="1" latinLnBrk="0" hangingPunct="1">
              <a:defRPr sz="2211" kern="1200">
                <a:solidFill>
                  <a:schemeClr val="tx1"/>
                </a:solidFill>
                <a:latin typeface="+mn-lt"/>
                <a:ea typeface="+mn-ea"/>
                <a:cs typeface="+mn-cs"/>
              </a:defRPr>
            </a:lvl2pPr>
            <a:lvl3pPr marL="1123158" algn="l" defTabSz="1123158" rtl="0" eaLnBrk="1" latinLnBrk="0" hangingPunct="1">
              <a:defRPr sz="2211" kern="1200">
                <a:solidFill>
                  <a:schemeClr val="tx1"/>
                </a:solidFill>
                <a:latin typeface="+mn-lt"/>
                <a:ea typeface="+mn-ea"/>
                <a:cs typeface="+mn-cs"/>
              </a:defRPr>
            </a:lvl3pPr>
            <a:lvl4pPr marL="1684736" algn="l" defTabSz="1123158" rtl="0" eaLnBrk="1" latinLnBrk="0" hangingPunct="1">
              <a:defRPr sz="2211" kern="1200">
                <a:solidFill>
                  <a:schemeClr val="tx1"/>
                </a:solidFill>
                <a:latin typeface="+mn-lt"/>
                <a:ea typeface="+mn-ea"/>
                <a:cs typeface="+mn-cs"/>
              </a:defRPr>
            </a:lvl4pPr>
            <a:lvl5pPr marL="2246315" algn="l" defTabSz="1123158" rtl="0" eaLnBrk="1" latinLnBrk="0" hangingPunct="1">
              <a:defRPr sz="2211" kern="1200">
                <a:solidFill>
                  <a:schemeClr val="tx1"/>
                </a:solidFill>
                <a:latin typeface="+mn-lt"/>
                <a:ea typeface="+mn-ea"/>
                <a:cs typeface="+mn-cs"/>
              </a:defRPr>
            </a:lvl5pPr>
            <a:lvl6pPr marL="2807894" algn="l" defTabSz="1123158" rtl="0" eaLnBrk="1" latinLnBrk="0" hangingPunct="1">
              <a:defRPr sz="2211" kern="1200">
                <a:solidFill>
                  <a:schemeClr val="tx1"/>
                </a:solidFill>
                <a:latin typeface="+mn-lt"/>
                <a:ea typeface="+mn-ea"/>
                <a:cs typeface="+mn-cs"/>
              </a:defRPr>
            </a:lvl6pPr>
            <a:lvl7pPr marL="3369473" algn="l" defTabSz="1123158" rtl="0" eaLnBrk="1" latinLnBrk="0" hangingPunct="1">
              <a:defRPr sz="2211" kern="1200">
                <a:solidFill>
                  <a:schemeClr val="tx1"/>
                </a:solidFill>
                <a:latin typeface="+mn-lt"/>
                <a:ea typeface="+mn-ea"/>
                <a:cs typeface="+mn-cs"/>
              </a:defRPr>
            </a:lvl7pPr>
            <a:lvl8pPr marL="3931051" algn="l" defTabSz="1123158" rtl="0" eaLnBrk="1" latinLnBrk="0" hangingPunct="1">
              <a:defRPr sz="2211" kern="1200">
                <a:solidFill>
                  <a:schemeClr val="tx1"/>
                </a:solidFill>
                <a:latin typeface="+mn-lt"/>
                <a:ea typeface="+mn-ea"/>
                <a:cs typeface="+mn-cs"/>
              </a:defRPr>
            </a:lvl8pPr>
            <a:lvl9pPr marL="4492630" algn="l" defTabSz="1123158" rtl="0" eaLnBrk="1" latinLnBrk="0" hangingPunct="1">
              <a:defRPr sz="2211" kern="1200">
                <a:solidFill>
                  <a:schemeClr val="tx1"/>
                </a:solidFill>
                <a:latin typeface="+mn-lt"/>
                <a:ea typeface="+mn-ea"/>
                <a:cs typeface="+mn-cs"/>
              </a:defRPr>
            </a:lvl9pPr>
          </a:lstStyle>
          <a:p>
            <a:pPr algn="ctr"/>
            <a:r>
              <a:rPr lang="en-US" altLang="zh-CN" sz="1200" dirty="0">
                <a:latin typeface="微软雅黑" panose="020B0503020204020204" pitchFamily="34" charset="-122"/>
                <a:ea typeface="微软雅黑" panose="020B0503020204020204" pitchFamily="34" charset="-122"/>
              </a:rPr>
              <a:t>Executable</a:t>
            </a:r>
          </a:p>
          <a:p>
            <a:pPr algn="ctr"/>
            <a:r>
              <a:rPr lang="en-US" altLang="zh-CN" sz="1200" dirty="0">
                <a:latin typeface="微软雅黑" panose="020B0503020204020204" pitchFamily="34" charset="-122"/>
                <a:ea typeface="微软雅黑" panose="020B0503020204020204" pitchFamily="34" charset="-122"/>
              </a:rPr>
              <a:t>Environment</a:t>
            </a:r>
            <a:endParaRPr lang="zh-CN" altLang="en-US" sz="1200" dirty="0">
              <a:latin typeface="微软雅黑" panose="020B0503020204020204" pitchFamily="34" charset="-122"/>
              <a:ea typeface="微软雅黑" panose="020B0503020204020204" pitchFamily="34" charset="-122"/>
            </a:endParaRPr>
          </a:p>
        </p:txBody>
      </p:sp>
      <p:cxnSp>
        <p:nvCxnSpPr>
          <p:cNvPr id="192" name="直接箭头连接符 26">
            <a:extLst>
              <a:ext uri="{FF2B5EF4-FFF2-40B4-BE49-F238E27FC236}">
                <a16:creationId xmlns:a16="http://schemas.microsoft.com/office/drawing/2014/main" id="{27BFDBAA-4409-7ACF-8DB8-76C76EAABCA9}"/>
              </a:ext>
            </a:extLst>
          </p:cNvPr>
          <p:cNvCxnSpPr>
            <a:cxnSpLocks/>
            <a:stCxn id="189" idx="3"/>
            <a:endCxn id="184" idx="1"/>
          </p:cNvCxnSpPr>
          <p:nvPr/>
        </p:nvCxnSpPr>
        <p:spPr>
          <a:xfrm>
            <a:off x="7174627" y="4522585"/>
            <a:ext cx="2684818"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95" name="文本框 194">
            <a:extLst>
              <a:ext uri="{FF2B5EF4-FFF2-40B4-BE49-F238E27FC236}">
                <a16:creationId xmlns:a16="http://schemas.microsoft.com/office/drawing/2014/main" id="{745F7BF4-A970-DF45-0675-0F3BCFE090BE}"/>
              </a:ext>
            </a:extLst>
          </p:cNvPr>
          <p:cNvSpPr txBox="1"/>
          <p:nvPr/>
        </p:nvSpPr>
        <p:spPr>
          <a:xfrm>
            <a:off x="7464968" y="4195422"/>
            <a:ext cx="2332153" cy="276999"/>
          </a:xfrm>
          <a:prstGeom prst="rect">
            <a:avLst/>
          </a:prstGeom>
          <a:noFill/>
        </p:spPr>
        <p:txBody>
          <a:bodyPr wrap="square" rtlCol="0">
            <a:spAutoFit/>
          </a:bodyPr>
          <a:lstStyle>
            <a:defPPr>
              <a:defRPr lang="zh-CN"/>
            </a:defPPr>
            <a:lvl1pPr marL="0" algn="l" defTabSz="1123158" rtl="0" eaLnBrk="1" latinLnBrk="0" hangingPunct="1">
              <a:defRPr sz="2211" kern="1200">
                <a:solidFill>
                  <a:schemeClr val="tx1"/>
                </a:solidFill>
                <a:latin typeface="+mn-lt"/>
                <a:ea typeface="+mn-ea"/>
                <a:cs typeface="+mn-cs"/>
              </a:defRPr>
            </a:lvl1pPr>
            <a:lvl2pPr marL="561579" algn="l" defTabSz="1123158" rtl="0" eaLnBrk="1" latinLnBrk="0" hangingPunct="1">
              <a:defRPr sz="2211" kern="1200">
                <a:solidFill>
                  <a:schemeClr val="tx1"/>
                </a:solidFill>
                <a:latin typeface="+mn-lt"/>
                <a:ea typeface="+mn-ea"/>
                <a:cs typeface="+mn-cs"/>
              </a:defRPr>
            </a:lvl2pPr>
            <a:lvl3pPr marL="1123158" algn="l" defTabSz="1123158" rtl="0" eaLnBrk="1" latinLnBrk="0" hangingPunct="1">
              <a:defRPr sz="2211" kern="1200">
                <a:solidFill>
                  <a:schemeClr val="tx1"/>
                </a:solidFill>
                <a:latin typeface="+mn-lt"/>
                <a:ea typeface="+mn-ea"/>
                <a:cs typeface="+mn-cs"/>
              </a:defRPr>
            </a:lvl3pPr>
            <a:lvl4pPr marL="1684736" algn="l" defTabSz="1123158" rtl="0" eaLnBrk="1" latinLnBrk="0" hangingPunct="1">
              <a:defRPr sz="2211" kern="1200">
                <a:solidFill>
                  <a:schemeClr val="tx1"/>
                </a:solidFill>
                <a:latin typeface="+mn-lt"/>
                <a:ea typeface="+mn-ea"/>
                <a:cs typeface="+mn-cs"/>
              </a:defRPr>
            </a:lvl4pPr>
            <a:lvl5pPr marL="2246315" algn="l" defTabSz="1123158" rtl="0" eaLnBrk="1" latinLnBrk="0" hangingPunct="1">
              <a:defRPr sz="2211" kern="1200">
                <a:solidFill>
                  <a:schemeClr val="tx1"/>
                </a:solidFill>
                <a:latin typeface="+mn-lt"/>
                <a:ea typeface="+mn-ea"/>
                <a:cs typeface="+mn-cs"/>
              </a:defRPr>
            </a:lvl5pPr>
            <a:lvl6pPr marL="2807894" algn="l" defTabSz="1123158" rtl="0" eaLnBrk="1" latinLnBrk="0" hangingPunct="1">
              <a:defRPr sz="2211" kern="1200">
                <a:solidFill>
                  <a:schemeClr val="tx1"/>
                </a:solidFill>
                <a:latin typeface="+mn-lt"/>
                <a:ea typeface="+mn-ea"/>
                <a:cs typeface="+mn-cs"/>
              </a:defRPr>
            </a:lvl6pPr>
            <a:lvl7pPr marL="3369473" algn="l" defTabSz="1123158" rtl="0" eaLnBrk="1" latinLnBrk="0" hangingPunct="1">
              <a:defRPr sz="2211" kern="1200">
                <a:solidFill>
                  <a:schemeClr val="tx1"/>
                </a:solidFill>
                <a:latin typeface="+mn-lt"/>
                <a:ea typeface="+mn-ea"/>
                <a:cs typeface="+mn-cs"/>
              </a:defRPr>
            </a:lvl7pPr>
            <a:lvl8pPr marL="3931051" algn="l" defTabSz="1123158" rtl="0" eaLnBrk="1" latinLnBrk="0" hangingPunct="1">
              <a:defRPr sz="2211" kern="1200">
                <a:solidFill>
                  <a:schemeClr val="tx1"/>
                </a:solidFill>
                <a:latin typeface="+mn-lt"/>
                <a:ea typeface="+mn-ea"/>
                <a:cs typeface="+mn-cs"/>
              </a:defRPr>
            </a:lvl8pPr>
            <a:lvl9pPr marL="4492630" algn="l" defTabSz="1123158" rtl="0" eaLnBrk="1" latinLnBrk="0" hangingPunct="1">
              <a:defRPr sz="2211" kern="1200">
                <a:solidFill>
                  <a:schemeClr val="tx1"/>
                </a:solidFill>
                <a:latin typeface="+mn-lt"/>
                <a:ea typeface="+mn-ea"/>
                <a:cs typeface="+mn-cs"/>
              </a:defRPr>
            </a:lvl9pPr>
          </a:lstStyle>
          <a:p>
            <a:pPr algn="ctr"/>
            <a:r>
              <a:rPr lang="en-US" altLang="zh-CN" sz="1200" dirty="0">
                <a:latin typeface="微软雅黑" panose="020B0503020204020204" pitchFamily="34" charset="-122"/>
                <a:ea typeface="微软雅黑" panose="020B0503020204020204" pitchFamily="34" charset="-122"/>
              </a:rPr>
              <a:t>Execution-based verification</a:t>
            </a:r>
          </a:p>
        </p:txBody>
      </p:sp>
      <p:pic>
        <p:nvPicPr>
          <p:cNvPr id="199" name="图片 198">
            <a:extLst>
              <a:ext uri="{FF2B5EF4-FFF2-40B4-BE49-F238E27FC236}">
                <a16:creationId xmlns:a16="http://schemas.microsoft.com/office/drawing/2014/main" id="{EDF76FB2-1A2E-59E2-4742-A8A8432CA99D}"/>
              </a:ext>
            </a:extLst>
          </p:cNvPr>
          <p:cNvPicPr>
            <a:picLocks noChangeAspect="1"/>
          </p:cNvPicPr>
          <p:nvPr/>
        </p:nvPicPr>
        <p:blipFill>
          <a:blip r:embed="rId25"/>
          <a:stretch>
            <a:fillRect/>
          </a:stretch>
        </p:blipFill>
        <p:spPr>
          <a:xfrm>
            <a:off x="7319476" y="4665273"/>
            <a:ext cx="187971" cy="187971"/>
          </a:xfrm>
          <a:prstGeom prst="rect">
            <a:avLst/>
          </a:prstGeom>
        </p:spPr>
      </p:pic>
      <p:pic>
        <p:nvPicPr>
          <p:cNvPr id="201" name="图片 200">
            <a:extLst>
              <a:ext uri="{FF2B5EF4-FFF2-40B4-BE49-F238E27FC236}">
                <a16:creationId xmlns:a16="http://schemas.microsoft.com/office/drawing/2014/main" id="{026001FD-500E-AE0B-64B4-98CE548B4EB4}"/>
              </a:ext>
            </a:extLst>
          </p:cNvPr>
          <p:cNvPicPr>
            <a:picLocks noChangeAspect="1"/>
          </p:cNvPicPr>
          <p:nvPr/>
        </p:nvPicPr>
        <p:blipFill>
          <a:blip r:embed="rId31"/>
          <a:stretch>
            <a:fillRect/>
          </a:stretch>
        </p:blipFill>
        <p:spPr>
          <a:xfrm>
            <a:off x="7265527" y="4144539"/>
            <a:ext cx="296326" cy="296326"/>
          </a:xfrm>
          <a:prstGeom prst="rect">
            <a:avLst/>
          </a:prstGeom>
        </p:spPr>
      </p:pic>
      <p:sp>
        <p:nvSpPr>
          <p:cNvPr id="202" name="文本框 201">
            <a:extLst>
              <a:ext uri="{FF2B5EF4-FFF2-40B4-BE49-F238E27FC236}">
                <a16:creationId xmlns:a16="http://schemas.microsoft.com/office/drawing/2014/main" id="{45069217-30CE-ADD9-DABF-6F1594EF34E6}"/>
              </a:ext>
            </a:extLst>
          </p:cNvPr>
          <p:cNvSpPr txBox="1"/>
          <p:nvPr/>
        </p:nvSpPr>
        <p:spPr>
          <a:xfrm>
            <a:off x="7421634" y="4634778"/>
            <a:ext cx="2372102" cy="276999"/>
          </a:xfrm>
          <a:prstGeom prst="rect">
            <a:avLst/>
          </a:prstGeom>
          <a:noFill/>
        </p:spPr>
        <p:txBody>
          <a:bodyPr wrap="square" rtlCol="0">
            <a:spAutoFit/>
          </a:bodyPr>
          <a:lstStyle>
            <a:defPPr>
              <a:defRPr lang="zh-CN"/>
            </a:defPPr>
            <a:lvl1pPr marL="0" algn="l" defTabSz="1123158" rtl="0" eaLnBrk="1" latinLnBrk="0" hangingPunct="1">
              <a:defRPr sz="2211" kern="1200">
                <a:solidFill>
                  <a:schemeClr val="tx1"/>
                </a:solidFill>
                <a:latin typeface="+mn-lt"/>
                <a:ea typeface="+mn-ea"/>
                <a:cs typeface="+mn-cs"/>
              </a:defRPr>
            </a:lvl1pPr>
            <a:lvl2pPr marL="561579" algn="l" defTabSz="1123158" rtl="0" eaLnBrk="1" latinLnBrk="0" hangingPunct="1">
              <a:defRPr sz="2211" kern="1200">
                <a:solidFill>
                  <a:schemeClr val="tx1"/>
                </a:solidFill>
                <a:latin typeface="+mn-lt"/>
                <a:ea typeface="+mn-ea"/>
                <a:cs typeface="+mn-cs"/>
              </a:defRPr>
            </a:lvl2pPr>
            <a:lvl3pPr marL="1123158" algn="l" defTabSz="1123158" rtl="0" eaLnBrk="1" latinLnBrk="0" hangingPunct="1">
              <a:defRPr sz="2211" kern="1200">
                <a:solidFill>
                  <a:schemeClr val="tx1"/>
                </a:solidFill>
                <a:latin typeface="+mn-lt"/>
                <a:ea typeface="+mn-ea"/>
                <a:cs typeface="+mn-cs"/>
              </a:defRPr>
            </a:lvl3pPr>
            <a:lvl4pPr marL="1684736" algn="l" defTabSz="1123158" rtl="0" eaLnBrk="1" latinLnBrk="0" hangingPunct="1">
              <a:defRPr sz="2211" kern="1200">
                <a:solidFill>
                  <a:schemeClr val="tx1"/>
                </a:solidFill>
                <a:latin typeface="+mn-lt"/>
                <a:ea typeface="+mn-ea"/>
                <a:cs typeface="+mn-cs"/>
              </a:defRPr>
            </a:lvl4pPr>
            <a:lvl5pPr marL="2246315" algn="l" defTabSz="1123158" rtl="0" eaLnBrk="1" latinLnBrk="0" hangingPunct="1">
              <a:defRPr sz="2211" kern="1200">
                <a:solidFill>
                  <a:schemeClr val="tx1"/>
                </a:solidFill>
                <a:latin typeface="+mn-lt"/>
                <a:ea typeface="+mn-ea"/>
                <a:cs typeface="+mn-cs"/>
              </a:defRPr>
            </a:lvl5pPr>
            <a:lvl6pPr marL="2807894" algn="l" defTabSz="1123158" rtl="0" eaLnBrk="1" latinLnBrk="0" hangingPunct="1">
              <a:defRPr sz="2211" kern="1200">
                <a:solidFill>
                  <a:schemeClr val="tx1"/>
                </a:solidFill>
                <a:latin typeface="+mn-lt"/>
                <a:ea typeface="+mn-ea"/>
                <a:cs typeface="+mn-cs"/>
              </a:defRPr>
            </a:lvl6pPr>
            <a:lvl7pPr marL="3369473" algn="l" defTabSz="1123158" rtl="0" eaLnBrk="1" latinLnBrk="0" hangingPunct="1">
              <a:defRPr sz="2211" kern="1200">
                <a:solidFill>
                  <a:schemeClr val="tx1"/>
                </a:solidFill>
                <a:latin typeface="+mn-lt"/>
                <a:ea typeface="+mn-ea"/>
                <a:cs typeface="+mn-cs"/>
              </a:defRPr>
            </a:lvl7pPr>
            <a:lvl8pPr marL="3931051" algn="l" defTabSz="1123158" rtl="0" eaLnBrk="1" latinLnBrk="0" hangingPunct="1">
              <a:defRPr sz="2211" kern="1200">
                <a:solidFill>
                  <a:schemeClr val="tx1"/>
                </a:solidFill>
                <a:latin typeface="+mn-lt"/>
                <a:ea typeface="+mn-ea"/>
                <a:cs typeface="+mn-cs"/>
              </a:defRPr>
            </a:lvl8pPr>
            <a:lvl9pPr marL="4492630" algn="l" defTabSz="1123158" rtl="0" eaLnBrk="1" latinLnBrk="0" hangingPunct="1">
              <a:defRPr sz="2211" kern="1200">
                <a:solidFill>
                  <a:schemeClr val="tx1"/>
                </a:solidFill>
                <a:latin typeface="+mn-lt"/>
                <a:ea typeface="+mn-ea"/>
                <a:cs typeface="+mn-cs"/>
              </a:defRPr>
            </a:lvl9pPr>
          </a:lstStyle>
          <a:p>
            <a:pPr algn="ctr"/>
            <a:r>
              <a:rPr lang="en-US" altLang="zh-CN" sz="1200" dirty="0">
                <a:latin typeface="微软雅黑" panose="020B0503020204020204" pitchFamily="34" charset="-122"/>
                <a:ea typeface="微软雅黑" panose="020B0503020204020204" pitchFamily="34" charset="-122"/>
              </a:rPr>
              <a:t>Existing tests from fail to pass</a:t>
            </a:r>
            <a:endParaRPr lang="zh-CN" altLang="en-US" sz="1200" dirty="0">
              <a:latin typeface="微软雅黑" panose="020B0503020204020204" pitchFamily="34" charset="-122"/>
              <a:ea typeface="微软雅黑" panose="020B0503020204020204" pitchFamily="34" charset="-122"/>
            </a:endParaRPr>
          </a:p>
        </p:txBody>
      </p:sp>
      <p:pic>
        <p:nvPicPr>
          <p:cNvPr id="206" name="图片 205">
            <a:extLst>
              <a:ext uri="{FF2B5EF4-FFF2-40B4-BE49-F238E27FC236}">
                <a16:creationId xmlns:a16="http://schemas.microsoft.com/office/drawing/2014/main" id="{6DFF656B-978C-C82A-AED4-2A800B3E0A4E}"/>
              </a:ext>
            </a:extLst>
          </p:cNvPr>
          <p:cNvPicPr>
            <a:picLocks noChangeAspect="1"/>
          </p:cNvPicPr>
          <p:nvPr/>
        </p:nvPicPr>
        <p:blipFill>
          <a:blip r:embed="rId32"/>
          <a:stretch>
            <a:fillRect/>
          </a:stretch>
        </p:blipFill>
        <p:spPr>
          <a:xfrm>
            <a:off x="6291212" y="4371166"/>
            <a:ext cx="667886" cy="667886"/>
          </a:xfrm>
          <a:prstGeom prst="rect">
            <a:avLst/>
          </a:prstGeom>
        </p:spPr>
      </p:pic>
      <p:pic>
        <p:nvPicPr>
          <p:cNvPr id="208" name="图片 207">
            <a:extLst>
              <a:ext uri="{FF2B5EF4-FFF2-40B4-BE49-F238E27FC236}">
                <a16:creationId xmlns:a16="http://schemas.microsoft.com/office/drawing/2014/main" id="{8BD2966C-8863-9E46-E5F4-CB51B4503DE1}"/>
              </a:ext>
            </a:extLst>
          </p:cNvPr>
          <p:cNvPicPr>
            <a:picLocks noChangeAspect="1"/>
          </p:cNvPicPr>
          <p:nvPr/>
        </p:nvPicPr>
        <p:blipFill>
          <a:blip r:embed="rId33"/>
          <a:stretch>
            <a:fillRect/>
          </a:stretch>
        </p:blipFill>
        <p:spPr>
          <a:xfrm>
            <a:off x="4573662" y="4128560"/>
            <a:ext cx="272157" cy="272157"/>
          </a:xfrm>
          <a:prstGeom prst="rect">
            <a:avLst/>
          </a:prstGeom>
        </p:spPr>
      </p:pic>
      <p:sp>
        <p:nvSpPr>
          <p:cNvPr id="209" name="文本框 208">
            <a:extLst>
              <a:ext uri="{FF2B5EF4-FFF2-40B4-BE49-F238E27FC236}">
                <a16:creationId xmlns:a16="http://schemas.microsoft.com/office/drawing/2014/main" id="{796E8B3C-C511-C8D2-0B9E-5962A0523237}"/>
              </a:ext>
            </a:extLst>
          </p:cNvPr>
          <p:cNvSpPr txBox="1"/>
          <p:nvPr/>
        </p:nvSpPr>
        <p:spPr>
          <a:xfrm>
            <a:off x="4772922" y="4135948"/>
            <a:ext cx="1215505" cy="276999"/>
          </a:xfrm>
          <a:prstGeom prst="rect">
            <a:avLst/>
          </a:prstGeom>
          <a:noFill/>
        </p:spPr>
        <p:txBody>
          <a:bodyPr wrap="square" rtlCol="0">
            <a:spAutoFit/>
          </a:bodyPr>
          <a:lstStyle>
            <a:defPPr>
              <a:defRPr lang="zh-CN"/>
            </a:defPPr>
            <a:lvl1pPr marL="0" algn="l" defTabSz="1123158" rtl="0" eaLnBrk="1" latinLnBrk="0" hangingPunct="1">
              <a:defRPr sz="2211" kern="1200">
                <a:solidFill>
                  <a:schemeClr val="tx1"/>
                </a:solidFill>
                <a:latin typeface="+mn-lt"/>
                <a:ea typeface="+mn-ea"/>
                <a:cs typeface="+mn-cs"/>
              </a:defRPr>
            </a:lvl1pPr>
            <a:lvl2pPr marL="561579" algn="l" defTabSz="1123158" rtl="0" eaLnBrk="1" latinLnBrk="0" hangingPunct="1">
              <a:defRPr sz="2211" kern="1200">
                <a:solidFill>
                  <a:schemeClr val="tx1"/>
                </a:solidFill>
                <a:latin typeface="+mn-lt"/>
                <a:ea typeface="+mn-ea"/>
                <a:cs typeface="+mn-cs"/>
              </a:defRPr>
            </a:lvl2pPr>
            <a:lvl3pPr marL="1123158" algn="l" defTabSz="1123158" rtl="0" eaLnBrk="1" latinLnBrk="0" hangingPunct="1">
              <a:defRPr sz="2211" kern="1200">
                <a:solidFill>
                  <a:schemeClr val="tx1"/>
                </a:solidFill>
                <a:latin typeface="+mn-lt"/>
                <a:ea typeface="+mn-ea"/>
                <a:cs typeface="+mn-cs"/>
              </a:defRPr>
            </a:lvl3pPr>
            <a:lvl4pPr marL="1684736" algn="l" defTabSz="1123158" rtl="0" eaLnBrk="1" latinLnBrk="0" hangingPunct="1">
              <a:defRPr sz="2211" kern="1200">
                <a:solidFill>
                  <a:schemeClr val="tx1"/>
                </a:solidFill>
                <a:latin typeface="+mn-lt"/>
                <a:ea typeface="+mn-ea"/>
                <a:cs typeface="+mn-cs"/>
              </a:defRPr>
            </a:lvl4pPr>
            <a:lvl5pPr marL="2246315" algn="l" defTabSz="1123158" rtl="0" eaLnBrk="1" latinLnBrk="0" hangingPunct="1">
              <a:defRPr sz="2211" kern="1200">
                <a:solidFill>
                  <a:schemeClr val="tx1"/>
                </a:solidFill>
                <a:latin typeface="+mn-lt"/>
                <a:ea typeface="+mn-ea"/>
                <a:cs typeface="+mn-cs"/>
              </a:defRPr>
            </a:lvl5pPr>
            <a:lvl6pPr marL="2807894" algn="l" defTabSz="1123158" rtl="0" eaLnBrk="1" latinLnBrk="0" hangingPunct="1">
              <a:defRPr sz="2211" kern="1200">
                <a:solidFill>
                  <a:schemeClr val="tx1"/>
                </a:solidFill>
                <a:latin typeface="+mn-lt"/>
                <a:ea typeface="+mn-ea"/>
                <a:cs typeface="+mn-cs"/>
              </a:defRPr>
            </a:lvl6pPr>
            <a:lvl7pPr marL="3369473" algn="l" defTabSz="1123158" rtl="0" eaLnBrk="1" latinLnBrk="0" hangingPunct="1">
              <a:defRPr sz="2211" kern="1200">
                <a:solidFill>
                  <a:schemeClr val="tx1"/>
                </a:solidFill>
                <a:latin typeface="+mn-lt"/>
                <a:ea typeface="+mn-ea"/>
                <a:cs typeface="+mn-cs"/>
              </a:defRPr>
            </a:lvl7pPr>
            <a:lvl8pPr marL="3931051" algn="l" defTabSz="1123158" rtl="0" eaLnBrk="1" latinLnBrk="0" hangingPunct="1">
              <a:defRPr sz="2211" kern="1200">
                <a:solidFill>
                  <a:schemeClr val="tx1"/>
                </a:solidFill>
                <a:latin typeface="+mn-lt"/>
                <a:ea typeface="+mn-ea"/>
                <a:cs typeface="+mn-cs"/>
              </a:defRPr>
            </a:lvl8pPr>
            <a:lvl9pPr marL="4492630" algn="l" defTabSz="1123158" rtl="0" eaLnBrk="1" latinLnBrk="0" hangingPunct="1">
              <a:defRPr sz="2211" kern="1200">
                <a:solidFill>
                  <a:schemeClr val="tx1"/>
                </a:solidFill>
                <a:latin typeface="+mn-lt"/>
                <a:ea typeface="+mn-ea"/>
                <a:cs typeface="+mn-cs"/>
              </a:defRPr>
            </a:lvl9pPr>
          </a:lstStyle>
          <a:p>
            <a:pPr algn="ctr"/>
            <a:r>
              <a:rPr lang="en-US" altLang="zh-CN" sz="1200" dirty="0">
                <a:latin typeface="微软雅黑" panose="020B0503020204020204" pitchFamily="34" charset="-122"/>
                <a:ea typeface="微软雅黑" panose="020B0503020204020204" pitchFamily="34" charset="-122"/>
              </a:rPr>
              <a:t>Constructing</a:t>
            </a:r>
          </a:p>
        </p:txBody>
      </p:sp>
      <p:pic>
        <p:nvPicPr>
          <p:cNvPr id="211" name="图片 210">
            <a:extLst>
              <a:ext uri="{FF2B5EF4-FFF2-40B4-BE49-F238E27FC236}">
                <a16:creationId xmlns:a16="http://schemas.microsoft.com/office/drawing/2014/main" id="{1551E0A2-E8FF-39A4-DAD7-9245F517718F}"/>
              </a:ext>
            </a:extLst>
          </p:cNvPr>
          <p:cNvPicPr>
            <a:picLocks noChangeAspect="1"/>
          </p:cNvPicPr>
          <p:nvPr/>
        </p:nvPicPr>
        <p:blipFill>
          <a:blip r:embed="rId34"/>
          <a:stretch>
            <a:fillRect/>
          </a:stretch>
        </p:blipFill>
        <p:spPr>
          <a:xfrm>
            <a:off x="4492439" y="4533639"/>
            <a:ext cx="378138" cy="378138"/>
          </a:xfrm>
          <a:prstGeom prst="rect">
            <a:avLst/>
          </a:prstGeom>
        </p:spPr>
      </p:pic>
      <p:sp>
        <p:nvSpPr>
          <p:cNvPr id="212" name="文本框 211">
            <a:extLst>
              <a:ext uri="{FF2B5EF4-FFF2-40B4-BE49-F238E27FC236}">
                <a16:creationId xmlns:a16="http://schemas.microsoft.com/office/drawing/2014/main" id="{A7B57F45-AB7E-1F6D-6221-97DCD1628638}"/>
              </a:ext>
            </a:extLst>
          </p:cNvPr>
          <p:cNvSpPr txBox="1"/>
          <p:nvPr/>
        </p:nvSpPr>
        <p:spPr>
          <a:xfrm>
            <a:off x="4727774" y="4566609"/>
            <a:ext cx="1430123" cy="461665"/>
          </a:xfrm>
          <a:prstGeom prst="rect">
            <a:avLst/>
          </a:prstGeom>
          <a:noFill/>
        </p:spPr>
        <p:txBody>
          <a:bodyPr wrap="square" rtlCol="0">
            <a:spAutoFit/>
          </a:bodyPr>
          <a:lstStyle>
            <a:defPPr>
              <a:defRPr lang="zh-CN"/>
            </a:defPPr>
            <a:lvl1pPr marL="0" algn="l" defTabSz="1123158" rtl="0" eaLnBrk="1" latinLnBrk="0" hangingPunct="1">
              <a:defRPr sz="2211" kern="1200">
                <a:solidFill>
                  <a:schemeClr val="tx1"/>
                </a:solidFill>
                <a:latin typeface="+mn-lt"/>
                <a:ea typeface="+mn-ea"/>
                <a:cs typeface="+mn-cs"/>
              </a:defRPr>
            </a:lvl1pPr>
            <a:lvl2pPr marL="561579" algn="l" defTabSz="1123158" rtl="0" eaLnBrk="1" latinLnBrk="0" hangingPunct="1">
              <a:defRPr sz="2211" kern="1200">
                <a:solidFill>
                  <a:schemeClr val="tx1"/>
                </a:solidFill>
                <a:latin typeface="+mn-lt"/>
                <a:ea typeface="+mn-ea"/>
                <a:cs typeface="+mn-cs"/>
              </a:defRPr>
            </a:lvl2pPr>
            <a:lvl3pPr marL="1123158" algn="l" defTabSz="1123158" rtl="0" eaLnBrk="1" latinLnBrk="0" hangingPunct="1">
              <a:defRPr sz="2211" kern="1200">
                <a:solidFill>
                  <a:schemeClr val="tx1"/>
                </a:solidFill>
                <a:latin typeface="+mn-lt"/>
                <a:ea typeface="+mn-ea"/>
                <a:cs typeface="+mn-cs"/>
              </a:defRPr>
            </a:lvl3pPr>
            <a:lvl4pPr marL="1684736" algn="l" defTabSz="1123158" rtl="0" eaLnBrk="1" latinLnBrk="0" hangingPunct="1">
              <a:defRPr sz="2211" kern="1200">
                <a:solidFill>
                  <a:schemeClr val="tx1"/>
                </a:solidFill>
                <a:latin typeface="+mn-lt"/>
                <a:ea typeface="+mn-ea"/>
                <a:cs typeface="+mn-cs"/>
              </a:defRPr>
            </a:lvl4pPr>
            <a:lvl5pPr marL="2246315" algn="l" defTabSz="1123158" rtl="0" eaLnBrk="1" latinLnBrk="0" hangingPunct="1">
              <a:defRPr sz="2211" kern="1200">
                <a:solidFill>
                  <a:schemeClr val="tx1"/>
                </a:solidFill>
                <a:latin typeface="+mn-lt"/>
                <a:ea typeface="+mn-ea"/>
                <a:cs typeface="+mn-cs"/>
              </a:defRPr>
            </a:lvl5pPr>
            <a:lvl6pPr marL="2807894" algn="l" defTabSz="1123158" rtl="0" eaLnBrk="1" latinLnBrk="0" hangingPunct="1">
              <a:defRPr sz="2211" kern="1200">
                <a:solidFill>
                  <a:schemeClr val="tx1"/>
                </a:solidFill>
                <a:latin typeface="+mn-lt"/>
                <a:ea typeface="+mn-ea"/>
                <a:cs typeface="+mn-cs"/>
              </a:defRPr>
            </a:lvl6pPr>
            <a:lvl7pPr marL="3369473" algn="l" defTabSz="1123158" rtl="0" eaLnBrk="1" latinLnBrk="0" hangingPunct="1">
              <a:defRPr sz="2211" kern="1200">
                <a:solidFill>
                  <a:schemeClr val="tx1"/>
                </a:solidFill>
                <a:latin typeface="+mn-lt"/>
                <a:ea typeface="+mn-ea"/>
                <a:cs typeface="+mn-cs"/>
              </a:defRPr>
            </a:lvl7pPr>
            <a:lvl8pPr marL="3931051" algn="l" defTabSz="1123158" rtl="0" eaLnBrk="1" latinLnBrk="0" hangingPunct="1">
              <a:defRPr sz="2211" kern="1200">
                <a:solidFill>
                  <a:schemeClr val="tx1"/>
                </a:solidFill>
                <a:latin typeface="+mn-lt"/>
                <a:ea typeface="+mn-ea"/>
                <a:cs typeface="+mn-cs"/>
              </a:defRPr>
            </a:lvl8pPr>
            <a:lvl9pPr marL="4492630" algn="l" defTabSz="1123158" rtl="0" eaLnBrk="1" latinLnBrk="0" hangingPunct="1">
              <a:defRPr sz="2211" kern="1200">
                <a:solidFill>
                  <a:schemeClr val="tx1"/>
                </a:solidFill>
                <a:latin typeface="+mn-lt"/>
                <a:ea typeface="+mn-ea"/>
                <a:cs typeface="+mn-cs"/>
              </a:defRPr>
            </a:lvl9pPr>
          </a:lstStyle>
          <a:p>
            <a:pPr algn="ctr"/>
            <a:r>
              <a:rPr lang="en-US" altLang="zh-CN" sz="1200" dirty="0">
                <a:latin typeface="微软雅黑" panose="020B0503020204020204" pitchFamily="34" charset="-122"/>
                <a:ea typeface="微软雅黑" panose="020B0503020204020204" pitchFamily="34" charset="-122"/>
              </a:rPr>
              <a:t>Read Repository Documents</a:t>
            </a:r>
          </a:p>
        </p:txBody>
      </p:sp>
      <p:sp>
        <p:nvSpPr>
          <p:cNvPr id="216" name="文本框 215">
            <a:extLst>
              <a:ext uri="{FF2B5EF4-FFF2-40B4-BE49-F238E27FC236}">
                <a16:creationId xmlns:a16="http://schemas.microsoft.com/office/drawing/2014/main" id="{CAAFFDEA-6244-F9C8-873E-735A562CB136}"/>
              </a:ext>
            </a:extLst>
          </p:cNvPr>
          <p:cNvSpPr txBox="1"/>
          <p:nvPr/>
        </p:nvSpPr>
        <p:spPr>
          <a:xfrm>
            <a:off x="1166020" y="1122560"/>
            <a:ext cx="4496827" cy="338554"/>
          </a:xfrm>
          <a:prstGeom prst="rect">
            <a:avLst/>
          </a:prstGeom>
          <a:noFill/>
        </p:spPr>
        <p:txBody>
          <a:bodyPr wrap="square" rtlCol="0">
            <a:spAutoFit/>
          </a:bodyPr>
          <a:lstStyle>
            <a:defPPr>
              <a:defRPr lang="zh-CN"/>
            </a:defPPr>
            <a:lvl1pPr marL="0" algn="l" defTabSz="1123158" rtl="0" eaLnBrk="1" latinLnBrk="0" hangingPunct="1">
              <a:defRPr sz="2211" kern="1200">
                <a:solidFill>
                  <a:schemeClr val="tx1"/>
                </a:solidFill>
                <a:latin typeface="+mn-lt"/>
                <a:ea typeface="+mn-ea"/>
                <a:cs typeface="+mn-cs"/>
              </a:defRPr>
            </a:lvl1pPr>
            <a:lvl2pPr marL="561579" algn="l" defTabSz="1123158" rtl="0" eaLnBrk="1" latinLnBrk="0" hangingPunct="1">
              <a:defRPr sz="2211" kern="1200">
                <a:solidFill>
                  <a:schemeClr val="tx1"/>
                </a:solidFill>
                <a:latin typeface="+mn-lt"/>
                <a:ea typeface="+mn-ea"/>
                <a:cs typeface="+mn-cs"/>
              </a:defRPr>
            </a:lvl2pPr>
            <a:lvl3pPr marL="1123158" algn="l" defTabSz="1123158" rtl="0" eaLnBrk="1" latinLnBrk="0" hangingPunct="1">
              <a:defRPr sz="2211" kern="1200">
                <a:solidFill>
                  <a:schemeClr val="tx1"/>
                </a:solidFill>
                <a:latin typeface="+mn-lt"/>
                <a:ea typeface="+mn-ea"/>
                <a:cs typeface="+mn-cs"/>
              </a:defRPr>
            </a:lvl3pPr>
            <a:lvl4pPr marL="1684736" algn="l" defTabSz="1123158" rtl="0" eaLnBrk="1" latinLnBrk="0" hangingPunct="1">
              <a:defRPr sz="2211" kern="1200">
                <a:solidFill>
                  <a:schemeClr val="tx1"/>
                </a:solidFill>
                <a:latin typeface="+mn-lt"/>
                <a:ea typeface="+mn-ea"/>
                <a:cs typeface="+mn-cs"/>
              </a:defRPr>
            </a:lvl4pPr>
            <a:lvl5pPr marL="2246315" algn="l" defTabSz="1123158" rtl="0" eaLnBrk="1" latinLnBrk="0" hangingPunct="1">
              <a:defRPr sz="2211" kern="1200">
                <a:solidFill>
                  <a:schemeClr val="tx1"/>
                </a:solidFill>
                <a:latin typeface="+mn-lt"/>
                <a:ea typeface="+mn-ea"/>
                <a:cs typeface="+mn-cs"/>
              </a:defRPr>
            </a:lvl5pPr>
            <a:lvl6pPr marL="2807894" algn="l" defTabSz="1123158" rtl="0" eaLnBrk="1" latinLnBrk="0" hangingPunct="1">
              <a:defRPr sz="2211" kern="1200">
                <a:solidFill>
                  <a:schemeClr val="tx1"/>
                </a:solidFill>
                <a:latin typeface="+mn-lt"/>
                <a:ea typeface="+mn-ea"/>
                <a:cs typeface="+mn-cs"/>
              </a:defRPr>
            </a:lvl6pPr>
            <a:lvl7pPr marL="3369473" algn="l" defTabSz="1123158" rtl="0" eaLnBrk="1" latinLnBrk="0" hangingPunct="1">
              <a:defRPr sz="2211" kern="1200">
                <a:solidFill>
                  <a:schemeClr val="tx1"/>
                </a:solidFill>
                <a:latin typeface="+mn-lt"/>
                <a:ea typeface="+mn-ea"/>
                <a:cs typeface="+mn-cs"/>
              </a:defRPr>
            </a:lvl7pPr>
            <a:lvl8pPr marL="3931051" algn="l" defTabSz="1123158" rtl="0" eaLnBrk="1" latinLnBrk="0" hangingPunct="1">
              <a:defRPr sz="2211" kern="1200">
                <a:solidFill>
                  <a:schemeClr val="tx1"/>
                </a:solidFill>
                <a:latin typeface="+mn-lt"/>
                <a:ea typeface="+mn-ea"/>
                <a:cs typeface="+mn-cs"/>
              </a:defRPr>
            </a:lvl8pPr>
            <a:lvl9pPr marL="4492630" algn="l" defTabSz="1123158" rtl="0" eaLnBrk="1" latinLnBrk="0" hangingPunct="1">
              <a:defRPr sz="2211" kern="1200">
                <a:solidFill>
                  <a:schemeClr val="tx1"/>
                </a:solidFill>
                <a:latin typeface="+mn-lt"/>
                <a:ea typeface="+mn-ea"/>
                <a:cs typeface="+mn-cs"/>
              </a:defRPr>
            </a:lvl9pPr>
          </a:lstStyle>
          <a:p>
            <a:pPr algn="ctr"/>
            <a:r>
              <a:rPr lang="en-US" altLang="zh-CN" sz="1600" b="1" dirty="0">
                <a:latin typeface="微软雅黑" panose="020B0503020204020204" pitchFamily="34" charset="-122"/>
                <a:ea typeface="微软雅黑" panose="020B0503020204020204" pitchFamily="34" charset="-122"/>
              </a:rPr>
              <a:t>(a) Languages and Repositories Selection</a:t>
            </a:r>
            <a:endParaRPr lang="zh-CN" altLang="en-US" sz="1600" b="1" dirty="0">
              <a:latin typeface="微软雅黑" panose="020B0503020204020204" pitchFamily="34" charset="-122"/>
              <a:ea typeface="微软雅黑" panose="020B0503020204020204" pitchFamily="34" charset="-122"/>
            </a:endParaRPr>
          </a:p>
        </p:txBody>
      </p:sp>
      <p:sp>
        <p:nvSpPr>
          <p:cNvPr id="217" name="文本框 216">
            <a:extLst>
              <a:ext uri="{FF2B5EF4-FFF2-40B4-BE49-F238E27FC236}">
                <a16:creationId xmlns:a16="http://schemas.microsoft.com/office/drawing/2014/main" id="{D0B7E291-DA63-BD26-FD7A-352869B6F6EC}"/>
              </a:ext>
            </a:extLst>
          </p:cNvPr>
          <p:cNvSpPr txBox="1"/>
          <p:nvPr/>
        </p:nvSpPr>
        <p:spPr>
          <a:xfrm>
            <a:off x="6018842" y="1151655"/>
            <a:ext cx="4496827" cy="338554"/>
          </a:xfrm>
          <a:prstGeom prst="rect">
            <a:avLst/>
          </a:prstGeom>
          <a:noFill/>
        </p:spPr>
        <p:txBody>
          <a:bodyPr wrap="square" rtlCol="0">
            <a:spAutoFit/>
          </a:bodyPr>
          <a:lstStyle>
            <a:defPPr>
              <a:defRPr lang="zh-CN"/>
            </a:defPPr>
            <a:lvl1pPr marL="0" algn="l" defTabSz="1123158" rtl="0" eaLnBrk="1" latinLnBrk="0" hangingPunct="1">
              <a:defRPr sz="2211" kern="1200">
                <a:solidFill>
                  <a:schemeClr val="tx1"/>
                </a:solidFill>
                <a:latin typeface="+mn-lt"/>
                <a:ea typeface="+mn-ea"/>
                <a:cs typeface="+mn-cs"/>
              </a:defRPr>
            </a:lvl1pPr>
            <a:lvl2pPr marL="561579" algn="l" defTabSz="1123158" rtl="0" eaLnBrk="1" latinLnBrk="0" hangingPunct="1">
              <a:defRPr sz="2211" kern="1200">
                <a:solidFill>
                  <a:schemeClr val="tx1"/>
                </a:solidFill>
                <a:latin typeface="+mn-lt"/>
                <a:ea typeface="+mn-ea"/>
                <a:cs typeface="+mn-cs"/>
              </a:defRPr>
            </a:lvl2pPr>
            <a:lvl3pPr marL="1123158" algn="l" defTabSz="1123158" rtl="0" eaLnBrk="1" latinLnBrk="0" hangingPunct="1">
              <a:defRPr sz="2211" kern="1200">
                <a:solidFill>
                  <a:schemeClr val="tx1"/>
                </a:solidFill>
                <a:latin typeface="+mn-lt"/>
                <a:ea typeface="+mn-ea"/>
                <a:cs typeface="+mn-cs"/>
              </a:defRPr>
            </a:lvl3pPr>
            <a:lvl4pPr marL="1684736" algn="l" defTabSz="1123158" rtl="0" eaLnBrk="1" latinLnBrk="0" hangingPunct="1">
              <a:defRPr sz="2211" kern="1200">
                <a:solidFill>
                  <a:schemeClr val="tx1"/>
                </a:solidFill>
                <a:latin typeface="+mn-lt"/>
                <a:ea typeface="+mn-ea"/>
                <a:cs typeface="+mn-cs"/>
              </a:defRPr>
            </a:lvl4pPr>
            <a:lvl5pPr marL="2246315" algn="l" defTabSz="1123158" rtl="0" eaLnBrk="1" latinLnBrk="0" hangingPunct="1">
              <a:defRPr sz="2211" kern="1200">
                <a:solidFill>
                  <a:schemeClr val="tx1"/>
                </a:solidFill>
                <a:latin typeface="+mn-lt"/>
                <a:ea typeface="+mn-ea"/>
                <a:cs typeface="+mn-cs"/>
              </a:defRPr>
            </a:lvl5pPr>
            <a:lvl6pPr marL="2807894" algn="l" defTabSz="1123158" rtl="0" eaLnBrk="1" latinLnBrk="0" hangingPunct="1">
              <a:defRPr sz="2211" kern="1200">
                <a:solidFill>
                  <a:schemeClr val="tx1"/>
                </a:solidFill>
                <a:latin typeface="+mn-lt"/>
                <a:ea typeface="+mn-ea"/>
                <a:cs typeface="+mn-cs"/>
              </a:defRPr>
            </a:lvl6pPr>
            <a:lvl7pPr marL="3369473" algn="l" defTabSz="1123158" rtl="0" eaLnBrk="1" latinLnBrk="0" hangingPunct="1">
              <a:defRPr sz="2211" kern="1200">
                <a:solidFill>
                  <a:schemeClr val="tx1"/>
                </a:solidFill>
                <a:latin typeface="+mn-lt"/>
                <a:ea typeface="+mn-ea"/>
                <a:cs typeface="+mn-cs"/>
              </a:defRPr>
            </a:lvl7pPr>
            <a:lvl8pPr marL="3931051" algn="l" defTabSz="1123158" rtl="0" eaLnBrk="1" latinLnBrk="0" hangingPunct="1">
              <a:defRPr sz="2211" kern="1200">
                <a:solidFill>
                  <a:schemeClr val="tx1"/>
                </a:solidFill>
                <a:latin typeface="+mn-lt"/>
                <a:ea typeface="+mn-ea"/>
                <a:cs typeface="+mn-cs"/>
              </a:defRPr>
            </a:lvl8pPr>
            <a:lvl9pPr marL="4492630" algn="l" defTabSz="1123158" rtl="0" eaLnBrk="1" latinLnBrk="0" hangingPunct="1">
              <a:defRPr sz="2211" kern="1200">
                <a:solidFill>
                  <a:schemeClr val="tx1"/>
                </a:solidFill>
                <a:latin typeface="+mn-lt"/>
                <a:ea typeface="+mn-ea"/>
                <a:cs typeface="+mn-cs"/>
              </a:defRPr>
            </a:lvl9pPr>
          </a:lstStyle>
          <a:p>
            <a:pPr algn="ctr"/>
            <a:r>
              <a:rPr lang="en-US" altLang="zh-CN" sz="1600" b="1" dirty="0">
                <a:latin typeface="微软雅黑" panose="020B0503020204020204" pitchFamily="34" charset="-122"/>
                <a:ea typeface="微软雅黑" panose="020B0503020204020204" pitchFamily="34" charset="-122"/>
              </a:rPr>
              <a:t>(b) Pull Requests Data Collection</a:t>
            </a:r>
            <a:endParaRPr lang="zh-CN" altLang="en-US" sz="1600" b="1" dirty="0">
              <a:latin typeface="微软雅黑" panose="020B0503020204020204" pitchFamily="34" charset="-122"/>
              <a:ea typeface="微软雅黑" panose="020B0503020204020204" pitchFamily="34" charset="-122"/>
            </a:endParaRPr>
          </a:p>
        </p:txBody>
      </p:sp>
      <p:sp>
        <p:nvSpPr>
          <p:cNvPr id="218" name="文本框 217">
            <a:extLst>
              <a:ext uri="{FF2B5EF4-FFF2-40B4-BE49-F238E27FC236}">
                <a16:creationId xmlns:a16="http://schemas.microsoft.com/office/drawing/2014/main" id="{27282D56-D4CB-E466-86A5-CB77BAFCD865}"/>
              </a:ext>
            </a:extLst>
          </p:cNvPr>
          <p:cNvSpPr txBox="1"/>
          <p:nvPr/>
        </p:nvSpPr>
        <p:spPr>
          <a:xfrm>
            <a:off x="598745" y="3104036"/>
            <a:ext cx="4496827" cy="338554"/>
          </a:xfrm>
          <a:prstGeom prst="rect">
            <a:avLst/>
          </a:prstGeom>
          <a:noFill/>
        </p:spPr>
        <p:txBody>
          <a:bodyPr wrap="square" rtlCol="0">
            <a:spAutoFit/>
          </a:bodyPr>
          <a:lstStyle>
            <a:defPPr>
              <a:defRPr lang="zh-CN"/>
            </a:defPPr>
            <a:lvl1pPr marL="0" algn="l" defTabSz="1123158" rtl="0" eaLnBrk="1" latinLnBrk="0" hangingPunct="1">
              <a:defRPr sz="2211" kern="1200">
                <a:solidFill>
                  <a:schemeClr val="tx1"/>
                </a:solidFill>
                <a:latin typeface="+mn-lt"/>
                <a:ea typeface="+mn-ea"/>
                <a:cs typeface="+mn-cs"/>
              </a:defRPr>
            </a:lvl1pPr>
            <a:lvl2pPr marL="561579" algn="l" defTabSz="1123158" rtl="0" eaLnBrk="1" latinLnBrk="0" hangingPunct="1">
              <a:defRPr sz="2211" kern="1200">
                <a:solidFill>
                  <a:schemeClr val="tx1"/>
                </a:solidFill>
                <a:latin typeface="+mn-lt"/>
                <a:ea typeface="+mn-ea"/>
                <a:cs typeface="+mn-cs"/>
              </a:defRPr>
            </a:lvl2pPr>
            <a:lvl3pPr marL="1123158" algn="l" defTabSz="1123158" rtl="0" eaLnBrk="1" latinLnBrk="0" hangingPunct="1">
              <a:defRPr sz="2211" kern="1200">
                <a:solidFill>
                  <a:schemeClr val="tx1"/>
                </a:solidFill>
                <a:latin typeface="+mn-lt"/>
                <a:ea typeface="+mn-ea"/>
                <a:cs typeface="+mn-cs"/>
              </a:defRPr>
            </a:lvl3pPr>
            <a:lvl4pPr marL="1684736" algn="l" defTabSz="1123158" rtl="0" eaLnBrk="1" latinLnBrk="0" hangingPunct="1">
              <a:defRPr sz="2211" kern="1200">
                <a:solidFill>
                  <a:schemeClr val="tx1"/>
                </a:solidFill>
                <a:latin typeface="+mn-lt"/>
                <a:ea typeface="+mn-ea"/>
                <a:cs typeface="+mn-cs"/>
              </a:defRPr>
            </a:lvl4pPr>
            <a:lvl5pPr marL="2246315" algn="l" defTabSz="1123158" rtl="0" eaLnBrk="1" latinLnBrk="0" hangingPunct="1">
              <a:defRPr sz="2211" kern="1200">
                <a:solidFill>
                  <a:schemeClr val="tx1"/>
                </a:solidFill>
                <a:latin typeface="+mn-lt"/>
                <a:ea typeface="+mn-ea"/>
                <a:cs typeface="+mn-cs"/>
              </a:defRPr>
            </a:lvl5pPr>
            <a:lvl6pPr marL="2807894" algn="l" defTabSz="1123158" rtl="0" eaLnBrk="1" latinLnBrk="0" hangingPunct="1">
              <a:defRPr sz="2211" kern="1200">
                <a:solidFill>
                  <a:schemeClr val="tx1"/>
                </a:solidFill>
                <a:latin typeface="+mn-lt"/>
                <a:ea typeface="+mn-ea"/>
                <a:cs typeface="+mn-cs"/>
              </a:defRPr>
            </a:lvl6pPr>
            <a:lvl7pPr marL="3369473" algn="l" defTabSz="1123158" rtl="0" eaLnBrk="1" latinLnBrk="0" hangingPunct="1">
              <a:defRPr sz="2211" kern="1200">
                <a:solidFill>
                  <a:schemeClr val="tx1"/>
                </a:solidFill>
                <a:latin typeface="+mn-lt"/>
                <a:ea typeface="+mn-ea"/>
                <a:cs typeface="+mn-cs"/>
              </a:defRPr>
            </a:lvl7pPr>
            <a:lvl8pPr marL="3931051" algn="l" defTabSz="1123158" rtl="0" eaLnBrk="1" latinLnBrk="0" hangingPunct="1">
              <a:defRPr sz="2211" kern="1200">
                <a:solidFill>
                  <a:schemeClr val="tx1"/>
                </a:solidFill>
                <a:latin typeface="+mn-lt"/>
                <a:ea typeface="+mn-ea"/>
                <a:cs typeface="+mn-cs"/>
              </a:defRPr>
            </a:lvl8pPr>
            <a:lvl9pPr marL="4492630" algn="l" defTabSz="1123158" rtl="0" eaLnBrk="1" latinLnBrk="0" hangingPunct="1">
              <a:defRPr sz="2211" kern="1200">
                <a:solidFill>
                  <a:schemeClr val="tx1"/>
                </a:solidFill>
                <a:latin typeface="+mn-lt"/>
                <a:ea typeface="+mn-ea"/>
                <a:cs typeface="+mn-cs"/>
              </a:defRPr>
            </a:lvl9pPr>
          </a:lstStyle>
          <a:p>
            <a:pPr algn="ctr"/>
            <a:r>
              <a:rPr lang="en-US" altLang="zh-CN" sz="1600" b="1" dirty="0">
                <a:latin typeface="微软雅黑" panose="020B0503020204020204" pitchFamily="34" charset="-122"/>
                <a:ea typeface="微软雅黑" panose="020B0503020204020204" pitchFamily="34" charset="-122"/>
              </a:rPr>
              <a:t>(c) Task Instances Construction</a:t>
            </a:r>
            <a:endParaRPr lang="zh-CN" altLang="en-US" sz="1600" b="1" dirty="0">
              <a:latin typeface="微软雅黑" panose="020B0503020204020204" pitchFamily="34" charset="-122"/>
              <a:ea typeface="微软雅黑" panose="020B0503020204020204" pitchFamily="34" charset="-122"/>
            </a:endParaRPr>
          </a:p>
        </p:txBody>
      </p:sp>
      <p:sp>
        <p:nvSpPr>
          <p:cNvPr id="219" name="文本框 218">
            <a:extLst>
              <a:ext uri="{FF2B5EF4-FFF2-40B4-BE49-F238E27FC236}">
                <a16:creationId xmlns:a16="http://schemas.microsoft.com/office/drawing/2014/main" id="{066F9E4B-8C57-7E5E-5F18-E973EDB8F81B}"/>
              </a:ext>
            </a:extLst>
          </p:cNvPr>
          <p:cNvSpPr txBox="1"/>
          <p:nvPr/>
        </p:nvSpPr>
        <p:spPr>
          <a:xfrm>
            <a:off x="5981379" y="3130340"/>
            <a:ext cx="4496827" cy="338554"/>
          </a:xfrm>
          <a:prstGeom prst="rect">
            <a:avLst/>
          </a:prstGeom>
          <a:noFill/>
        </p:spPr>
        <p:txBody>
          <a:bodyPr wrap="square" rtlCol="0">
            <a:spAutoFit/>
          </a:bodyPr>
          <a:lstStyle>
            <a:defPPr>
              <a:defRPr lang="zh-CN"/>
            </a:defPPr>
            <a:lvl1pPr marL="0" algn="l" defTabSz="1123158" rtl="0" eaLnBrk="1" latinLnBrk="0" hangingPunct="1">
              <a:defRPr sz="2211" kern="1200">
                <a:solidFill>
                  <a:schemeClr val="tx1"/>
                </a:solidFill>
                <a:latin typeface="+mn-lt"/>
                <a:ea typeface="+mn-ea"/>
                <a:cs typeface="+mn-cs"/>
              </a:defRPr>
            </a:lvl1pPr>
            <a:lvl2pPr marL="561579" algn="l" defTabSz="1123158" rtl="0" eaLnBrk="1" latinLnBrk="0" hangingPunct="1">
              <a:defRPr sz="2211" kern="1200">
                <a:solidFill>
                  <a:schemeClr val="tx1"/>
                </a:solidFill>
                <a:latin typeface="+mn-lt"/>
                <a:ea typeface="+mn-ea"/>
                <a:cs typeface="+mn-cs"/>
              </a:defRPr>
            </a:lvl2pPr>
            <a:lvl3pPr marL="1123158" algn="l" defTabSz="1123158" rtl="0" eaLnBrk="1" latinLnBrk="0" hangingPunct="1">
              <a:defRPr sz="2211" kern="1200">
                <a:solidFill>
                  <a:schemeClr val="tx1"/>
                </a:solidFill>
                <a:latin typeface="+mn-lt"/>
                <a:ea typeface="+mn-ea"/>
                <a:cs typeface="+mn-cs"/>
              </a:defRPr>
            </a:lvl3pPr>
            <a:lvl4pPr marL="1684736" algn="l" defTabSz="1123158" rtl="0" eaLnBrk="1" latinLnBrk="0" hangingPunct="1">
              <a:defRPr sz="2211" kern="1200">
                <a:solidFill>
                  <a:schemeClr val="tx1"/>
                </a:solidFill>
                <a:latin typeface="+mn-lt"/>
                <a:ea typeface="+mn-ea"/>
                <a:cs typeface="+mn-cs"/>
              </a:defRPr>
            </a:lvl4pPr>
            <a:lvl5pPr marL="2246315" algn="l" defTabSz="1123158" rtl="0" eaLnBrk="1" latinLnBrk="0" hangingPunct="1">
              <a:defRPr sz="2211" kern="1200">
                <a:solidFill>
                  <a:schemeClr val="tx1"/>
                </a:solidFill>
                <a:latin typeface="+mn-lt"/>
                <a:ea typeface="+mn-ea"/>
                <a:cs typeface="+mn-cs"/>
              </a:defRPr>
            </a:lvl5pPr>
            <a:lvl6pPr marL="2807894" algn="l" defTabSz="1123158" rtl="0" eaLnBrk="1" latinLnBrk="0" hangingPunct="1">
              <a:defRPr sz="2211" kern="1200">
                <a:solidFill>
                  <a:schemeClr val="tx1"/>
                </a:solidFill>
                <a:latin typeface="+mn-lt"/>
                <a:ea typeface="+mn-ea"/>
                <a:cs typeface="+mn-cs"/>
              </a:defRPr>
            </a:lvl6pPr>
            <a:lvl7pPr marL="3369473" algn="l" defTabSz="1123158" rtl="0" eaLnBrk="1" latinLnBrk="0" hangingPunct="1">
              <a:defRPr sz="2211" kern="1200">
                <a:solidFill>
                  <a:schemeClr val="tx1"/>
                </a:solidFill>
                <a:latin typeface="+mn-lt"/>
                <a:ea typeface="+mn-ea"/>
                <a:cs typeface="+mn-cs"/>
              </a:defRPr>
            </a:lvl7pPr>
            <a:lvl8pPr marL="3931051" algn="l" defTabSz="1123158" rtl="0" eaLnBrk="1" latinLnBrk="0" hangingPunct="1">
              <a:defRPr sz="2211" kern="1200">
                <a:solidFill>
                  <a:schemeClr val="tx1"/>
                </a:solidFill>
                <a:latin typeface="+mn-lt"/>
                <a:ea typeface="+mn-ea"/>
                <a:cs typeface="+mn-cs"/>
              </a:defRPr>
            </a:lvl8pPr>
            <a:lvl9pPr marL="4492630" algn="l" defTabSz="1123158" rtl="0" eaLnBrk="1" latinLnBrk="0" hangingPunct="1">
              <a:defRPr sz="2211" kern="1200">
                <a:solidFill>
                  <a:schemeClr val="tx1"/>
                </a:solidFill>
                <a:latin typeface="+mn-lt"/>
                <a:ea typeface="+mn-ea"/>
                <a:cs typeface="+mn-cs"/>
              </a:defRPr>
            </a:lvl9pPr>
          </a:lstStyle>
          <a:p>
            <a:pPr algn="ctr"/>
            <a:r>
              <a:rPr lang="en-US" altLang="zh-CN" sz="1600" b="1" dirty="0">
                <a:latin typeface="微软雅黑" panose="020B0503020204020204" pitchFamily="34" charset="-122"/>
                <a:ea typeface="微软雅黑" panose="020B0503020204020204" pitchFamily="34" charset="-122"/>
              </a:rPr>
              <a:t>(d) Execution-based verification</a:t>
            </a:r>
            <a:endParaRPr lang="zh-CN" altLang="en-US" sz="1600" b="1"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8650223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同侧圆角矩形 34">
            <a:extLst>
              <a:ext uri="{FF2B5EF4-FFF2-40B4-BE49-F238E27FC236}">
                <a16:creationId xmlns:a16="http://schemas.microsoft.com/office/drawing/2014/main" id="{0BA64A8D-8DE1-1D75-20D1-8AD44B7A8220}"/>
              </a:ext>
            </a:extLst>
          </p:cNvPr>
          <p:cNvSpPr/>
          <p:nvPr/>
        </p:nvSpPr>
        <p:spPr>
          <a:xfrm>
            <a:off x="871321" y="635255"/>
            <a:ext cx="10886787" cy="859797"/>
          </a:xfrm>
          <a:prstGeom prst="round2SameRect">
            <a:avLst>
              <a:gd name="adj1" fmla="val 3267"/>
              <a:gd name="adj2" fmla="val 0"/>
            </a:avLst>
          </a:prstGeom>
          <a:solidFill>
            <a:srgbClr val="F5F8FA"/>
          </a:solidFill>
          <a:ln w="38100">
            <a:solidFill>
              <a:srgbClr val="D7DFE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7" name="文本框 6">
            <a:extLst>
              <a:ext uri="{FF2B5EF4-FFF2-40B4-BE49-F238E27FC236}">
                <a16:creationId xmlns:a16="http://schemas.microsoft.com/office/drawing/2014/main" id="{C762CB56-7BF3-F161-CF1B-4F93AA527F85}"/>
              </a:ext>
            </a:extLst>
          </p:cNvPr>
          <p:cNvSpPr txBox="1"/>
          <p:nvPr/>
        </p:nvSpPr>
        <p:spPr>
          <a:xfrm>
            <a:off x="951895" y="663061"/>
            <a:ext cx="2271776" cy="307777"/>
          </a:xfrm>
          <a:prstGeom prst="rect">
            <a:avLst/>
          </a:prstGeom>
          <a:noFill/>
        </p:spPr>
        <p:txBody>
          <a:bodyPr wrap="none" rtlCol="0">
            <a:spAutoFit/>
          </a:bodyPr>
          <a:lstStyle/>
          <a:p>
            <a:r>
              <a:rPr kumimoji="1" lang="en-US" altLang="zh-CN" sz="1400" b="1" dirty="0"/>
              <a:t>Repo:</a:t>
            </a:r>
            <a:r>
              <a:rPr kumimoji="1" lang="zh-CN" altLang="en-US" sz="1400" b="1" dirty="0"/>
              <a:t> </a:t>
            </a:r>
            <a:r>
              <a:rPr kumimoji="1" lang="en-US" altLang="zh-CN" sz="1200" dirty="0" err="1"/>
              <a:t>tailwindlabs</a:t>
            </a:r>
            <a:r>
              <a:rPr kumimoji="1" lang="en-US" altLang="zh-CN" sz="1200" dirty="0"/>
              <a:t>/</a:t>
            </a:r>
            <a:r>
              <a:rPr kumimoji="1" lang="en-US" altLang="zh-CN" sz="1200" dirty="0" err="1"/>
              <a:t>tailwindcss</a:t>
            </a:r>
            <a:r>
              <a:rPr kumimoji="1" lang="en-US" altLang="zh-CN" sz="1200" dirty="0"/>
              <a:t> </a:t>
            </a:r>
            <a:endParaRPr kumimoji="1" lang="zh-CN" altLang="en-US" sz="1200" dirty="0"/>
          </a:p>
        </p:txBody>
      </p:sp>
      <p:sp>
        <p:nvSpPr>
          <p:cNvPr id="8" name="文本框 7">
            <a:extLst>
              <a:ext uri="{FF2B5EF4-FFF2-40B4-BE49-F238E27FC236}">
                <a16:creationId xmlns:a16="http://schemas.microsoft.com/office/drawing/2014/main" id="{14A675A8-F46E-9682-69FD-39EFD7F34BF9}"/>
              </a:ext>
            </a:extLst>
          </p:cNvPr>
          <p:cNvSpPr txBox="1"/>
          <p:nvPr/>
        </p:nvSpPr>
        <p:spPr>
          <a:xfrm>
            <a:off x="5586155" y="610094"/>
            <a:ext cx="3270447" cy="307777"/>
          </a:xfrm>
          <a:prstGeom prst="rect">
            <a:avLst/>
          </a:prstGeom>
          <a:noFill/>
        </p:spPr>
        <p:txBody>
          <a:bodyPr wrap="none" rtlCol="0">
            <a:spAutoFit/>
          </a:bodyPr>
          <a:lstStyle/>
          <a:p>
            <a:r>
              <a:rPr kumimoji="1" lang="en-US" altLang="zh-CN" sz="1400" b="1" dirty="0"/>
              <a:t>Instance ID:</a:t>
            </a:r>
            <a:r>
              <a:rPr kumimoji="1" lang="zh-CN" altLang="en-US" sz="1400" b="1" dirty="0"/>
              <a:t> </a:t>
            </a:r>
            <a:r>
              <a:rPr kumimoji="1" lang="en-US" altLang="zh-CN" sz="1200" dirty="0"/>
              <a:t>tailwindlabs__tailwindcss-10212</a:t>
            </a:r>
            <a:endParaRPr kumimoji="1" lang="zh-CN" altLang="en-US" sz="1200" dirty="0"/>
          </a:p>
        </p:txBody>
      </p:sp>
      <p:sp>
        <p:nvSpPr>
          <p:cNvPr id="9" name="文本框 8">
            <a:extLst>
              <a:ext uri="{FF2B5EF4-FFF2-40B4-BE49-F238E27FC236}">
                <a16:creationId xmlns:a16="http://schemas.microsoft.com/office/drawing/2014/main" id="{B91894B5-9C03-C5BC-FBDB-04D100ECB521}"/>
              </a:ext>
            </a:extLst>
          </p:cNvPr>
          <p:cNvSpPr txBox="1"/>
          <p:nvPr/>
        </p:nvSpPr>
        <p:spPr>
          <a:xfrm>
            <a:off x="944107" y="906269"/>
            <a:ext cx="1951175" cy="307777"/>
          </a:xfrm>
          <a:prstGeom prst="rect">
            <a:avLst/>
          </a:prstGeom>
          <a:noFill/>
        </p:spPr>
        <p:txBody>
          <a:bodyPr wrap="none" rtlCol="0">
            <a:spAutoFit/>
          </a:bodyPr>
          <a:lstStyle/>
          <a:p>
            <a:r>
              <a:rPr kumimoji="1" lang="en-US" altLang="zh-CN" sz="1400" b="1" dirty="0"/>
              <a:t>Created At</a:t>
            </a:r>
            <a:r>
              <a:rPr kumimoji="1" lang="en-US" altLang="zh-CN" sz="1400" dirty="0"/>
              <a:t>:</a:t>
            </a:r>
            <a:r>
              <a:rPr kumimoji="1" lang="zh-CN" altLang="en-US" sz="1400" dirty="0"/>
              <a:t> </a:t>
            </a:r>
            <a:r>
              <a:rPr kumimoji="1" lang="en-US" altLang="zh-CN" sz="1200" dirty="0"/>
              <a:t>2023-04-04</a:t>
            </a:r>
            <a:endParaRPr kumimoji="1" lang="zh-CN" altLang="en-US" sz="1200" dirty="0"/>
          </a:p>
        </p:txBody>
      </p:sp>
      <p:sp>
        <p:nvSpPr>
          <p:cNvPr id="10" name="文本框 9">
            <a:extLst>
              <a:ext uri="{FF2B5EF4-FFF2-40B4-BE49-F238E27FC236}">
                <a16:creationId xmlns:a16="http://schemas.microsoft.com/office/drawing/2014/main" id="{52B2B77C-636A-EEE0-F2BA-E3A4DC3DAB90}"/>
              </a:ext>
            </a:extLst>
          </p:cNvPr>
          <p:cNvSpPr txBox="1"/>
          <p:nvPr/>
        </p:nvSpPr>
        <p:spPr>
          <a:xfrm>
            <a:off x="3390949" y="635255"/>
            <a:ext cx="1707519" cy="307777"/>
          </a:xfrm>
          <a:prstGeom prst="rect">
            <a:avLst/>
          </a:prstGeom>
          <a:noFill/>
        </p:spPr>
        <p:txBody>
          <a:bodyPr wrap="none" rtlCol="0">
            <a:spAutoFit/>
          </a:bodyPr>
          <a:lstStyle/>
          <a:p>
            <a:r>
              <a:rPr kumimoji="1" lang="en-US" altLang="zh-CN" sz="1400" b="1" dirty="0"/>
              <a:t>Pull Number:</a:t>
            </a:r>
            <a:r>
              <a:rPr kumimoji="1" lang="zh-CN" altLang="en-US" sz="1400" b="1" dirty="0"/>
              <a:t> </a:t>
            </a:r>
            <a:r>
              <a:rPr kumimoji="1" lang="en-US" altLang="zh-CN" sz="1200" dirty="0"/>
              <a:t>10212</a:t>
            </a:r>
            <a:endParaRPr kumimoji="1" lang="zh-CN" altLang="en-US" sz="1200" dirty="0"/>
          </a:p>
        </p:txBody>
      </p:sp>
      <p:sp>
        <p:nvSpPr>
          <p:cNvPr id="11" name="文本框 10">
            <a:extLst>
              <a:ext uri="{FF2B5EF4-FFF2-40B4-BE49-F238E27FC236}">
                <a16:creationId xmlns:a16="http://schemas.microsoft.com/office/drawing/2014/main" id="{E62359DF-2CD2-04F8-1C7B-E51F60D2B981}"/>
              </a:ext>
            </a:extLst>
          </p:cNvPr>
          <p:cNvSpPr txBox="1"/>
          <p:nvPr/>
        </p:nvSpPr>
        <p:spPr>
          <a:xfrm>
            <a:off x="8236532" y="913893"/>
            <a:ext cx="1087157" cy="307777"/>
          </a:xfrm>
          <a:prstGeom prst="rect">
            <a:avLst/>
          </a:prstGeom>
          <a:noFill/>
        </p:spPr>
        <p:txBody>
          <a:bodyPr wrap="none" rtlCol="0">
            <a:spAutoFit/>
          </a:bodyPr>
          <a:lstStyle/>
          <a:p>
            <a:r>
              <a:rPr kumimoji="1" lang="en-US" altLang="zh-CN" sz="1400" b="1" dirty="0"/>
              <a:t>Version:</a:t>
            </a:r>
            <a:r>
              <a:rPr kumimoji="1" lang="zh-CN" altLang="en-US" sz="1400" b="1" dirty="0"/>
              <a:t> </a:t>
            </a:r>
            <a:r>
              <a:rPr kumimoji="1" lang="en-US" altLang="zh-CN" sz="1200" dirty="0"/>
              <a:t>3.2</a:t>
            </a:r>
            <a:endParaRPr kumimoji="1" lang="zh-CN" altLang="en-US" sz="1200" dirty="0"/>
          </a:p>
        </p:txBody>
      </p:sp>
      <p:sp>
        <p:nvSpPr>
          <p:cNvPr id="12" name="文本框 11">
            <a:extLst>
              <a:ext uri="{FF2B5EF4-FFF2-40B4-BE49-F238E27FC236}">
                <a16:creationId xmlns:a16="http://schemas.microsoft.com/office/drawing/2014/main" id="{07E16D7C-2C13-9DA8-8CB5-BC77102FA0CB}"/>
              </a:ext>
            </a:extLst>
          </p:cNvPr>
          <p:cNvSpPr txBox="1"/>
          <p:nvPr/>
        </p:nvSpPr>
        <p:spPr>
          <a:xfrm>
            <a:off x="3376078" y="905093"/>
            <a:ext cx="2129109" cy="307777"/>
          </a:xfrm>
          <a:prstGeom prst="rect">
            <a:avLst/>
          </a:prstGeom>
          <a:noFill/>
        </p:spPr>
        <p:txBody>
          <a:bodyPr wrap="none" rtlCol="0">
            <a:spAutoFit/>
          </a:bodyPr>
          <a:lstStyle/>
          <a:p>
            <a:r>
              <a:rPr kumimoji="1" lang="en-US" altLang="zh-CN" sz="1400" b="1" dirty="0"/>
              <a:t>Base Commit:   </a:t>
            </a:r>
            <a:r>
              <a:rPr kumimoji="1" lang="en" altLang="zh-CN" sz="1200" dirty="0"/>
              <a:t>d731049...</a:t>
            </a:r>
          </a:p>
        </p:txBody>
      </p:sp>
      <p:sp>
        <p:nvSpPr>
          <p:cNvPr id="15" name="文本框 14">
            <a:extLst>
              <a:ext uri="{FF2B5EF4-FFF2-40B4-BE49-F238E27FC236}">
                <a16:creationId xmlns:a16="http://schemas.microsoft.com/office/drawing/2014/main" id="{BF10B997-74DD-2735-BEC5-B38EEF6A755D}"/>
              </a:ext>
            </a:extLst>
          </p:cNvPr>
          <p:cNvSpPr txBox="1"/>
          <p:nvPr/>
        </p:nvSpPr>
        <p:spPr>
          <a:xfrm>
            <a:off x="5595730" y="876866"/>
            <a:ext cx="2089033" cy="307777"/>
          </a:xfrm>
          <a:prstGeom prst="rect">
            <a:avLst/>
          </a:prstGeom>
          <a:noFill/>
        </p:spPr>
        <p:txBody>
          <a:bodyPr wrap="none" rtlCol="0">
            <a:spAutoFit/>
          </a:bodyPr>
          <a:lstStyle/>
          <a:p>
            <a:r>
              <a:rPr kumimoji="1" lang="en-US" altLang="zh-CN" sz="1400" b="1" dirty="0"/>
              <a:t>Issue Numbers: </a:t>
            </a:r>
            <a:r>
              <a:rPr kumimoji="1" lang="en-US" altLang="zh-CN" sz="1200" dirty="0"/>
              <a:t>[“10180”]</a:t>
            </a:r>
            <a:endParaRPr kumimoji="1" lang="zh-CN" altLang="en-US" sz="1200" dirty="0"/>
          </a:p>
        </p:txBody>
      </p:sp>
      <p:sp>
        <p:nvSpPr>
          <p:cNvPr id="17" name="文本框 16">
            <a:extLst>
              <a:ext uri="{FF2B5EF4-FFF2-40B4-BE49-F238E27FC236}">
                <a16:creationId xmlns:a16="http://schemas.microsoft.com/office/drawing/2014/main" id="{614B0AD5-9B91-95D0-5D0F-1626D200097F}"/>
              </a:ext>
            </a:extLst>
          </p:cNvPr>
          <p:cNvSpPr txBox="1"/>
          <p:nvPr/>
        </p:nvSpPr>
        <p:spPr>
          <a:xfrm>
            <a:off x="5586832" y="1191978"/>
            <a:ext cx="2738250" cy="307777"/>
          </a:xfrm>
          <a:prstGeom prst="rect">
            <a:avLst/>
          </a:prstGeom>
          <a:noFill/>
        </p:spPr>
        <p:txBody>
          <a:bodyPr wrap="none" rtlCol="0">
            <a:spAutoFit/>
          </a:bodyPr>
          <a:lstStyle/>
          <a:p>
            <a:r>
              <a:rPr kumimoji="1" lang="en-US" altLang="zh-CN" sz="1400" b="1" dirty="0"/>
              <a:t>Fail2Pass: </a:t>
            </a:r>
            <a:r>
              <a:rPr kumimoji="1" lang="en-US" altLang="zh-CN" sz="1000" dirty="0"/>
              <a:t>[</a:t>
            </a:r>
            <a:r>
              <a:rPr lang="en" altLang="zh-CN" sz="1000" b="0" dirty="0">
                <a:effectLst/>
              </a:rPr>
              <a:t>"tests/default-</a:t>
            </a:r>
            <a:r>
              <a:rPr lang="en" altLang="zh-CN" sz="1000" b="0" dirty="0" err="1">
                <a:effectLst/>
              </a:rPr>
              <a:t>extractor.test.js</a:t>
            </a:r>
            <a:r>
              <a:rPr lang="en" altLang="zh-CN" sz="1000" b="0" dirty="0">
                <a:effectLst/>
              </a:rPr>
              <a:t>"</a:t>
            </a:r>
            <a:r>
              <a:rPr kumimoji="1" lang="en-US" altLang="zh-CN" sz="1000" dirty="0"/>
              <a:t>]</a:t>
            </a:r>
            <a:endParaRPr kumimoji="1" lang="en" altLang="zh-CN" sz="1000" dirty="0"/>
          </a:p>
        </p:txBody>
      </p:sp>
      <p:sp>
        <p:nvSpPr>
          <p:cNvPr id="18" name="文本框 17">
            <a:extLst>
              <a:ext uri="{FF2B5EF4-FFF2-40B4-BE49-F238E27FC236}">
                <a16:creationId xmlns:a16="http://schemas.microsoft.com/office/drawing/2014/main" id="{916C10D0-5617-0D99-8DAF-D3BFA54A7A97}"/>
              </a:ext>
            </a:extLst>
          </p:cNvPr>
          <p:cNvSpPr txBox="1"/>
          <p:nvPr/>
        </p:nvSpPr>
        <p:spPr>
          <a:xfrm>
            <a:off x="8250895" y="1182826"/>
            <a:ext cx="1168910" cy="307777"/>
          </a:xfrm>
          <a:prstGeom prst="rect">
            <a:avLst/>
          </a:prstGeom>
          <a:noFill/>
        </p:spPr>
        <p:txBody>
          <a:bodyPr wrap="none" rtlCol="0">
            <a:spAutoFit/>
          </a:bodyPr>
          <a:lstStyle/>
          <a:p>
            <a:r>
              <a:rPr kumimoji="1" lang="en-US" altLang="zh-CN" sz="1400" b="1" dirty="0"/>
              <a:t>Pass2Pass: </a:t>
            </a:r>
            <a:r>
              <a:rPr kumimoji="1" lang="en-US" altLang="zh-CN" sz="1200" dirty="0"/>
              <a:t>[]</a:t>
            </a:r>
            <a:endParaRPr kumimoji="1" lang="en" altLang="zh-CN" sz="1200" dirty="0"/>
          </a:p>
        </p:txBody>
      </p:sp>
      <p:pic>
        <p:nvPicPr>
          <p:cNvPr id="3074" name="Picture 2" descr="image">
            <a:extLst>
              <a:ext uri="{FF2B5EF4-FFF2-40B4-BE49-F238E27FC236}">
                <a16:creationId xmlns:a16="http://schemas.microsoft.com/office/drawing/2014/main" id="{561339F4-8411-C264-CA35-B191F33984D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55688" y="2241703"/>
            <a:ext cx="3410397" cy="1839674"/>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
        <p:nvSpPr>
          <p:cNvPr id="22" name="文本框 21">
            <a:extLst>
              <a:ext uri="{FF2B5EF4-FFF2-40B4-BE49-F238E27FC236}">
                <a16:creationId xmlns:a16="http://schemas.microsoft.com/office/drawing/2014/main" id="{71E02880-EA71-7386-3718-69F88711E340}"/>
              </a:ext>
            </a:extLst>
          </p:cNvPr>
          <p:cNvSpPr txBox="1"/>
          <p:nvPr/>
        </p:nvSpPr>
        <p:spPr>
          <a:xfrm>
            <a:off x="893890" y="1754059"/>
            <a:ext cx="7102610" cy="276999"/>
          </a:xfrm>
          <a:prstGeom prst="rect">
            <a:avLst/>
          </a:prstGeom>
          <a:noFill/>
        </p:spPr>
        <p:txBody>
          <a:bodyPr wrap="square" rtlCol="0">
            <a:spAutoFit/>
          </a:bodyPr>
          <a:lstStyle/>
          <a:p>
            <a:r>
              <a:rPr lang="en" altLang="zh-CN" sz="1200" i="0" dirty="0">
                <a:effectLst/>
              </a:rPr>
              <a:t>Div content with brackets [] prevents arbitrary class from being generated </a:t>
            </a:r>
          </a:p>
        </p:txBody>
      </p:sp>
      <p:sp>
        <p:nvSpPr>
          <p:cNvPr id="24" name="文本框 23">
            <a:extLst>
              <a:ext uri="{FF2B5EF4-FFF2-40B4-BE49-F238E27FC236}">
                <a16:creationId xmlns:a16="http://schemas.microsoft.com/office/drawing/2014/main" id="{D923C3C0-5416-2EAC-B15A-2B688352D3FD}"/>
              </a:ext>
            </a:extLst>
          </p:cNvPr>
          <p:cNvSpPr txBox="1"/>
          <p:nvPr/>
        </p:nvSpPr>
        <p:spPr>
          <a:xfrm>
            <a:off x="871258" y="1964025"/>
            <a:ext cx="6098344" cy="276999"/>
          </a:xfrm>
          <a:prstGeom prst="rect">
            <a:avLst/>
          </a:prstGeom>
          <a:noFill/>
        </p:spPr>
        <p:txBody>
          <a:bodyPr wrap="square">
            <a:spAutoFit/>
          </a:bodyPr>
          <a:lstStyle/>
          <a:p>
            <a:pPr algn="l"/>
            <a:r>
              <a:rPr lang="en" altLang="zh-CN" sz="1200" i="0" dirty="0">
                <a:effectLst/>
              </a:rPr>
              <a:t>This works: </a:t>
            </a:r>
            <a:r>
              <a:rPr lang="en" altLang="zh-CN" sz="1200" dirty="0"/>
              <a:t> </a:t>
            </a:r>
            <a:r>
              <a:rPr lang="en" altLang="zh-CN" sz="1200" dirty="0">
                <a:solidFill>
                  <a:srgbClr val="1F6CC4"/>
                </a:solidFill>
                <a:hlinkClick r:id="rId3">
                  <a:extLst>
                    <a:ext uri="{A12FA001-AC4F-418D-AE19-62706E023703}">
                      <ahyp:hlinkClr xmlns:ahyp="http://schemas.microsoft.com/office/drawing/2018/hyperlinkcolor" val="tx"/>
                    </a:ext>
                  </a:extLst>
                </a:hlinkClick>
              </a:rPr>
              <a:t>https://play.tailwindcss.com/0VLICQ8oUW</a:t>
            </a:r>
            <a:r>
              <a:rPr lang="en" altLang="zh-CN" sz="1200" dirty="0">
                <a:solidFill>
                  <a:srgbClr val="1F6CC4"/>
                </a:solidFill>
              </a:rPr>
              <a:t>   </a:t>
            </a:r>
          </a:p>
        </p:txBody>
      </p:sp>
      <p:sp>
        <p:nvSpPr>
          <p:cNvPr id="26" name="文本框 25">
            <a:extLst>
              <a:ext uri="{FF2B5EF4-FFF2-40B4-BE49-F238E27FC236}">
                <a16:creationId xmlns:a16="http://schemas.microsoft.com/office/drawing/2014/main" id="{026DEF9A-26BB-4872-A6BE-6541642F69F8}"/>
              </a:ext>
            </a:extLst>
          </p:cNvPr>
          <p:cNvSpPr txBox="1"/>
          <p:nvPr/>
        </p:nvSpPr>
        <p:spPr>
          <a:xfrm>
            <a:off x="857167" y="4077030"/>
            <a:ext cx="6098344" cy="276999"/>
          </a:xfrm>
          <a:prstGeom prst="rect">
            <a:avLst/>
          </a:prstGeom>
          <a:noFill/>
        </p:spPr>
        <p:txBody>
          <a:bodyPr wrap="square">
            <a:spAutoFit/>
          </a:bodyPr>
          <a:lstStyle/>
          <a:p>
            <a:pPr algn="l"/>
            <a:r>
              <a:rPr lang="en" altLang="zh-CN" sz="1200" dirty="0"/>
              <a:t>This does not work: </a:t>
            </a:r>
            <a:r>
              <a:rPr lang="en" altLang="zh-CN" sz="1200" i="0" u="none" strike="noStrike" dirty="0">
                <a:solidFill>
                  <a:srgbClr val="F0F6FC"/>
                </a:solidFill>
                <a:effectLst/>
                <a:hlinkClick r:id="rId4"/>
              </a:rPr>
              <a:t>https://play.tailwindcss.com/5KJf7xDKv6</a:t>
            </a:r>
            <a:endParaRPr lang="en" altLang="zh-CN" sz="1200" i="0" dirty="0">
              <a:solidFill>
                <a:srgbClr val="F0F6FC"/>
              </a:solidFill>
              <a:effectLst/>
            </a:endParaRPr>
          </a:p>
        </p:txBody>
      </p:sp>
      <p:pic>
        <p:nvPicPr>
          <p:cNvPr id="3076" name="Picture 4" descr="image">
            <a:extLst>
              <a:ext uri="{FF2B5EF4-FFF2-40B4-BE49-F238E27FC236}">
                <a16:creationId xmlns:a16="http://schemas.microsoft.com/office/drawing/2014/main" id="{2B374817-B7C1-A288-FAE0-F15B0B2BFC0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421763" y="4384444"/>
            <a:ext cx="3434207" cy="1961396"/>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
        <p:nvSpPr>
          <p:cNvPr id="29" name="文本框 28">
            <a:extLst>
              <a:ext uri="{FF2B5EF4-FFF2-40B4-BE49-F238E27FC236}">
                <a16:creationId xmlns:a16="http://schemas.microsoft.com/office/drawing/2014/main" id="{B1C85913-BE3C-8C51-AD82-FCF0F88E21FB}"/>
              </a:ext>
            </a:extLst>
          </p:cNvPr>
          <p:cNvSpPr txBox="1"/>
          <p:nvPr/>
        </p:nvSpPr>
        <p:spPr>
          <a:xfrm>
            <a:off x="973631" y="1191453"/>
            <a:ext cx="1949573" cy="307777"/>
          </a:xfrm>
          <a:prstGeom prst="rect">
            <a:avLst/>
          </a:prstGeom>
          <a:noFill/>
        </p:spPr>
        <p:txBody>
          <a:bodyPr wrap="none" rtlCol="0">
            <a:spAutoFit/>
          </a:bodyPr>
          <a:lstStyle/>
          <a:p>
            <a:r>
              <a:rPr kumimoji="1" lang="en-US" altLang="zh-CN" sz="1400" b="1" dirty="0"/>
              <a:t>Website: </a:t>
            </a:r>
            <a:r>
              <a:rPr kumimoji="1" lang="en-US" altLang="zh-CN" sz="1200" dirty="0"/>
              <a:t>[‘http...’,’http…’]</a:t>
            </a:r>
            <a:endParaRPr kumimoji="1" lang="en" altLang="zh-CN" sz="1200" dirty="0"/>
          </a:p>
        </p:txBody>
      </p:sp>
      <p:sp>
        <p:nvSpPr>
          <p:cNvPr id="30" name="文本框 29">
            <a:extLst>
              <a:ext uri="{FF2B5EF4-FFF2-40B4-BE49-F238E27FC236}">
                <a16:creationId xmlns:a16="http://schemas.microsoft.com/office/drawing/2014/main" id="{E876C5E6-B6E3-79A3-19F5-3812B367A5F2}"/>
              </a:ext>
            </a:extLst>
          </p:cNvPr>
          <p:cNvSpPr txBox="1"/>
          <p:nvPr/>
        </p:nvSpPr>
        <p:spPr>
          <a:xfrm>
            <a:off x="3376078" y="1179588"/>
            <a:ext cx="1479892" cy="307777"/>
          </a:xfrm>
          <a:prstGeom prst="rect">
            <a:avLst/>
          </a:prstGeom>
          <a:noFill/>
        </p:spPr>
        <p:txBody>
          <a:bodyPr wrap="none" rtlCol="0">
            <a:spAutoFit/>
          </a:bodyPr>
          <a:lstStyle/>
          <a:p>
            <a:r>
              <a:rPr kumimoji="1" lang="en-US" altLang="zh-CN" sz="1400" b="1" dirty="0" err="1"/>
              <a:t>Issue_Image</a:t>
            </a:r>
            <a:r>
              <a:rPr kumimoji="1" lang="en-US" altLang="zh-CN" sz="1400" b="1" dirty="0"/>
              <a:t>: </a:t>
            </a:r>
            <a:r>
              <a:rPr kumimoji="1" lang="en-US" altLang="zh-CN" sz="1200" dirty="0"/>
              <a:t>[...]</a:t>
            </a:r>
            <a:endParaRPr kumimoji="1" lang="en" altLang="zh-CN" sz="1200" dirty="0"/>
          </a:p>
        </p:txBody>
      </p:sp>
      <p:cxnSp>
        <p:nvCxnSpPr>
          <p:cNvPr id="33" name="直线连接符 32">
            <a:extLst>
              <a:ext uri="{FF2B5EF4-FFF2-40B4-BE49-F238E27FC236}">
                <a16:creationId xmlns:a16="http://schemas.microsoft.com/office/drawing/2014/main" id="{D572AD62-069D-D9F4-F0FA-07FBDB32BC90}"/>
              </a:ext>
            </a:extLst>
          </p:cNvPr>
          <p:cNvCxnSpPr/>
          <p:nvPr/>
        </p:nvCxnSpPr>
        <p:spPr>
          <a:xfrm>
            <a:off x="5805687" y="1495052"/>
            <a:ext cx="0" cy="4946331"/>
          </a:xfrm>
          <a:prstGeom prst="line">
            <a:avLst/>
          </a:prstGeom>
          <a:ln w="28575">
            <a:solidFill>
              <a:srgbClr val="D8E0E6"/>
            </a:solidFill>
          </a:ln>
        </p:spPr>
        <p:style>
          <a:lnRef idx="1">
            <a:schemeClr val="accent1"/>
          </a:lnRef>
          <a:fillRef idx="0">
            <a:schemeClr val="accent1"/>
          </a:fillRef>
          <a:effectRef idx="0">
            <a:schemeClr val="accent1"/>
          </a:effectRef>
          <a:fontRef idx="minor">
            <a:schemeClr val="tx1"/>
          </a:fontRef>
        </p:style>
      </p:cxnSp>
      <p:sp>
        <p:nvSpPr>
          <p:cNvPr id="37" name="文本框 36">
            <a:extLst>
              <a:ext uri="{FF2B5EF4-FFF2-40B4-BE49-F238E27FC236}">
                <a16:creationId xmlns:a16="http://schemas.microsoft.com/office/drawing/2014/main" id="{D3249A1C-293A-5F79-D8D6-75CDE090ACCF}"/>
              </a:ext>
            </a:extLst>
          </p:cNvPr>
          <p:cNvSpPr txBox="1"/>
          <p:nvPr/>
        </p:nvSpPr>
        <p:spPr>
          <a:xfrm>
            <a:off x="871321" y="1514933"/>
            <a:ext cx="5012385" cy="307777"/>
          </a:xfrm>
          <a:prstGeom prst="rect">
            <a:avLst/>
          </a:prstGeom>
          <a:noFill/>
        </p:spPr>
        <p:txBody>
          <a:bodyPr wrap="square" rtlCol="0">
            <a:spAutoFit/>
          </a:bodyPr>
          <a:lstStyle/>
          <a:p>
            <a:r>
              <a:rPr lang="en" altLang="zh-CN" sz="1400" b="1" i="0" dirty="0">
                <a:effectLst/>
              </a:rPr>
              <a:t>Problem Statement</a:t>
            </a:r>
          </a:p>
        </p:txBody>
      </p:sp>
      <p:sp>
        <p:nvSpPr>
          <p:cNvPr id="38" name="同侧圆角矩形 37">
            <a:extLst>
              <a:ext uri="{FF2B5EF4-FFF2-40B4-BE49-F238E27FC236}">
                <a16:creationId xmlns:a16="http://schemas.microsoft.com/office/drawing/2014/main" id="{07338810-63C1-669F-5451-AE64361395BA}"/>
              </a:ext>
            </a:extLst>
          </p:cNvPr>
          <p:cNvSpPr/>
          <p:nvPr/>
        </p:nvSpPr>
        <p:spPr>
          <a:xfrm rot="10800000">
            <a:off x="871297" y="1495045"/>
            <a:ext cx="10886777" cy="4946331"/>
          </a:xfrm>
          <a:prstGeom prst="round2SameRect">
            <a:avLst>
              <a:gd name="adj1" fmla="val 3580"/>
              <a:gd name="adj2" fmla="val 0"/>
            </a:avLst>
          </a:prstGeom>
          <a:noFill/>
          <a:ln w="38100">
            <a:solidFill>
              <a:srgbClr val="D7DFE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4" name="同侧圆角矩形 43">
            <a:extLst>
              <a:ext uri="{FF2B5EF4-FFF2-40B4-BE49-F238E27FC236}">
                <a16:creationId xmlns:a16="http://schemas.microsoft.com/office/drawing/2014/main" id="{6A25885D-530A-8FA2-8F87-4C120C0F3EF5}"/>
              </a:ext>
            </a:extLst>
          </p:cNvPr>
          <p:cNvSpPr/>
          <p:nvPr/>
        </p:nvSpPr>
        <p:spPr>
          <a:xfrm>
            <a:off x="5908887" y="4066010"/>
            <a:ext cx="5698578" cy="270510"/>
          </a:xfrm>
          <a:prstGeom prst="round2SameRect">
            <a:avLst>
              <a:gd name="adj1" fmla="val 14194"/>
              <a:gd name="adj2" fmla="val 0"/>
            </a:avLst>
          </a:prstGeom>
          <a:solidFill>
            <a:srgbClr val="F5F8FA"/>
          </a:solidFill>
          <a:ln w="19050">
            <a:solidFill>
              <a:srgbClr val="D7DFE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5" name="文本框 44">
            <a:extLst>
              <a:ext uri="{FF2B5EF4-FFF2-40B4-BE49-F238E27FC236}">
                <a16:creationId xmlns:a16="http://schemas.microsoft.com/office/drawing/2014/main" id="{C1888E4E-6E7B-5E97-4E2D-83F5DF6D8A28}"/>
              </a:ext>
            </a:extLst>
          </p:cNvPr>
          <p:cNvSpPr txBox="1"/>
          <p:nvPr/>
        </p:nvSpPr>
        <p:spPr>
          <a:xfrm>
            <a:off x="5928502" y="4043912"/>
            <a:ext cx="4981302" cy="276999"/>
          </a:xfrm>
          <a:prstGeom prst="rect">
            <a:avLst/>
          </a:prstGeom>
          <a:noFill/>
        </p:spPr>
        <p:txBody>
          <a:bodyPr wrap="square" rtlCol="0">
            <a:spAutoFit/>
          </a:bodyPr>
          <a:lstStyle/>
          <a:p>
            <a:r>
              <a:rPr lang="en" altLang="zh-CN" sz="1200" dirty="0" err="1"/>
              <a:t>src</a:t>
            </a:r>
            <a:r>
              <a:rPr lang="en" altLang="zh-CN" sz="1200" dirty="0"/>
              <a:t>/lib/</a:t>
            </a:r>
            <a:r>
              <a:rPr lang="en" altLang="zh-CN" sz="1200" dirty="0" err="1"/>
              <a:t>defaultExtractor.js</a:t>
            </a:r>
            <a:endParaRPr lang="en" altLang="zh-CN" sz="1200" i="0" dirty="0">
              <a:effectLst/>
            </a:endParaRPr>
          </a:p>
        </p:txBody>
      </p:sp>
      <p:sp>
        <p:nvSpPr>
          <p:cNvPr id="46" name="同侧圆角矩形 45">
            <a:extLst>
              <a:ext uri="{FF2B5EF4-FFF2-40B4-BE49-F238E27FC236}">
                <a16:creationId xmlns:a16="http://schemas.microsoft.com/office/drawing/2014/main" id="{55EBAA55-D024-C83C-BC88-268B9A320A4D}"/>
              </a:ext>
            </a:extLst>
          </p:cNvPr>
          <p:cNvSpPr/>
          <p:nvPr/>
        </p:nvSpPr>
        <p:spPr>
          <a:xfrm rot="10800000">
            <a:off x="5908886" y="4330162"/>
            <a:ext cx="5698578" cy="2039742"/>
          </a:xfrm>
          <a:prstGeom prst="round2SameRect">
            <a:avLst>
              <a:gd name="adj1" fmla="val 4541"/>
              <a:gd name="adj2" fmla="val 0"/>
            </a:avLst>
          </a:prstGeom>
          <a:noFill/>
          <a:ln w="19050">
            <a:solidFill>
              <a:srgbClr val="D7DFE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0" name="矩形 49">
            <a:extLst>
              <a:ext uri="{FF2B5EF4-FFF2-40B4-BE49-F238E27FC236}">
                <a16:creationId xmlns:a16="http://schemas.microsoft.com/office/drawing/2014/main" id="{FED40056-2827-9193-9157-A76CB349F1A3}"/>
              </a:ext>
            </a:extLst>
          </p:cNvPr>
          <p:cNvSpPr/>
          <p:nvPr/>
        </p:nvSpPr>
        <p:spPr>
          <a:xfrm>
            <a:off x="5910349" y="4510812"/>
            <a:ext cx="5696984" cy="367802"/>
          </a:xfrm>
          <a:prstGeom prst="rect">
            <a:avLst/>
          </a:prstGeom>
          <a:solidFill>
            <a:srgbClr val="FFECE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2" name="同侧圆角矩形 51">
            <a:extLst>
              <a:ext uri="{FF2B5EF4-FFF2-40B4-BE49-F238E27FC236}">
                <a16:creationId xmlns:a16="http://schemas.microsoft.com/office/drawing/2014/main" id="{FF0CAA92-3695-7345-7DF4-983B0C70DC8D}"/>
              </a:ext>
            </a:extLst>
          </p:cNvPr>
          <p:cNvSpPr/>
          <p:nvPr/>
        </p:nvSpPr>
        <p:spPr>
          <a:xfrm rot="10800000">
            <a:off x="5908826" y="4881582"/>
            <a:ext cx="5698639" cy="1488321"/>
          </a:xfrm>
          <a:prstGeom prst="round2SameRect">
            <a:avLst>
              <a:gd name="adj1" fmla="val 5508"/>
              <a:gd name="adj2" fmla="val 0"/>
            </a:avLst>
          </a:prstGeom>
          <a:solidFill>
            <a:srgbClr val="DAFBE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7" name="文本框 46">
            <a:extLst>
              <a:ext uri="{FF2B5EF4-FFF2-40B4-BE49-F238E27FC236}">
                <a16:creationId xmlns:a16="http://schemas.microsoft.com/office/drawing/2014/main" id="{61EC6D77-03B5-71A3-095D-FD430FA93037}"/>
              </a:ext>
            </a:extLst>
          </p:cNvPr>
          <p:cNvSpPr txBox="1"/>
          <p:nvPr/>
        </p:nvSpPr>
        <p:spPr>
          <a:xfrm>
            <a:off x="5908857" y="4282624"/>
            <a:ext cx="6098321" cy="2123658"/>
          </a:xfrm>
          <a:prstGeom prst="rect">
            <a:avLst/>
          </a:prstGeom>
          <a:noFill/>
        </p:spPr>
        <p:txBody>
          <a:bodyPr wrap="square" rtlCol="0">
            <a:spAutoFit/>
          </a:bodyPr>
          <a:lstStyle/>
          <a:p>
            <a:r>
              <a:rPr lang="en" altLang="zh-CN" sz="1200" dirty="0">
                <a:latin typeface="ui-monospace"/>
              </a:rPr>
              <a:t>30</a:t>
            </a:r>
            <a:r>
              <a:rPr lang="en" altLang="zh-CN" sz="1200" b="0" i="0" dirty="0">
                <a:effectLst/>
                <a:latin typeface="ui-monospace"/>
              </a:rPr>
              <a:t>      </a:t>
            </a:r>
            <a:r>
              <a:rPr lang="en" altLang="zh-CN" sz="1200" b="0" i="0" dirty="0">
                <a:solidFill>
                  <a:srgbClr val="D12A34"/>
                </a:solidFill>
                <a:effectLst/>
                <a:latin typeface="ui-monospace"/>
              </a:rPr>
              <a:t>let</a:t>
            </a:r>
            <a:r>
              <a:rPr lang="en" altLang="zh-CN" sz="1200" b="0" i="0" dirty="0">
                <a:effectLst/>
                <a:latin typeface="ui-monospace"/>
              </a:rPr>
              <a:t> </a:t>
            </a:r>
            <a:r>
              <a:rPr lang="en" altLang="zh-CN" sz="1200" b="0" i="0" dirty="0">
                <a:solidFill>
                  <a:srgbClr val="1E2228"/>
                </a:solidFill>
                <a:effectLst/>
                <a:latin typeface="ui-monospace"/>
              </a:rPr>
              <a:t>utility = </a:t>
            </a:r>
            <a:r>
              <a:rPr lang="en" altLang="zh-CN" sz="1200" b="0" i="0" dirty="0" err="1">
                <a:effectLst/>
                <a:latin typeface="ui-monospace"/>
              </a:rPr>
              <a:t>regex.</a:t>
            </a:r>
            <a:r>
              <a:rPr lang="en" altLang="zh-CN" sz="1200" b="0" i="0" dirty="0" err="1">
                <a:solidFill>
                  <a:srgbClr val="835CC6"/>
                </a:solidFill>
                <a:effectLst/>
                <a:latin typeface="ui-monospace"/>
              </a:rPr>
              <a:t>any</a:t>
            </a:r>
            <a:r>
              <a:rPr lang="en" altLang="zh-CN" sz="1200" b="0" i="0" dirty="0">
                <a:effectLst/>
                <a:latin typeface="ui-monospace"/>
              </a:rPr>
              <a:t>([</a:t>
            </a:r>
          </a:p>
          <a:p>
            <a:r>
              <a:rPr lang="en" altLang="zh-CN" sz="1200" b="0" i="0" dirty="0">
                <a:effectLst/>
                <a:latin typeface="ui-monospace"/>
              </a:rPr>
              <a:t>31  -      </a:t>
            </a:r>
            <a:r>
              <a:rPr lang="en" altLang="zh-CN" sz="1200" dirty="0">
                <a:solidFill>
                  <a:srgbClr val="58636E"/>
                </a:solidFill>
                <a:latin typeface="ui-monospace"/>
              </a:rPr>
              <a:t>// Arbitrary properties</a:t>
            </a:r>
            <a:r>
              <a:rPr lang="en-US" altLang="zh-CN" sz="1200" dirty="0">
                <a:solidFill>
                  <a:srgbClr val="58636E"/>
                </a:solidFill>
                <a:latin typeface="ui-monospace"/>
              </a:rPr>
              <a:t> </a:t>
            </a:r>
          </a:p>
          <a:p>
            <a:r>
              <a:rPr lang="en" altLang="zh-CN" sz="1200" b="0" i="0" dirty="0">
                <a:effectLst/>
                <a:latin typeface="ui-monospace"/>
              </a:rPr>
              <a:t>32  -      </a:t>
            </a:r>
            <a:r>
              <a:rPr lang="en" altLang="zh-CN" sz="1200" b="0" i="0" dirty="0">
                <a:solidFill>
                  <a:srgbClr val="1658B0"/>
                </a:solidFill>
                <a:effectLst/>
                <a:latin typeface="ui-monospace"/>
              </a:rPr>
              <a:t>/</a:t>
            </a:r>
            <a:r>
              <a:rPr lang="en" altLang="zh-CN" sz="1200" b="0" i="0" dirty="0">
                <a:effectLst/>
                <a:latin typeface="ui-monospace"/>
              </a:rPr>
              <a:t>\[[^\s:'"`]+:[^\s]+\]</a:t>
            </a:r>
            <a:r>
              <a:rPr lang="en" altLang="zh-CN" sz="1200" dirty="0">
                <a:solidFill>
                  <a:srgbClr val="1658B0"/>
                </a:solidFill>
                <a:latin typeface="ui-monospace"/>
              </a:rPr>
              <a:t>/</a:t>
            </a:r>
            <a:r>
              <a:rPr lang="en" altLang="zh-CN" sz="1200" b="0" i="0" dirty="0">
                <a:effectLst/>
                <a:latin typeface="ui-monospace"/>
              </a:rPr>
              <a:t>,</a:t>
            </a:r>
          </a:p>
          <a:p>
            <a:r>
              <a:rPr lang="en" altLang="zh-CN" sz="1200" b="0" i="0" dirty="0">
                <a:effectLst/>
                <a:latin typeface="ui-monospace"/>
              </a:rPr>
              <a:t>31  +     </a:t>
            </a:r>
            <a:r>
              <a:rPr lang="en" altLang="zh-CN" sz="1200" dirty="0">
                <a:solidFill>
                  <a:srgbClr val="58636E"/>
                </a:solidFill>
                <a:latin typeface="ui-monospace"/>
              </a:rPr>
              <a:t>// Arbitrary properties (without square brackets)</a:t>
            </a:r>
          </a:p>
          <a:p>
            <a:pPr marL="228600" indent="-228600">
              <a:buAutoNum type="arabicPlain" startAt="32"/>
            </a:pPr>
            <a:r>
              <a:rPr lang="en" altLang="zh-CN" sz="1200" b="0" i="0" dirty="0">
                <a:effectLst/>
                <a:latin typeface="ui-monospace"/>
              </a:rPr>
              <a:t>+     </a:t>
            </a:r>
            <a:r>
              <a:rPr lang="en" altLang="zh-CN" sz="1200" dirty="0">
                <a:solidFill>
                  <a:srgbClr val="1658B0"/>
                </a:solidFill>
                <a:latin typeface="ui-monospace"/>
              </a:rPr>
              <a:t>/</a:t>
            </a:r>
            <a:r>
              <a:rPr lang="en" altLang="zh-CN" sz="1200" b="0" i="0" dirty="0">
                <a:effectLst/>
                <a:latin typeface="ui-monospace"/>
              </a:rPr>
              <a:t>\[[^\s:'"`]+:[^\s\[\]]+\]</a:t>
            </a:r>
            <a:r>
              <a:rPr lang="en" altLang="zh-CN" sz="1200" dirty="0">
                <a:solidFill>
                  <a:srgbClr val="1658B0"/>
                </a:solidFill>
                <a:latin typeface="ui-monospace"/>
              </a:rPr>
              <a:t>/</a:t>
            </a:r>
            <a:r>
              <a:rPr lang="en" altLang="zh-CN" sz="1200" b="0" i="0" dirty="0">
                <a:solidFill>
                  <a:srgbClr val="1F2328"/>
                </a:solidFill>
                <a:effectLst/>
                <a:latin typeface="ui-monospace"/>
              </a:rPr>
              <a:t>,</a:t>
            </a:r>
            <a:r>
              <a:rPr lang="en" altLang="zh-CN" sz="1200" b="0" i="0" dirty="0">
                <a:effectLst/>
                <a:latin typeface="ui-monospace"/>
              </a:rPr>
              <a:t>  </a:t>
            </a:r>
          </a:p>
          <a:p>
            <a:pPr marL="228600" indent="-228600">
              <a:buAutoNum type="arabicPlain" startAt="33"/>
            </a:pPr>
            <a:r>
              <a:rPr lang="en" altLang="zh-CN" sz="1200" dirty="0">
                <a:latin typeface="ui-monospace"/>
              </a:rPr>
              <a:t>+     </a:t>
            </a:r>
          </a:p>
          <a:p>
            <a:r>
              <a:rPr lang="en" altLang="zh-CN" sz="1200" b="0" i="0" dirty="0">
                <a:effectLst/>
                <a:latin typeface="ui-monospace"/>
              </a:rPr>
              <a:t>34  +     </a:t>
            </a:r>
            <a:r>
              <a:rPr lang="en" altLang="zh-CN" sz="1200" dirty="0">
                <a:solidFill>
                  <a:srgbClr val="58636E"/>
                </a:solidFill>
                <a:latin typeface="ui-monospace"/>
              </a:rPr>
              <a:t>// Arbitrary properties with balanced square brackets</a:t>
            </a:r>
          </a:p>
          <a:p>
            <a:pPr marL="228600" indent="-228600">
              <a:buAutoNum type="arabicPlain" startAt="35"/>
            </a:pPr>
            <a:r>
              <a:rPr lang="en" altLang="zh-CN" sz="1200" b="0" i="0" dirty="0">
                <a:effectLst/>
                <a:latin typeface="ui-monospace"/>
              </a:rPr>
              <a:t>+</a:t>
            </a:r>
          </a:p>
          <a:p>
            <a:pPr indent="-228600">
              <a:buFontTx/>
              <a:buAutoNum type="arabicPlain" startAt="36"/>
            </a:pPr>
            <a:r>
              <a:rPr lang="en" altLang="zh-CN" sz="1200" dirty="0">
                <a:latin typeface="ui-monospace"/>
              </a:rPr>
              <a:t>+     </a:t>
            </a:r>
            <a:r>
              <a:rPr lang="en" altLang="zh-CN" sz="1200" dirty="0">
                <a:solidFill>
                  <a:srgbClr val="58636E"/>
                </a:solidFill>
                <a:latin typeface="ui-monospace"/>
              </a:rPr>
              <a:t>// with square brackets to work in arbitrary properties</a:t>
            </a:r>
          </a:p>
          <a:p>
            <a:pPr marL="228600" indent="-228600">
              <a:buFontTx/>
              <a:buAutoNum type="arabicPlain" startAt="37"/>
            </a:pPr>
            <a:r>
              <a:rPr lang="en" altLang="zh-CN" sz="1200" b="0" i="0" dirty="0">
                <a:effectLst/>
                <a:latin typeface="ui-monospace"/>
              </a:rPr>
              <a:t>+     // while fixing a problem with the regex matching too much</a:t>
            </a:r>
          </a:p>
          <a:p>
            <a:pPr marL="228600" indent="-228600">
              <a:buAutoNum type="arabicPlain" startAt="38"/>
            </a:pPr>
            <a:r>
              <a:rPr lang="en" altLang="zh-CN" sz="1200" dirty="0">
                <a:latin typeface="ui-monospace"/>
              </a:rPr>
              <a:t>+     </a:t>
            </a:r>
            <a:r>
              <a:rPr lang="en" altLang="zh-CN" sz="1200" dirty="0">
                <a:solidFill>
                  <a:srgbClr val="1658B0"/>
                </a:solidFill>
                <a:latin typeface="ui-monospace"/>
              </a:rPr>
              <a:t>/</a:t>
            </a:r>
            <a:r>
              <a:rPr lang="en" altLang="zh-CN" sz="1200" b="0" i="0" dirty="0">
                <a:effectLst/>
                <a:latin typeface="ui-monospace"/>
              </a:rPr>
              <a:t>\[[^\s:'"`]+:[^\s]+?\[[^\s]+?\][^\s]+?\]</a:t>
            </a:r>
            <a:r>
              <a:rPr lang="en" altLang="zh-CN" sz="1200" dirty="0">
                <a:solidFill>
                  <a:srgbClr val="1658B0"/>
                </a:solidFill>
                <a:latin typeface="ui-monospace"/>
              </a:rPr>
              <a:t>/</a:t>
            </a:r>
            <a:r>
              <a:rPr lang="en" altLang="zh-CN" sz="1200" b="0" i="0" dirty="0">
                <a:effectLst/>
                <a:latin typeface="ui-monospace"/>
              </a:rPr>
              <a:t>,</a:t>
            </a:r>
          </a:p>
        </p:txBody>
      </p:sp>
      <p:sp>
        <p:nvSpPr>
          <p:cNvPr id="58" name="同侧圆角矩形 57">
            <a:extLst>
              <a:ext uri="{FF2B5EF4-FFF2-40B4-BE49-F238E27FC236}">
                <a16:creationId xmlns:a16="http://schemas.microsoft.com/office/drawing/2014/main" id="{6FF7802B-C1DC-AF40-D776-DAED5DD6B568}"/>
              </a:ext>
            </a:extLst>
          </p:cNvPr>
          <p:cNvSpPr/>
          <p:nvPr/>
        </p:nvSpPr>
        <p:spPr>
          <a:xfrm>
            <a:off x="5894523" y="1623688"/>
            <a:ext cx="5712836" cy="270510"/>
          </a:xfrm>
          <a:prstGeom prst="round2SameRect">
            <a:avLst>
              <a:gd name="adj1" fmla="val 14194"/>
              <a:gd name="adj2" fmla="val 0"/>
            </a:avLst>
          </a:prstGeom>
          <a:solidFill>
            <a:srgbClr val="F5F8FA"/>
          </a:solidFill>
          <a:ln w="19050">
            <a:solidFill>
              <a:srgbClr val="D7DFE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9" name="文本框 58">
            <a:extLst>
              <a:ext uri="{FF2B5EF4-FFF2-40B4-BE49-F238E27FC236}">
                <a16:creationId xmlns:a16="http://schemas.microsoft.com/office/drawing/2014/main" id="{3163BD05-97C1-5FC2-7CEE-E85171E741A7}"/>
              </a:ext>
            </a:extLst>
          </p:cNvPr>
          <p:cNvSpPr txBox="1"/>
          <p:nvPr/>
        </p:nvSpPr>
        <p:spPr>
          <a:xfrm>
            <a:off x="5914138" y="1613084"/>
            <a:ext cx="4647483" cy="276999"/>
          </a:xfrm>
          <a:prstGeom prst="rect">
            <a:avLst/>
          </a:prstGeom>
          <a:noFill/>
        </p:spPr>
        <p:txBody>
          <a:bodyPr wrap="square" rtlCol="0">
            <a:spAutoFit/>
          </a:bodyPr>
          <a:lstStyle/>
          <a:p>
            <a:r>
              <a:rPr lang="en" altLang="zh-CN" sz="1200" dirty="0"/>
              <a:t>tests/default-</a:t>
            </a:r>
            <a:r>
              <a:rPr lang="en" altLang="zh-CN" sz="1200" dirty="0" err="1"/>
              <a:t>extractor.test.js</a:t>
            </a:r>
            <a:endParaRPr lang="en" altLang="zh-CN" sz="1200" dirty="0"/>
          </a:p>
        </p:txBody>
      </p:sp>
      <p:sp>
        <p:nvSpPr>
          <p:cNvPr id="60" name="同侧圆角矩形 59">
            <a:extLst>
              <a:ext uri="{FF2B5EF4-FFF2-40B4-BE49-F238E27FC236}">
                <a16:creationId xmlns:a16="http://schemas.microsoft.com/office/drawing/2014/main" id="{82ADD085-8A1E-7182-7222-204C7C9E5EB9}"/>
              </a:ext>
            </a:extLst>
          </p:cNvPr>
          <p:cNvSpPr/>
          <p:nvPr/>
        </p:nvSpPr>
        <p:spPr>
          <a:xfrm rot="10800000">
            <a:off x="5894521" y="1892113"/>
            <a:ext cx="5712946" cy="2055228"/>
          </a:xfrm>
          <a:prstGeom prst="round2SameRect">
            <a:avLst>
              <a:gd name="adj1" fmla="val 4541"/>
              <a:gd name="adj2" fmla="val 0"/>
            </a:avLst>
          </a:prstGeom>
          <a:noFill/>
          <a:ln w="19050">
            <a:solidFill>
              <a:srgbClr val="D7DFE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61" name="矩形 60">
            <a:extLst>
              <a:ext uri="{FF2B5EF4-FFF2-40B4-BE49-F238E27FC236}">
                <a16:creationId xmlns:a16="http://schemas.microsoft.com/office/drawing/2014/main" id="{6FA4B44C-4FAD-3350-6D6F-3C76F1573DD1}"/>
              </a:ext>
            </a:extLst>
          </p:cNvPr>
          <p:cNvSpPr/>
          <p:nvPr/>
        </p:nvSpPr>
        <p:spPr>
          <a:xfrm>
            <a:off x="5895985" y="2068489"/>
            <a:ext cx="5711348" cy="36780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62" name="同侧圆角矩形 61">
            <a:extLst>
              <a:ext uri="{FF2B5EF4-FFF2-40B4-BE49-F238E27FC236}">
                <a16:creationId xmlns:a16="http://schemas.microsoft.com/office/drawing/2014/main" id="{C1292ED7-AA96-F3C4-F2C2-F9FDA487CE58}"/>
              </a:ext>
            </a:extLst>
          </p:cNvPr>
          <p:cNvSpPr/>
          <p:nvPr/>
        </p:nvSpPr>
        <p:spPr>
          <a:xfrm rot="10800000">
            <a:off x="5894462" y="2439259"/>
            <a:ext cx="5712915" cy="1488321"/>
          </a:xfrm>
          <a:prstGeom prst="round2SameRect">
            <a:avLst>
              <a:gd name="adj1" fmla="val 5508"/>
              <a:gd name="adj2" fmla="val 0"/>
            </a:avLst>
          </a:prstGeom>
          <a:solidFill>
            <a:srgbClr val="DAFBE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63" name="文本框 62">
            <a:extLst>
              <a:ext uri="{FF2B5EF4-FFF2-40B4-BE49-F238E27FC236}">
                <a16:creationId xmlns:a16="http://schemas.microsoft.com/office/drawing/2014/main" id="{08865FBD-D0A5-9698-9BBB-3BB033958D79}"/>
              </a:ext>
            </a:extLst>
          </p:cNvPr>
          <p:cNvSpPr txBox="1"/>
          <p:nvPr/>
        </p:nvSpPr>
        <p:spPr>
          <a:xfrm>
            <a:off x="5894495" y="1840301"/>
            <a:ext cx="5817792" cy="2123658"/>
          </a:xfrm>
          <a:prstGeom prst="rect">
            <a:avLst/>
          </a:prstGeom>
          <a:noFill/>
        </p:spPr>
        <p:txBody>
          <a:bodyPr wrap="square" rtlCol="0">
            <a:spAutoFit/>
          </a:bodyPr>
          <a:lstStyle/>
          <a:p>
            <a:r>
              <a:rPr lang="en-US" altLang="zh-CN" sz="1200" b="0" i="0" dirty="0">
                <a:effectLst/>
                <a:latin typeface="ui-monospace"/>
              </a:rPr>
              <a:t>488</a:t>
            </a:r>
            <a:r>
              <a:rPr lang="en" altLang="zh-CN" sz="1200" b="0" i="0" dirty="0">
                <a:effectLst/>
                <a:latin typeface="ui-monospace"/>
              </a:rPr>
              <a:t>      </a:t>
            </a:r>
          </a:p>
          <a:p>
            <a:r>
              <a:rPr lang="en-US" altLang="zh-CN" sz="1200" dirty="0">
                <a:latin typeface="ui-monospace"/>
              </a:rPr>
              <a:t>489</a:t>
            </a:r>
            <a:r>
              <a:rPr lang="en" altLang="zh-CN" sz="1200" b="0" i="0" dirty="0">
                <a:effectLst/>
                <a:latin typeface="ui-monospace"/>
              </a:rPr>
              <a:t>  -      </a:t>
            </a:r>
            <a:r>
              <a:rPr lang="en" altLang="zh-CN" sz="1200" b="0" i="0" dirty="0">
                <a:solidFill>
                  <a:srgbClr val="6E43BF"/>
                </a:solidFill>
                <a:effectLst/>
                <a:latin typeface="ui-monospace"/>
              </a:rPr>
              <a:t>expect</a:t>
            </a:r>
            <a:r>
              <a:rPr lang="en" altLang="zh-CN" sz="1200" b="0" i="0" dirty="0">
                <a:solidFill>
                  <a:srgbClr val="1F2328"/>
                </a:solidFill>
                <a:effectLst/>
                <a:latin typeface="ui-monospace"/>
              </a:rPr>
              <a:t>(extractions).</a:t>
            </a:r>
            <a:r>
              <a:rPr lang="en" altLang="zh-CN" sz="1200" dirty="0" err="1">
                <a:solidFill>
                  <a:srgbClr val="6E43BF"/>
                </a:solidFill>
                <a:latin typeface="ui-monospace"/>
              </a:rPr>
              <a:t>toContain</a:t>
            </a:r>
            <a:r>
              <a:rPr lang="en" altLang="zh-CN" sz="1200" b="0" i="0" dirty="0">
                <a:solidFill>
                  <a:srgbClr val="1F2328"/>
                </a:solidFill>
                <a:effectLst/>
                <a:latin typeface="ui-monospace"/>
              </a:rPr>
              <a:t>(`</a:t>
            </a:r>
            <a:r>
              <a:rPr lang="en" altLang="zh-CN" sz="1200" b="0" i="0" dirty="0">
                <a:solidFill>
                  <a:srgbClr val="072F69"/>
                </a:solidFill>
                <a:effectLst/>
                <a:latin typeface="ui-monospace"/>
              </a:rPr>
              <a:t>text-[#bad</a:t>
            </a:r>
            <a:r>
              <a:rPr lang="en" altLang="zh-CN" sz="1200" dirty="0">
                <a:solidFill>
                  <a:srgbClr val="072F69"/>
                </a:solidFill>
                <a:latin typeface="ui-monospace"/>
              </a:rPr>
              <a:t>a</a:t>
            </a:r>
            <a:r>
              <a:rPr lang="en" altLang="zh-CN" sz="1200" b="0" i="0" dirty="0">
                <a:solidFill>
                  <a:srgbClr val="072F69"/>
                </a:solidFill>
                <a:effectLst/>
                <a:latin typeface="ui-monospace"/>
              </a:rPr>
              <a:t>55</a:t>
            </a:r>
            <a:r>
              <a:rPr lang="en" altLang="zh-CN" sz="1200" dirty="0">
                <a:solidFill>
                  <a:srgbClr val="072F69"/>
                </a:solidFill>
                <a:latin typeface="ui-monospace"/>
              </a:rPr>
              <a:t>]</a:t>
            </a:r>
            <a:r>
              <a:rPr lang="en" altLang="zh-CN" sz="1200" b="0" i="0" dirty="0">
                <a:solidFill>
                  <a:srgbClr val="1F2328"/>
                </a:solidFill>
                <a:effectLst/>
                <a:latin typeface="ui-monospace"/>
              </a:rPr>
              <a:t>`)</a:t>
            </a:r>
            <a:r>
              <a:rPr lang="en-US" altLang="zh-CN" sz="1200" dirty="0">
                <a:solidFill>
                  <a:srgbClr val="58636E"/>
                </a:solidFill>
                <a:latin typeface="ui-monospace"/>
              </a:rPr>
              <a:t> </a:t>
            </a:r>
          </a:p>
          <a:p>
            <a:r>
              <a:rPr lang="en-US" altLang="zh-CN" sz="1200" dirty="0">
                <a:latin typeface="ui-monospace"/>
              </a:rPr>
              <a:t>490</a:t>
            </a:r>
            <a:r>
              <a:rPr lang="en" altLang="zh-CN" sz="1200" b="0" i="0" dirty="0">
                <a:effectLst/>
                <a:latin typeface="ui-monospace"/>
              </a:rPr>
              <a:t>  -   </a:t>
            </a:r>
            <a:r>
              <a:rPr lang="en-US" altLang="zh-CN" sz="1200" b="0" i="0" dirty="0">
                <a:solidFill>
                  <a:srgbClr val="1F2328"/>
                </a:solidFill>
                <a:effectLst/>
                <a:latin typeface="ui-monospace"/>
              </a:rPr>
              <a:t>})</a:t>
            </a:r>
            <a:endParaRPr lang="en" altLang="zh-CN" sz="1200" b="0" i="0" dirty="0">
              <a:effectLst/>
              <a:latin typeface="ui-monospace"/>
            </a:endParaRPr>
          </a:p>
          <a:p>
            <a:r>
              <a:rPr lang="en-US" altLang="zh-CN" sz="1200" b="0" i="0" dirty="0">
                <a:effectLst/>
                <a:latin typeface="ui-monospace"/>
              </a:rPr>
              <a:t>491</a:t>
            </a:r>
            <a:r>
              <a:rPr lang="en" altLang="zh-CN" sz="1200" b="0" i="0" dirty="0">
                <a:effectLst/>
                <a:latin typeface="ui-monospace"/>
              </a:rPr>
              <a:t>  +     </a:t>
            </a:r>
            <a:endParaRPr lang="en" altLang="zh-CN" sz="1200" dirty="0">
              <a:solidFill>
                <a:srgbClr val="58636E"/>
              </a:solidFill>
              <a:latin typeface="ui-monospace"/>
            </a:endParaRPr>
          </a:p>
          <a:p>
            <a:r>
              <a:rPr lang="en-US" altLang="zh-CN" sz="1200" b="0" i="0" dirty="0">
                <a:effectLst/>
                <a:latin typeface="ui-monospace"/>
              </a:rPr>
              <a:t>492</a:t>
            </a:r>
            <a:r>
              <a:rPr lang="zh-CN" altLang="en-US" sz="1200" b="0" i="0" dirty="0">
                <a:effectLst/>
                <a:latin typeface="ui-monospace"/>
              </a:rPr>
              <a:t>  </a:t>
            </a:r>
            <a:r>
              <a:rPr lang="en" altLang="zh-CN" sz="1200" b="0" i="0" dirty="0">
                <a:effectLst/>
                <a:latin typeface="ui-monospace"/>
              </a:rPr>
              <a:t>+  </a:t>
            </a:r>
            <a:r>
              <a:rPr lang="en" altLang="zh-CN" sz="1200" dirty="0">
                <a:solidFill>
                  <a:srgbClr val="6E43BF"/>
                </a:solidFill>
                <a:latin typeface="ui-monospace"/>
              </a:rPr>
              <a:t>test</a:t>
            </a:r>
            <a:r>
              <a:rPr lang="en" altLang="zh-CN" sz="1200" b="0" i="0" dirty="0">
                <a:solidFill>
                  <a:srgbClr val="1F2328"/>
                </a:solidFill>
                <a:effectLst/>
                <a:latin typeface="ui-monospace"/>
              </a:rPr>
              <a:t>(</a:t>
            </a:r>
            <a:r>
              <a:rPr lang="en" altLang="zh-CN" sz="1200" b="0" i="0" dirty="0">
                <a:solidFill>
                  <a:srgbClr val="083067"/>
                </a:solidFill>
                <a:effectLst/>
                <a:latin typeface="ui-monospace"/>
              </a:rPr>
              <a:t>'arbitrary properties followed by square bracketed stuff'</a:t>
            </a:r>
            <a:r>
              <a:rPr lang="en" altLang="zh-CN" sz="1200" b="0" i="0" dirty="0">
                <a:solidFill>
                  <a:srgbClr val="1F2328"/>
                </a:solidFill>
                <a:effectLst/>
                <a:latin typeface="ui-monospace"/>
              </a:rPr>
              <a:t>, () </a:t>
            </a:r>
            <a:r>
              <a:rPr lang="en" altLang="zh-CN" sz="1200" b="0" i="0" dirty="0">
                <a:solidFill>
                  <a:srgbClr val="89B4CF"/>
                </a:solidFill>
                <a:effectLst/>
                <a:latin typeface="ui-monospace"/>
              </a:rPr>
              <a:t>=&gt;</a:t>
            </a:r>
            <a:r>
              <a:rPr lang="en" altLang="zh-CN" sz="1200" b="0" i="0" dirty="0">
                <a:solidFill>
                  <a:srgbClr val="1F2328"/>
                </a:solidFill>
                <a:effectLst/>
                <a:latin typeface="ui-monospace"/>
              </a:rPr>
              <a:t> {</a:t>
            </a:r>
            <a:r>
              <a:rPr lang="en" altLang="zh-CN" sz="1200" b="0" i="0" dirty="0">
                <a:effectLst/>
                <a:latin typeface="ui-monospace"/>
              </a:rPr>
              <a:t>  </a:t>
            </a:r>
          </a:p>
          <a:p>
            <a:r>
              <a:rPr lang="en-US" altLang="zh-CN" sz="1200" dirty="0">
                <a:latin typeface="ui-monospace"/>
              </a:rPr>
              <a:t>493  </a:t>
            </a:r>
            <a:r>
              <a:rPr lang="en" altLang="zh-CN" sz="1200" dirty="0">
                <a:latin typeface="ui-monospace"/>
              </a:rPr>
              <a:t>+     </a:t>
            </a:r>
            <a:r>
              <a:rPr lang="zh-CN" altLang="en-US" sz="1200" dirty="0">
                <a:latin typeface="ui-monospace"/>
              </a:rPr>
              <a:t> </a:t>
            </a:r>
            <a:r>
              <a:rPr lang="en" altLang="zh-CN" sz="1200" dirty="0">
                <a:solidFill>
                  <a:srgbClr val="D12A34"/>
                </a:solidFill>
                <a:latin typeface="ui-monospace"/>
              </a:rPr>
              <a:t>let</a:t>
            </a:r>
            <a:r>
              <a:rPr lang="en" altLang="zh-CN" sz="1200" b="0" i="0" dirty="0">
                <a:solidFill>
                  <a:srgbClr val="1F2328"/>
                </a:solidFill>
                <a:effectLst/>
                <a:latin typeface="ui-monospace"/>
              </a:rPr>
              <a:t> extractions </a:t>
            </a:r>
            <a:r>
              <a:rPr lang="en" altLang="zh-CN" sz="1200" b="0" i="0" dirty="0">
                <a:effectLst/>
                <a:latin typeface="ui-monospace"/>
              </a:rPr>
              <a:t>=</a:t>
            </a:r>
            <a:r>
              <a:rPr lang="en" altLang="zh-CN" sz="1200" b="0" i="0" dirty="0">
                <a:solidFill>
                  <a:srgbClr val="1F2328"/>
                </a:solidFill>
                <a:effectLst/>
                <a:latin typeface="ui-monospace"/>
              </a:rPr>
              <a:t> </a:t>
            </a:r>
            <a:r>
              <a:rPr lang="en" altLang="zh-CN" sz="1200" b="0" i="0" dirty="0" err="1">
                <a:solidFill>
                  <a:srgbClr val="1F2328"/>
                </a:solidFill>
                <a:effectLst/>
                <a:latin typeface="ui-monospace"/>
              </a:rPr>
              <a:t>defaultExtractor</a:t>
            </a:r>
            <a:r>
              <a:rPr lang="en" altLang="zh-CN" sz="1200" b="0" i="0" dirty="0">
                <a:solidFill>
                  <a:srgbClr val="1F2328"/>
                </a:solidFill>
                <a:effectLst/>
                <a:latin typeface="ui-monospace"/>
              </a:rPr>
              <a:t>(</a:t>
            </a:r>
            <a:endParaRPr lang="en" altLang="zh-CN" sz="1200" dirty="0">
              <a:latin typeface="ui-monospace"/>
            </a:endParaRPr>
          </a:p>
          <a:p>
            <a:r>
              <a:rPr lang="en-US" altLang="zh-CN" sz="1200" dirty="0">
                <a:latin typeface="ui-monospace"/>
              </a:rPr>
              <a:t>494  </a:t>
            </a:r>
            <a:r>
              <a:rPr lang="en" altLang="zh-CN" sz="1200" b="0" i="0" dirty="0">
                <a:effectLst/>
                <a:latin typeface="ui-monospace"/>
              </a:rPr>
              <a:t>+     </a:t>
            </a:r>
            <a:r>
              <a:rPr lang="zh-CN" altLang="en-US" sz="1200" b="0" i="0" dirty="0">
                <a:solidFill>
                  <a:srgbClr val="58636E"/>
                </a:solidFill>
                <a:effectLst/>
                <a:latin typeface="ui-monospace"/>
              </a:rPr>
              <a:t>    </a:t>
            </a:r>
            <a:r>
              <a:rPr lang="en" altLang="zh-CN" sz="1200" dirty="0">
                <a:solidFill>
                  <a:srgbClr val="083067"/>
                </a:solidFill>
                <a:latin typeface="ui-monospace"/>
              </a:rPr>
              <a:t>'&lt;div class="h-16 items-end border border-white [</a:t>
            </a:r>
            <a:r>
              <a:rPr lang="en" altLang="zh-CN" sz="1200" dirty="0" err="1">
                <a:solidFill>
                  <a:srgbClr val="083067"/>
                </a:solidFill>
                <a:latin typeface="ui-monospace"/>
              </a:rPr>
              <a:t>display:inherit</a:t>
            </a:r>
            <a:r>
              <a:rPr lang="en" altLang="zh-CN" sz="1200" dirty="0">
                <a:solidFill>
                  <a:srgbClr val="083067"/>
                </a:solidFill>
                <a:latin typeface="ui-monospace"/>
              </a:rPr>
              <a:t>]"&gt;[foo]&lt;/div&gt;</a:t>
            </a:r>
            <a:r>
              <a:rPr lang="en" altLang="zh-CN" sz="1200" b="0" i="0" dirty="0">
                <a:solidFill>
                  <a:srgbClr val="0A3069"/>
                </a:solidFill>
                <a:effectLst/>
                <a:latin typeface="ui-monospace"/>
              </a:rPr>
              <a:t>‘</a:t>
            </a:r>
            <a:endParaRPr lang="en" altLang="zh-CN" sz="1200" dirty="0">
              <a:solidFill>
                <a:srgbClr val="58636E"/>
              </a:solidFill>
              <a:latin typeface="ui-monospace"/>
            </a:endParaRPr>
          </a:p>
          <a:p>
            <a:r>
              <a:rPr lang="en" altLang="zh-CN" sz="1200" b="0" i="0" dirty="0">
                <a:effectLst/>
                <a:latin typeface="ui-monospace"/>
              </a:rPr>
              <a:t>495  +</a:t>
            </a:r>
            <a:r>
              <a:rPr lang="zh-CN" altLang="en-US" sz="1200" b="0" i="0" dirty="0">
                <a:effectLst/>
                <a:latin typeface="ui-monospace"/>
              </a:rPr>
              <a:t>     </a:t>
            </a:r>
            <a:r>
              <a:rPr lang="en-US" altLang="zh-CN" sz="1200" b="0" i="0" dirty="0">
                <a:effectLst/>
                <a:latin typeface="ui-monospace"/>
              </a:rPr>
              <a:t> </a:t>
            </a:r>
            <a:r>
              <a:rPr lang="en-US" altLang="zh-CN" sz="1200" dirty="0">
                <a:latin typeface="ui-monospace"/>
              </a:rPr>
              <a:t>)</a:t>
            </a:r>
            <a:endParaRPr lang="en" altLang="zh-CN" sz="1200" b="0" i="0" dirty="0">
              <a:effectLst/>
              <a:latin typeface="ui-monospace"/>
            </a:endParaRPr>
          </a:p>
          <a:p>
            <a:r>
              <a:rPr lang="en" altLang="zh-CN" sz="1200" dirty="0">
                <a:latin typeface="ui-monospace"/>
              </a:rPr>
              <a:t>496  +     </a:t>
            </a:r>
            <a:endParaRPr lang="en" altLang="zh-CN" sz="1200" dirty="0">
              <a:solidFill>
                <a:srgbClr val="58636E"/>
              </a:solidFill>
              <a:latin typeface="ui-monospace"/>
            </a:endParaRPr>
          </a:p>
          <a:p>
            <a:r>
              <a:rPr lang="en" altLang="zh-CN" sz="1200" dirty="0">
                <a:latin typeface="ui-monospace"/>
              </a:rPr>
              <a:t>497  </a:t>
            </a:r>
            <a:r>
              <a:rPr lang="en" altLang="zh-CN" sz="1200" b="0" i="0" dirty="0">
                <a:effectLst/>
                <a:latin typeface="ui-monospace"/>
              </a:rPr>
              <a:t>+     </a:t>
            </a:r>
            <a:r>
              <a:rPr lang="en" altLang="zh-CN" sz="1200" dirty="0">
                <a:solidFill>
                  <a:srgbClr val="6E43BF"/>
                </a:solidFill>
                <a:latin typeface="ui-monospace"/>
              </a:rPr>
              <a:t>expect</a:t>
            </a:r>
            <a:r>
              <a:rPr lang="en" altLang="zh-CN" sz="1200" b="0" i="0" dirty="0">
                <a:solidFill>
                  <a:srgbClr val="1F2328"/>
                </a:solidFill>
                <a:effectLst/>
                <a:latin typeface="ui-monospace"/>
              </a:rPr>
              <a:t>(extractions).</a:t>
            </a:r>
            <a:r>
              <a:rPr lang="en" altLang="zh-CN" sz="1200" dirty="0" err="1">
                <a:solidFill>
                  <a:srgbClr val="6E43BF"/>
                </a:solidFill>
                <a:latin typeface="ui-monospace"/>
              </a:rPr>
              <a:t>toContain</a:t>
            </a:r>
            <a:r>
              <a:rPr lang="en" altLang="zh-CN" sz="1200" b="0" i="0" dirty="0">
                <a:solidFill>
                  <a:srgbClr val="1F2328"/>
                </a:solidFill>
                <a:effectLst/>
                <a:latin typeface="ui-monospace"/>
              </a:rPr>
              <a:t>(</a:t>
            </a:r>
            <a:r>
              <a:rPr lang="en" altLang="zh-CN" sz="1200" b="0" i="0" dirty="0">
                <a:effectLst/>
                <a:latin typeface="ui-monospace"/>
              </a:rPr>
              <a:t>`</a:t>
            </a:r>
            <a:r>
              <a:rPr lang="en" altLang="zh-CN" sz="1200" dirty="0">
                <a:solidFill>
                  <a:srgbClr val="083067"/>
                </a:solidFill>
                <a:latin typeface="ui-monospace"/>
              </a:rPr>
              <a:t>[</a:t>
            </a:r>
            <a:r>
              <a:rPr lang="en" altLang="zh-CN" sz="1200" dirty="0" err="1">
                <a:solidFill>
                  <a:srgbClr val="083067"/>
                </a:solidFill>
                <a:latin typeface="ui-monospace"/>
              </a:rPr>
              <a:t>display:inherit</a:t>
            </a:r>
            <a:r>
              <a:rPr lang="en" altLang="zh-CN" sz="1200" dirty="0">
                <a:solidFill>
                  <a:srgbClr val="083067"/>
                </a:solidFill>
                <a:latin typeface="ui-monospace"/>
              </a:rPr>
              <a:t>]`)</a:t>
            </a:r>
          </a:p>
          <a:p>
            <a:r>
              <a:rPr lang="en" altLang="zh-CN" sz="1200" dirty="0">
                <a:latin typeface="ui-monospace"/>
              </a:rPr>
              <a:t>498  +  </a:t>
            </a:r>
            <a:r>
              <a:rPr lang="en-US" altLang="zh-CN" sz="1200" b="0" i="0" dirty="0">
                <a:solidFill>
                  <a:srgbClr val="1F2328"/>
                </a:solidFill>
                <a:effectLst/>
                <a:latin typeface="ui-monospace"/>
              </a:rPr>
              <a:t>})</a:t>
            </a:r>
            <a:endParaRPr lang="en" altLang="zh-CN" sz="1200" b="0" i="0" dirty="0">
              <a:effectLst/>
              <a:latin typeface="ui-monospace"/>
            </a:endParaRPr>
          </a:p>
        </p:txBody>
      </p:sp>
      <p:cxnSp>
        <p:nvCxnSpPr>
          <p:cNvPr id="3091" name="肘形连接符 3090">
            <a:extLst>
              <a:ext uri="{FF2B5EF4-FFF2-40B4-BE49-F238E27FC236}">
                <a16:creationId xmlns:a16="http://schemas.microsoft.com/office/drawing/2014/main" id="{ED232684-CBDD-ED3A-2A45-499D4F909F0E}"/>
              </a:ext>
            </a:extLst>
          </p:cNvPr>
          <p:cNvCxnSpPr>
            <a:stCxn id="29" idx="1"/>
            <a:endCxn id="24" idx="1"/>
          </p:cNvCxnSpPr>
          <p:nvPr/>
        </p:nvCxnSpPr>
        <p:spPr>
          <a:xfrm rot="10800000" flipV="1">
            <a:off x="871259" y="1345341"/>
            <a:ext cx="102373" cy="757183"/>
          </a:xfrm>
          <a:prstGeom prst="bentConnector3">
            <a:avLst>
              <a:gd name="adj1" fmla="val 32330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092" name="肘形连接符 3091">
            <a:extLst>
              <a:ext uri="{FF2B5EF4-FFF2-40B4-BE49-F238E27FC236}">
                <a16:creationId xmlns:a16="http://schemas.microsoft.com/office/drawing/2014/main" id="{26EDA484-498F-9AF7-23D2-E371348B2F22}"/>
              </a:ext>
            </a:extLst>
          </p:cNvPr>
          <p:cNvCxnSpPr>
            <a:cxnSpLocks/>
            <a:endCxn id="26" idx="1"/>
          </p:cNvCxnSpPr>
          <p:nvPr/>
        </p:nvCxnSpPr>
        <p:spPr>
          <a:xfrm rot="16200000" flipH="1">
            <a:off x="-305657" y="3052706"/>
            <a:ext cx="2113006" cy="212642"/>
          </a:xfrm>
          <a:prstGeom prst="bentConnector2">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100" name="肘形连接符 3099">
            <a:extLst>
              <a:ext uri="{FF2B5EF4-FFF2-40B4-BE49-F238E27FC236}">
                <a16:creationId xmlns:a16="http://schemas.microsoft.com/office/drawing/2014/main" id="{B4047763-6567-A8F3-8AA1-8B73F27D4EDC}"/>
              </a:ext>
            </a:extLst>
          </p:cNvPr>
          <p:cNvCxnSpPr>
            <a:cxnSpLocks/>
            <a:stCxn id="30" idx="3"/>
            <a:endCxn id="3074" idx="3"/>
          </p:cNvCxnSpPr>
          <p:nvPr/>
        </p:nvCxnSpPr>
        <p:spPr>
          <a:xfrm>
            <a:off x="4855970" y="1333477"/>
            <a:ext cx="10115" cy="1828063"/>
          </a:xfrm>
          <a:prstGeom prst="bentConnector3">
            <a:avLst>
              <a:gd name="adj1" fmla="val 2360010"/>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103" name="肘形连接符 3102">
            <a:extLst>
              <a:ext uri="{FF2B5EF4-FFF2-40B4-BE49-F238E27FC236}">
                <a16:creationId xmlns:a16="http://schemas.microsoft.com/office/drawing/2014/main" id="{361C7EC1-8967-73C8-FA22-9A853BB5F568}"/>
              </a:ext>
            </a:extLst>
          </p:cNvPr>
          <p:cNvCxnSpPr>
            <a:cxnSpLocks/>
            <a:endCxn id="3076" idx="3"/>
          </p:cNvCxnSpPr>
          <p:nvPr/>
        </p:nvCxnSpPr>
        <p:spPr>
          <a:xfrm rot="5400000">
            <a:off x="3875419" y="4142093"/>
            <a:ext cx="2203600" cy="242498"/>
          </a:xfrm>
          <a:prstGeom prst="bentConnector2">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106" name="文本框 3105">
            <a:extLst>
              <a:ext uri="{FF2B5EF4-FFF2-40B4-BE49-F238E27FC236}">
                <a16:creationId xmlns:a16="http://schemas.microsoft.com/office/drawing/2014/main" id="{0A20669E-F1E8-C152-4332-E1365B938826}"/>
              </a:ext>
            </a:extLst>
          </p:cNvPr>
          <p:cNvSpPr txBox="1"/>
          <p:nvPr/>
        </p:nvSpPr>
        <p:spPr>
          <a:xfrm>
            <a:off x="9639909" y="905093"/>
            <a:ext cx="1330814" cy="307777"/>
          </a:xfrm>
          <a:prstGeom prst="rect">
            <a:avLst/>
          </a:prstGeom>
          <a:noFill/>
        </p:spPr>
        <p:txBody>
          <a:bodyPr wrap="none" rtlCol="0">
            <a:spAutoFit/>
          </a:bodyPr>
          <a:lstStyle/>
          <a:p>
            <a:r>
              <a:rPr kumimoji="1" lang="en-US" altLang="zh-CN" sz="1400" b="1" dirty="0"/>
              <a:t>Test patch:</a:t>
            </a:r>
            <a:r>
              <a:rPr kumimoji="1" lang="zh-CN" altLang="en-US" sz="1400" b="1" dirty="0"/>
              <a:t> </a:t>
            </a:r>
            <a:r>
              <a:rPr kumimoji="1" lang="en-US" altLang="zh-CN" sz="1200" dirty="0"/>
              <a:t>[...]</a:t>
            </a:r>
            <a:endParaRPr kumimoji="1" lang="zh-CN" altLang="en-US" sz="1200" dirty="0"/>
          </a:p>
        </p:txBody>
      </p:sp>
      <p:sp>
        <p:nvSpPr>
          <p:cNvPr id="3107" name="文本框 3106">
            <a:extLst>
              <a:ext uri="{FF2B5EF4-FFF2-40B4-BE49-F238E27FC236}">
                <a16:creationId xmlns:a16="http://schemas.microsoft.com/office/drawing/2014/main" id="{6A8C46E0-9736-7D65-8A60-2A5CE328E0DF}"/>
              </a:ext>
            </a:extLst>
          </p:cNvPr>
          <p:cNvSpPr txBox="1"/>
          <p:nvPr/>
        </p:nvSpPr>
        <p:spPr>
          <a:xfrm>
            <a:off x="9639909" y="1183519"/>
            <a:ext cx="918841" cy="307777"/>
          </a:xfrm>
          <a:prstGeom prst="rect">
            <a:avLst/>
          </a:prstGeom>
          <a:noFill/>
        </p:spPr>
        <p:txBody>
          <a:bodyPr wrap="none" rtlCol="0">
            <a:spAutoFit/>
          </a:bodyPr>
          <a:lstStyle/>
          <a:p>
            <a:r>
              <a:rPr kumimoji="1" lang="en-US" altLang="zh-CN" sz="1400" b="1" dirty="0"/>
              <a:t>Patch:</a:t>
            </a:r>
            <a:r>
              <a:rPr kumimoji="1" lang="zh-CN" altLang="en-US" sz="1400" b="1" dirty="0"/>
              <a:t> </a:t>
            </a:r>
            <a:r>
              <a:rPr kumimoji="1" lang="en-US" altLang="zh-CN" sz="1200" dirty="0"/>
              <a:t>[...]</a:t>
            </a:r>
            <a:endParaRPr kumimoji="1" lang="zh-CN" altLang="en-US" sz="1200" dirty="0"/>
          </a:p>
        </p:txBody>
      </p:sp>
      <p:sp>
        <p:nvSpPr>
          <p:cNvPr id="3108" name="文本框 3107">
            <a:extLst>
              <a:ext uri="{FF2B5EF4-FFF2-40B4-BE49-F238E27FC236}">
                <a16:creationId xmlns:a16="http://schemas.microsoft.com/office/drawing/2014/main" id="{D352E47A-3123-276E-C77F-0D5D7B46C0E6}"/>
              </a:ext>
            </a:extLst>
          </p:cNvPr>
          <p:cNvSpPr txBox="1"/>
          <p:nvPr/>
        </p:nvSpPr>
        <p:spPr>
          <a:xfrm>
            <a:off x="10506869" y="1623477"/>
            <a:ext cx="1470060" cy="307777"/>
          </a:xfrm>
          <a:prstGeom prst="rect">
            <a:avLst/>
          </a:prstGeom>
          <a:noFill/>
        </p:spPr>
        <p:txBody>
          <a:bodyPr wrap="square" rtlCol="0">
            <a:spAutoFit/>
          </a:bodyPr>
          <a:lstStyle/>
          <a:p>
            <a:r>
              <a:rPr lang="en" altLang="zh-CN" sz="1400" b="1" i="0" dirty="0">
                <a:effectLst/>
              </a:rPr>
              <a:t>Test Patch</a:t>
            </a:r>
          </a:p>
        </p:txBody>
      </p:sp>
      <p:sp>
        <p:nvSpPr>
          <p:cNvPr id="3109" name="文本框 3108">
            <a:extLst>
              <a:ext uri="{FF2B5EF4-FFF2-40B4-BE49-F238E27FC236}">
                <a16:creationId xmlns:a16="http://schemas.microsoft.com/office/drawing/2014/main" id="{1CE3E320-1566-4DCB-C07F-A2601CA5A584}"/>
              </a:ext>
            </a:extLst>
          </p:cNvPr>
          <p:cNvSpPr txBox="1"/>
          <p:nvPr/>
        </p:nvSpPr>
        <p:spPr>
          <a:xfrm>
            <a:off x="10788147" y="4037857"/>
            <a:ext cx="1470060" cy="307777"/>
          </a:xfrm>
          <a:prstGeom prst="rect">
            <a:avLst/>
          </a:prstGeom>
          <a:noFill/>
        </p:spPr>
        <p:txBody>
          <a:bodyPr wrap="square" rtlCol="0">
            <a:spAutoFit/>
          </a:bodyPr>
          <a:lstStyle/>
          <a:p>
            <a:r>
              <a:rPr lang="en" altLang="zh-CN" sz="1400" b="1" i="0" dirty="0">
                <a:effectLst/>
              </a:rPr>
              <a:t>Patch</a:t>
            </a:r>
          </a:p>
        </p:txBody>
      </p:sp>
    </p:spTree>
    <p:extLst>
      <p:ext uri="{BB962C8B-B14F-4D97-AF65-F5344CB8AC3E}">
        <p14:creationId xmlns:p14="http://schemas.microsoft.com/office/powerpoint/2010/main" val="2765141562"/>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14318</TotalTime>
  <Words>808</Words>
  <Application>Microsoft Macintosh PowerPoint</Application>
  <PresentationFormat>宽屏</PresentationFormat>
  <Paragraphs>171</Paragraphs>
  <Slides>6</Slides>
  <Notes>1</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6</vt:i4>
      </vt:variant>
    </vt:vector>
  </HeadingPairs>
  <TitlesOfParts>
    <vt:vector size="15" baseType="lpstr">
      <vt:lpstr>等线</vt:lpstr>
      <vt:lpstr>等线 Light</vt:lpstr>
      <vt:lpstr>Microsoft YaHei</vt:lpstr>
      <vt:lpstr>Microsoft YaHei</vt:lpstr>
      <vt:lpstr>ui-monospace</vt:lpstr>
      <vt:lpstr>Arial</vt:lpstr>
      <vt:lpstr>Menlo</vt:lpstr>
      <vt:lpstr>Times New Roman</vt:lpstr>
      <vt:lpstr>Office 主题​​</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亮宏 郭</dc:creator>
  <cp:lastModifiedBy>亮宏 郭</cp:lastModifiedBy>
  <cp:revision>55</cp:revision>
  <dcterms:created xsi:type="dcterms:W3CDTF">2024-10-13T15:23:45Z</dcterms:created>
  <dcterms:modified xsi:type="dcterms:W3CDTF">2024-10-23T14:08:07Z</dcterms:modified>
</cp:coreProperties>
</file>