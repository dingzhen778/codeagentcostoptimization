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0" r:id="rId2"/>
    <p:sldId id="272" r:id="rId3"/>
    <p:sldId id="266" r:id="rId4"/>
    <p:sldId id="274" r:id="rId5"/>
    <p:sldId id="275" r:id="rId6"/>
    <p:sldId id="276" r:id="rId7"/>
    <p:sldId id="27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5CC6"/>
    <a:srgbClr val="C00000"/>
    <a:srgbClr val="D7DFE6"/>
    <a:srgbClr val="1F6CC4"/>
    <a:srgbClr val="D8E0E6"/>
    <a:srgbClr val="083067"/>
    <a:srgbClr val="072F69"/>
    <a:srgbClr val="89B4CF"/>
    <a:srgbClr val="6E43BF"/>
    <a:srgbClr val="DAFB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35"/>
    <p:restoredTop sz="94713"/>
  </p:normalViewPr>
  <p:slideViewPr>
    <p:cSldViewPr snapToGrid="0">
      <p:cViewPr>
        <p:scale>
          <a:sx n="100" d="100"/>
          <a:sy n="100" d="100"/>
        </p:scale>
        <p:origin x="168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AB0DB-98C9-0A40-8C7F-0CDB819CB832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3E84C-F390-2C4E-B4E7-2DF9EDA967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5227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v1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0566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v2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1954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v3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0974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[Yanlin]</a:t>
            </a:r>
            <a:r>
              <a:rPr lang="zh-CN" altLang="en-US"/>
              <a:t> </a:t>
            </a:r>
            <a:r>
              <a:rPr lang="en-US" altLang="zh-CN"/>
              <a:t>v4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7191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altLang="zh-CN"/>
              <a:t>v</a:t>
            </a:r>
            <a:r>
              <a:rPr lang="en-US" altLang="zh-CN"/>
              <a:t>5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7191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D5547-6FA4-448B-49C3-BC37BC571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806F7-3B95-39E9-3CF1-AFBCE55E8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0B6C4E-446E-2A36-44C3-A2B6DF283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altLang="zh-CN"/>
              <a:t>v</a:t>
            </a:r>
            <a:r>
              <a:rPr lang="en-US" altLang="zh-CN" dirty="0"/>
              <a:t>6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43E9D-1499-4BFA-063D-110B9ADA9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6303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09AF3-A428-743C-E020-1E66497F7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125388-F17C-21E8-2A5B-58AD24B9A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2EFC5-13F7-D9F3-F433-70ED81532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altLang="zh-CN"/>
              <a:t>v</a:t>
            </a:r>
            <a:r>
              <a:rPr lang="en-US" altLang="zh-CN"/>
              <a:t>7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1193F-D96F-A6EB-13D3-99ADCD3F9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9091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02D3D-3C03-25FB-5CFB-DD8FC0D21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2C8A78-6184-7971-3E10-222B9392D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C7C4E8-B3F0-B14F-BA18-AB358DF01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7F1643-D555-0E54-B817-1D5B18BD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FC94CB-717E-0BA5-C158-E51101115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5352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8EF63-F747-8148-E0FC-FD7BFCAF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7A60A1-833D-4856-4F45-CD897E8D0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668026-248E-6431-4003-0F7DE63B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795BDB-1E90-AE71-860E-5A516612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92E14-60F6-9198-16D0-ED1C78AEC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055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CF0E1-30B4-5BF1-F445-9DA35D0D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4C208E-A6BC-5248-20A1-428B907C7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8ECD74-5BE4-1FA1-77FF-B4073CB63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65681F-35B0-B930-889E-80E4BDBD7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1150BE-39B6-39E7-9482-C7E92CB40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674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852D9-9569-4A09-EF6C-AE854F270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E8F5C2-FB2C-B752-A82B-C324E48F1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8B995A-15E0-46A1-15FE-2AED4F56A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E86D7A-F09E-A9D6-7566-7A3856A0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064FA8-E352-2B96-B2F5-178004D32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538B8C-DE82-3A0C-5571-C1E14288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679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4EA53-60D3-BD4E-FC8B-0345CE137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7EE235-99D9-1C80-82EB-015033805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F1A8BA-977E-F609-FD54-6D8DFB910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450A95C-9C50-7609-0AF5-0A318452A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4E05A9-63F8-0B56-6EB9-C17B74ADB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075B0C-EEC0-9B7A-A6E9-5B461896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99A2C8-1669-FCA2-A191-6F48CF81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FBAC36-604E-6B33-E16F-59A62887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703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19630-C3C5-60E4-6D94-7F396885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564125-6218-FBD0-9366-5E61F632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01713F-1CE4-638D-00CA-FDD26E5EE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A80C8C-E40D-C74C-0237-10993DADD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350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CCAC2C-5DA6-FFD5-D64D-773B06781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34ADED-C821-8B18-7A0F-30FFA5A6B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0358FA-7C26-63F7-80AD-0CB7906D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166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8EADB-2466-32D8-526F-BBDA1EB7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A0727B-F6DA-870A-1634-0CA6EF650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588C22-F9B9-3CD7-3461-ED38584E6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BD0A78-0B89-FE0D-CD15-51B40D79F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B2233C-25E9-1ABB-8EEF-851D0002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ECE572-760E-AC40-9EBE-2286B862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1110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D7F59F-7997-785F-4EC4-F8B3BB8C2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7C23628-EC96-C08B-AE46-5FBA90960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CF746C-1E10-9F76-492B-9DD02311D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796498-83FB-75D7-A9E4-6BEC3C21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DEDB00-CE8C-696E-BBF2-43C8DE0F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409B6D-7236-8C2F-58A8-C7F75D10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694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D0496-7DB4-0932-E078-87D05C8D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78F30D-5308-E470-DA2C-0BD5352CA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2234C-37FE-FF5A-6D3E-88E8649F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6C760C-1174-297F-DCF3-B438A3833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A11E53-B8FE-669C-8D5E-39AF64158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3825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9E4A1E-BFD9-F879-C367-F6453A1F3C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527C87-BE8D-85B1-A828-6A264D76E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4C0B87-C1B7-6F61-7EED-D9A52AC15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4C7E06-537B-F290-43CC-6F1D9D68C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13E246-0E76-9709-4C7A-5C2BCCBD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040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CE9ACE-882E-4864-9954-B7C8E327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20A5C3-985A-9DDB-7FBF-C6BA572DB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5C7037-F3A7-509D-E807-C89F601D6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DC179B-1F8D-B908-6A42-486385E17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8605FB-317E-C215-EFCE-81DE8F548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694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sv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sv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.sv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svg"/><Relationship Id="rId3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4.sv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svg"/><Relationship Id="rId3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.sv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sv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: 圆角 5">
            <a:extLst>
              <a:ext uri="{FF2B5EF4-FFF2-40B4-BE49-F238E27FC236}">
                <a16:creationId xmlns:a16="http://schemas.microsoft.com/office/drawing/2014/main" id="{AD2C0428-D061-333F-0807-86C7AD37876E}"/>
              </a:ext>
            </a:extLst>
          </p:cNvPr>
          <p:cNvSpPr/>
          <p:nvPr/>
        </p:nvSpPr>
        <p:spPr>
          <a:xfrm>
            <a:off x="504041" y="1040525"/>
            <a:ext cx="11074314" cy="4162096"/>
          </a:xfrm>
          <a:prstGeom prst="roundRect">
            <a:avLst>
              <a:gd name="adj" fmla="val 5285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867BDC1-90AE-09B9-3050-57BED8BCB33A}"/>
              </a:ext>
            </a:extLst>
          </p:cNvPr>
          <p:cNvSpPr txBox="1"/>
          <p:nvPr/>
        </p:nvSpPr>
        <p:spPr>
          <a:xfrm>
            <a:off x="1970915" y="2102020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pic>
        <p:nvPicPr>
          <p:cNvPr id="46" name="图形 45">
            <a:extLst>
              <a:ext uri="{FF2B5EF4-FFF2-40B4-BE49-F238E27FC236}">
                <a16:creationId xmlns:a16="http://schemas.microsoft.com/office/drawing/2014/main" id="{4EBF78F9-1D4A-EA0E-8E17-73F9D2731B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55779" y="2173649"/>
            <a:ext cx="822364" cy="80624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A9F3042D-4F5C-2385-CB92-254D1B08DA25}"/>
              </a:ext>
            </a:extLst>
          </p:cNvPr>
          <p:cNvSpPr txBox="1"/>
          <p:nvPr/>
        </p:nvSpPr>
        <p:spPr>
          <a:xfrm>
            <a:off x="3041192" y="1436777"/>
            <a:ext cx="1033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Candidate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Repos List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9" name="图形 58">
            <a:extLst>
              <a:ext uri="{FF2B5EF4-FFF2-40B4-BE49-F238E27FC236}">
                <a16:creationId xmlns:a16="http://schemas.microsoft.com/office/drawing/2014/main" id="{8D92C809-1314-0AD1-8869-77B758541C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3192" y="2214949"/>
            <a:ext cx="812800" cy="796864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EB914555-135A-EFBE-E4AC-9646F5121855}"/>
              </a:ext>
            </a:extLst>
          </p:cNvPr>
          <p:cNvSpPr txBox="1"/>
          <p:nvPr/>
        </p:nvSpPr>
        <p:spPr>
          <a:xfrm>
            <a:off x="5100080" y="1424123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Repos List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2" name="图形 61">
            <a:extLst>
              <a:ext uri="{FF2B5EF4-FFF2-40B4-BE49-F238E27FC236}">
                <a16:creationId xmlns:a16="http://schemas.microsoft.com/office/drawing/2014/main" id="{7B374CFB-20EE-EAE4-BD10-18E493C4A9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3083" y="2073404"/>
            <a:ext cx="279953" cy="279953"/>
          </a:xfrm>
          <a:prstGeom prst="rect">
            <a:avLst/>
          </a:prstGeom>
        </p:spPr>
      </p:pic>
      <p:cxnSp>
        <p:nvCxnSpPr>
          <p:cNvPr id="74" name="直接箭头连接符 90">
            <a:extLst>
              <a:ext uri="{FF2B5EF4-FFF2-40B4-BE49-F238E27FC236}">
                <a16:creationId xmlns:a16="http://schemas.microsoft.com/office/drawing/2014/main" id="{00D33D2C-93F5-31DA-04DA-1FAE96D7991C}"/>
              </a:ext>
            </a:extLst>
          </p:cNvPr>
          <p:cNvCxnSpPr>
            <a:cxnSpLocks/>
            <a:stCxn id="85" idx="3"/>
            <a:endCxn id="104" idx="1"/>
          </p:cNvCxnSpPr>
          <p:nvPr/>
        </p:nvCxnSpPr>
        <p:spPr>
          <a:xfrm>
            <a:off x="1796958" y="2439447"/>
            <a:ext cx="12815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图片 77">
            <a:extLst>
              <a:ext uri="{FF2B5EF4-FFF2-40B4-BE49-F238E27FC236}">
                <a16:creationId xmlns:a16="http://schemas.microsoft.com/office/drawing/2014/main" id="{46D46145-91B9-7D51-037B-0126EF6785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6653" y="2213304"/>
            <a:ext cx="330554" cy="330554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5EED824B-E99B-C32D-5DCB-C84AB01A8F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988" y="2560801"/>
            <a:ext cx="398174" cy="398174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83C7956F-6369-7F3B-92BB-1FFC5A9F10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8308" y="2191293"/>
            <a:ext cx="358823" cy="358823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05542D48-749C-88CA-7453-D1BD85171A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489" y="2590990"/>
            <a:ext cx="358824" cy="358824"/>
          </a:xfrm>
          <a:prstGeom prst="rect">
            <a:avLst/>
          </a:prstGeom>
        </p:spPr>
      </p:pic>
      <p:sp>
        <p:nvSpPr>
          <p:cNvPr id="85" name="圆角矩形 84">
            <a:extLst>
              <a:ext uri="{FF2B5EF4-FFF2-40B4-BE49-F238E27FC236}">
                <a16:creationId xmlns:a16="http://schemas.microsoft.com/office/drawing/2014/main" id="{1C7FE5FB-98D3-8437-2A76-9779B7928C3E}"/>
              </a:ext>
            </a:extLst>
          </p:cNvPr>
          <p:cNvSpPr/>
          <p:nvPr/>
        </p:nvSpPr>
        <p:spPr>
          <a:xfrm>
            <a:off x="879501" y="1873357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78277629-13B8-E163-C020-1637DB68EBDE}"/>
              </a:ext>
            </a:extLst>
          </p:cNvPr>
          <p:cNvSpPr txBox="1"/>
          <p:nvPr/>
        </p:nvSpPr>
        <p:spPr>
          <a:xfrm>
            <a:off x="702641" y="184512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4 used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EBB6E5EE-AB6B-2DD0-ADA7-20627DDDB519}"/>
              </a:ext>
            </a:extLst>
          </p:cNvPr>
          <p:cNvSpPr txBox="1"/>
          <p:nvPr/>
        </p:nvSpPr>
        <p:spPr>
          <a:xfrm>
            <a:off x="846773" y="1427320"/>
            <a:ext cx="1102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Languages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Selection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3" name="图形 92">
            <a:extLst>
              <a:ext uri="{FF2B5EF4-FFF2-40B4-BE49-F238E27FC236}">
                <a16:creationId xmlns:a16="http://schemas.microsoft.com/office/drawing/2014/main" id="{C23760D9-A157-F80D-099A-30AC535030C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98566" y="2639170"/>
            <a:ext cx="510164" cy="510164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6BAC52C0-2DFD-E620-3765-79CA6C6CD78B}"/>
              </a:ext>
            </a:extLst>
          </p:cNvPr>
          <p:cNvSpPr txBox="1"/>
          <p:nvPr/>
        </p:nvSpPr>
        <p:spPr>
          <a:xfrm>
            <a:off x="2528289" y="1958222"/>
            <a:ext cx="2063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200 </a:t>
            </a:r>
          </a:p>
        </p:txBody>
      </p:sp>
      <p:pic>
        <p:nvPicPr>
          <p:cNvPr id="96" name="图形 95">
            <a:extLst>
              <a:ext uri="{FF2B5EF4-FFF2-40B4-BE49-F238E27FC236}">
                <a16:creationId xmlns:a16="http://schemas.microsoft.com/office/drawing/2014/main" id="{69509CE8-C118-803A-C8E2-F0BB396ECE6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382406" y="2540563"/>
            <a:ext cx="277000" cy="277000"/>
          </a:xfrm>
          <a:prstGeom prst="rect">
            <a:avLst/>
          </a:prstGeom>
        </p:spPr>
      </p:pic>
      <p:pic>
        <p:nvPicPr>
          <p:cNvPr id="98" name="图形 97">
            <a:extLst>
              <a:ext uri="{FF2B5EF4-FFF2-40B4-BE49-F238E27FC236}">
                <a16:creationId xmlns:a16="http://schemas.microsoft.com/office/drawing/2014/main" id="{7C02AF2B-52EE-37C0-18BC-FFA84147EED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036291" y="2559087"/>
            <a:ext cx="259922" cy="259922"/>
          </a:xfrm>
          <a:prstGeom prst="rect">
            <a:avLst/>
          </a:prstGeom>
        </p:spPr>
      </p:pic>
      <p:sp>
        <p:nvSpPr>
          <p:cNvPr id="103" name="圆角矩形 102">
            <a:extLst>
              <a:ext uri="{FF2B5EF4-FFF2-40B4-BE49-F238E27FC236}">
                <a16:creationId xmlns:a16="http://schemas.microsoft.com/office/drawing/2014/main" id="{DE34B738-8E65-3D16-4845-4D45CB7BF1A5}"/>
              </a:ext>
            </a:extLst>
          </p:cNvPr>
          <p:cNvSpPr/>
          <p:nvPr/>
        </p:nvSpPr>
        <p:spPr>
          <a:xfrm>
            <a:off x="1995021" y="2568455"/>
            <a:ext cx="839861" cy="437081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圆角矩形 103">
            <a:extLst>
              <a:ext uri="{FF2B5EF4-FFF2-40B4-BE49-F238E27FC236}">
                <a16:creationId xmlns:a16="http://schemas.microsoft.com/office/drawing/2014/main" id="{F0FEFF08-6F04-4E8F-33E9-B34AE48C9B73}"/>
              </a:ext>
            </a:extLst>
          </p:cNvPr>
          <p:cNvSpPr/>
          <p:nvPr/>
        </p:nvSpPr>
        <p:spPr>
          <a:xfrm>
            <a:off x="3078486" y="1873357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DF5AFF08-7260-E2A8-7388-351FA525510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46505" y="2080482"/>
            <a:ext cx="272876" cy="272876"/>
          </a:xfrm>
          <a:prstGeom prst="rect">
            <a:avLst/>
          </a:prstGeom>
        </p:spPr>
      </p:pic>
      <p:cxnSp>
        <p:nvCxnSpPr>
          <p:cNvPr id="109" name="直接箭头连接符 90">
            <a:extLst>
              <a:ext uri="{FF2B5EF4-FFF2-40B4-BE49-F238E27FC236}">
                <a16:creationId xmlns:a16="http://schemas.microsoft.com/office/drawing/2014/main" id="{98CA22C1-0A93-0309-2ECB-807220BFCF60}"/>
              </a:ext>
            </a:extLst>
          </p:cNvPr>
          <p:cNvCxnSpPr>
            <a:cxnSpLocks/>
          </p:cNvCxnSpPr>
          <p:nvPr/>
        </p:nvCxnSpPr>
        <p:spPr>
          <a:xfrm flipV="1">
            <a:off x="4007964" y="2439446"/>
            <a:ext cx="1186562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A3CD1A55-6A2A-CD2D-077E-B5F861BB8E33}"/>
              </a:ext>
            </a:extLst>
          </p:cNvPr>
          <p:cNvSpPr txBox="1"/>
          <p:nvPr/>
        </p:nvSpPr>
        <p:spPr>
          <a:xfrm>
            <a:off x="4145274" y="209370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2DEDE6DB-B1C5-C028-72EE-7589E77689CB}"/>
              </a:ext>
            </a:extLst>
          </p:cNvPr>
          <p:cNvSpPr txBox="1"/>
          <p:nvPr/>
        </p:nvSpPr>
        <p:spPr>
          <a:xfrm>
            <a:off x="3587519" y="2519688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Different 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Domains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圆角矩形 113">
            <a:extLst>
              <a:ext uri="{FF2B5EF4-FFF2-40B4-BE49-F238E27FC236}">
                <a16:creationId xmlns:a16="http://schemas.microsoft.com/office/drawing/2014/main" id="{18345E0F-F5B5-455F-A25A-393F14236798}"/>
              </a:ext>
            </a:extLst>
          </p:cNvPr>
          <p:cNvSpPr/>
          <p:nvPr/>
        </p:nvSpPr>
        <p:spPr>
          <a:xfrm>
            <a:off x="5186290" y="1870370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7AEC41F-9307-B81E-7F81-4758263AF20C}"/>
              </a:ext>
            </a:extLst>
          </p:cNvPr>
          <p:cNvSpPr txBox="1"/>
          <p:nvPr/>
        </p:nvSpPr>
        <p:spPr>
          <a:xfrm>
            <a:off x="4604060" y="1912756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BA7DAACF-4003-B619-79B9-40A47E4DFCD3}"/>
              </a:ext>
            </a:extLst>
          </p:cNvPr>
          <p:cNvSpPr txBox="1"/>
          <p:nvPr/>
        </p:nvSpPr>
        <p:spPr>
          <a:xfrm>
            <a:off x="4630101" y="1968365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8" name="直接箭头连接符 26">
            <a:extLst>
              <a:ext uri="{FF2B5EF4-FFF2-40B4-BE49-F238E27FC236}">
                <a16:creationId xmlns:a16="http://schemas.microsoft.com/office/drawing/2014/main" id="{2206E33D-A385-667D-71A6-A26B088B46AF}"/>
              </a:ext>
            </a:extLst>
          </p:cNvPr>
          <p:cNvCxnSpPr>
            <a:cxnSpLocks/>
            <a:stCxn id="114" idx="3"/>
            <a:endCxn id="124" idx="1"/>
          </p:cNvCxnSpPr>
          <p:nvPr/>
        </p:nvCxnSpPr>
        <p:spPr>
          <a:xfrm>
            <a:off x="6103747" y="2436460"/>
            <a:ext cx="1246052" cy="8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图形 118">
            <a:extLst>
              <a:ext uri="{FF2B5EF4-FFF2-40B4-BE49-F238E27FC236}">
                <a16:creationId xmlns:a16="http://schemas.microsoft.com/office/drawing/2014/main" id="{B9733631-5D3B-C900-3E9A-EA253A5BFDA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177933" y="2079213"/>
            <a:ext cx="270012" cy="270012"/>
          </a:xfrm>
          <a:prstGeom prst="rect">
            <a:avLst/>
          </a:prstGeom>
        </p:spPr>
      </p:pic>
      <p:pic>
        <p:nvPicPr>
          <p:cNvPr id="122" name="图形 121">
            <a:extLst>
              <a:ext uri="{FF2B5EF4-FFF2-40B4-BE49-F238E27FC236}">
                <a16:creationId xmlns:a16="http://schemas.microsoft.com/office/drawing/2014/main" id="{6F76BA3C-612D-B4F0-5EE8-DD0A37BE14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513460" y="2287423"/>
            <a:ext cx="680560" cy="680560"/>
          </a:xfrm>
          <a:prstGeom prst="rect">
            <a:avLst/>
          </a:prstGeom>
        </p:spPr>
      </p:pic>
      <p:sp>
        <p:nvSpPr>
          <p:cNvPr id="124" name="圆角矩形 123">
            <a:extLst>
              <a:ext uri="{FF2B5EF4-FFF2-40B4-BE49-F238E27FC236}">
                <a16:creationId xmlns:a16="http://schemas.microsoft.com/office/drawing/2014/main" id="{C5370A09-FCBB-0908-B54C-DB2B01E12703}"/>
              </a:ext>
            </a:extLst>
          </p:cNvPr>
          <p:cNvSpPr/>
          <p:nvPr/>
        </p:nvSpPr>
        <p:spPr>
          <a:xfrm>
            <a:off x="7349799" y="1871195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8636EFE-C005-4C07-C4AB-A75DF5493CF9}"/>
              </a:ext>
            </a:extLst>
          </p:cNvPr>
          <p:cNvSpPr txBox="1"/>
          <p:nvPr/>
        </p:nvSpPr>
        <p:spPr>
          <a:xfrm>
            <a:off x="6264061" y="209775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2501E4E5-D051-6025-C4CC-2582C55E6F63}"/>
              </a:ext>
            </a:extLst>
          </p:cNvPr>
          <p:cNvSpPr txBox="1"/>
          <p:nvPr/>
        </p:nvSpPr>
        <p:spPr>
          <a:xfrm>
            <a:off x="5686712" y="2529055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GitHub API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E636F3AA-5677-6DA5-633E-FE75D7EC02F7}"/>
              </a:ext>
            </a:extLst>
          </p:cNvPr>
          <p:cNvSpPr txBox="1"/>
          <p:nvPr/>
        </p:nvSpPr>
        <p:spPr>
          <a:xfrm>
            <a:off x="7238873" y="1434413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Raw PRs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69DADCFF-5D44-3DC7-8772-6C6F016E2976}"/>
              </a:ext>
            </a:extLst>
          </p:cNvPr>
          <p:cNvSpPr txBox="1"/>
          <p:nvPr/>
        </p:nvSpPr>
        <p:spPr>
          <a:xfrm>
            <a:off x="6793919" y="1892798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5" name="直接箭头连接符 26">
            <a:extLst>
              <a:ext uri="{FF2B5EF4-FFF2-40B4-BE49-F238E27FC236}">
                <a16:creationId xmlns:a16="http://schemas.microsoft.com/office/drawing/2014/main" id="{6B635A38-AAB3-0CDA-0895-A71755FB4C19}"/>
              </a:ext>
            </a:extLst>
          </p:cNvPr>
          <p:cNvCxnSpPr>
            <a:cxnSpLocks/>
          </p:cNvCxnSpPr>
          <p:nvPr/>
        </p:nvCxnSpPr>
        <p:spPr>
          <a:xfrm>
            <a:off x="8318622" y="2430030"/>
            <a:ext cx="1839917" cy="64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7" name="图形 136">
            <a:extLst>
              <a:ext uri="{FF2B5EF4-FFF2-40B4-BE49-F238E27FC236}">
                <a16:creationId xmlns:a16="http://schemas.microsoft.com/office/drawing/2014/main" id="{2CD1FC91-E821-2539-C606-9D9A33A055E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388302" y="2059220"/>
            <a:ext cx="279953" cy="279953"/>
          </a:xfrm>
          <a:prstGeom prst="rect">
            <a:avLst/>
          </a:prstGeom>
        </p:spPr>
      </p:pic>
      <p:sp>
        <p:nvSpPr>
          <p:cNvPr id="138" name="文本框 137">
            <a:extLst>
              <a:ext uri="{FF2B5EF4-FFF2-40B4-BE49-F238E27FC236}">
                <a16:creationId xmlns:a16="http://schemas.microsoft.com/office/drawing/2014/main" id="{C97474F8-A383-5A02-1BAF-15B41E4FB6EA}"/>
              </a:ext>
            </a:extLst>
          </p:cNvPr>
          <p:cNvSpPr txBox="1"/>
          <p:nvPr/>
        </p:nvSpPr>
        <p:spPr>
          <a:xfrm>
            <a:off x="8482998" y="2072226"/>
            <a:ext cx="1735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Attribute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BC9D3E85-7D02-A713-16FA-451BF2EA23A6}"/>
              </a:ext>
            </a:extLst>
          </p:cNvPr>
          <p:cNvSpPr txBox="1"/>
          <p:nvPr/>
        </p:nvSpPr>
        <p:spPr>
          <a:xfrm>
            <a:off x="8424936" y="2493403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Related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Issues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0F9E494D-9BE1-2374-D72A-2BF6BABC7709}"/>
              </a:ext>
            </a:extLst>
          </p:cNvPr>
          <p:cNvSpPr txBox="1"/>
          <p:nvPr/>
        </p:nvSpPr>
        <p:spPr>
          <a:xfrm>
            <a:off x="8442421" y="2755752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Changed Tests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4" name="图片 143">
            <a:extLst>
              <a:ext uri="{FF2B5EF4-FFF2-40B4-BE49-F238E27FC236}">
                <a16:creationId xmlns:a16="http://schemas.microsoft.com/office/drawing/2014/main" id="{7226F934-94AC-4ED5-B8C8-A631EC31A02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95270" y="2520483"/>
            <a:ext cx="189719" cy="189719"/>
          </a:xfrm>
          <a:prstGeom prst="rect">
            <a:avLst/>
          </a:prstGeom>
        </p:spPr>
      </p:pic>
      <p:pic>
        <p:nvPicPr>
          <p:cNvPr id="145" name="图片 144">
            <a:extLst>
              <a:ext uri="{FF2B5EF4-FFF2-40B4-BE49-F238E27FC236}">
                <a16:creationId xmlns:a16="http://schemas.microsoft.com/office/drawing/2014/main" id="{202A6F23-BC28-121C-079B-14F19F1962CC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95270" y="2767951"/>
            <a:ext cx="187971" cy="187971"/>
          </a:xfrm>
          <a:prstGeom prst="rect">
            <a:avLst/>
          </a:prstGeom>
        </p:spPr>
      </p:pic>
      <p:sp>
        <p:nvSpPr>
          <p:cNvPr id="147" name="圆角矩形 146">
            <a:extLst>
              <a:ext uri="{FF2B5EF4-FFF2-40B4-BE49-F238E27FC236}">
                <a16:creationId xmlns:a16="http://schemas.microsoft.com/office/drawing/2014/main" id="{2BE41463-66A7-0992-9FBD-0A32C7763644}"/>
              </a:ext>
            </a:extLst>
          </p:cNvPr>
          <p:cNvSpPr/>
          <p:nvPr/>
        </p:nvSpPr>
        <p:spPr>
          <a:xfrm>
            <a:off x="10137271" y="1885788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663C8C93-00AC-7579-5B76-0D1F709C6998}"/>
              </a:ext>
            </a:extLst>
          </p:cNvPr>
          <p:cNvSpPr txBox="1"/>
          <p:nvPr/>
        </p:nvSpPr>
        <p:spPr>
          <a:xfrm>
            <a:off x="10012409" y="1418040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PRs data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9" name="图形 148">
            <a:extLst>
              <a:ext uri="{FF2B5EF4-FFF2-40B4-BE49-F238E27FC236}">
                <a16:creationId xmlns:a16="http://schemas.microsoft.com/office/drawing/2014/main" id="{E20E6248-50E4-F064-4C20-2D69A8511AF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269434" y="2304239"/>
            <a:ext cx="688717" cy="688717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157DAFD2-885F-98FB-0A1A-576DBFC4ECF6}"/>
              </a:ext>
            </a:extLst>
          </p:cNvPr>
          <p:cNvSpPr txBox="1"/>
          <p:nvPr/>
        </p:nvSpPr>
        <p:spPr>
          <a:xfrm>
            <a:off x="10158539" y="1918023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4" name="圆角矩形 163">
            <a:extLst>
              <a:ext uri="{FF2B5EF4-FFF2-40B4-BE49-F238E27FC236}">
                <a16:creationId xmlns:a16="http://schemas.microsoft.com/office/drawing/2014/main" id="{3DED5107-942C-2917-6593-CD3D86BF6178}"/>
              </a:ext>
            </a:extLst>
          </p:cNvPr>
          <p:cNvSpPr/>
          <p:nvPr/>
        </p:nvSpPr>
        <p:spPr>
          <a:xfrm>
            <a:off x="1260700" y="3906873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5F7C59DD-FBB6-99D9-06E2-62EEDDAAD1AC}"/>
              </a:ext>
            </a:extLst>
          </p:cNvPr>
          <p:cNvSpPr txBox="1"/>
          <p:nvPr/>
        </p:nvSpPr>
        <p:spPr>
          <a:xfrm>
            <a:off x="1146473" y="3469600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 data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6" name="图形 165">
            <a:extLst>
              <a:ext uri="{FF2B5EF4-FFF2-40B4-BE49-F238E27FC236}">
                <a16:creationId xmlns:a16="http://schemas.microsoft.com/office/drawing/2014/main" id="{80DBD7E8-9B0A-4D3D-4C58-CA3D384FC8C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392863" y="4325324"/>
            <a:ext cx="688717" cy="688717"/>
          </a:xfrm>
          <a:prstGeom prst="rect">
            <a:avLst/>
          </a:prstGeom>
        </p:spPr>
      </p:pic>
      <p:sp>
        <p:nvSpPr>
          <p:cNvPr id="167" name="文本框 166">
            <a:extLst>
              <a:ext uri="{FF2B5EF4-FFF2-40B4-BE49-F238E27FC236}">
                <a16:creationId xmlns:a16="http://schemas.microsoft.com/office/drawing/2014/main" id="{ABE5F263-A159-5064-47D3-B9EE7F6B6498}"/>
              </a:ext>
            </a:extLst>
          </p:cNvPr>
          <p:cNvSpPr txBox="1"/>
          <p:nvPr/>
        </p:nvSpPr>
        <p:spPr>
          <a:xfrm>
            <a:off x="1281968" y="3939108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0" name="直接箭头连接符 90">
            <a:extLst>
              <a:ext uri="{FF2B5EF4-FFF2-40B4-BE49-F238E27FC236}">
                <a16:creationId xmlns:a16="http://schemas.microsoft.com/office/drawing/2014/main" id="{3E5FE501-B6A3-4974-16A7-5160A562D837}"/>
              </a:ext>
            </a:extLst>
          </p:cNvPr>
          <p:cNvCxnSpPr>
            <a:cxnSpLocks/>
          </p:cNvCxnSpPr>
          <p:nvPr/>
        </p:nvCxnSpPr>
        <p:spPr>
          <a:xfrm>
            <a:off x="2206395" y="4472962"/>
            <a:ext cx="12815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圆角矩形 170">
            <a:extLst>
              <a:ext uri="{FF2B5EF4-FFF2-40B4-BE49-F238E27FC236}">
                <a16:creationId xmlns:a16="http://schemas.microsoft.com/office/drawing/2014/main" id="{CE1990AE-6AAE-3225-5792-8591C5B18C56}"/>
              </a:ext>
            </a:extLst>
          </p:cNvPr>
          <p:cNvSpPr/>
          <p:nvPr/>
        </p:nvSpPr>
        <p:spPr>
          <a:xfrm>
            <a:off x="3522891" y="3931884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4EB9951D-AE7F-FC95-EECD-56A2B8F5AA88}"/>
              </a:ext>
            </a:extLst>
          </p:cNvPr>
          <p:cNvSpPr txBox="1"/>
          <p:nvPr/>
        </p:nvSpPr>
        <p:spPr>
          <a:xfrm>
            <a:off x="3449189" y="3494830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Building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35BCD7C0-16B4-00B5-3BB5-7E3E599BD5E3}"/>
              </a:ext>
            </a:extLst>
          </p:cNvPr>
          <p:cNvSpPr txBox="1"/>
          <p:nvPr/>
        </p:nvSpPr>
        <p:spPr>
          <a:xfrm>
            <a:off x="3544159" y="3964119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C2B76D92-3E80-9910-CD54-C36D77257C84}"/>
              </a:ext>
            </a:extLst>
          </p:cNvPr>
          <p:cNvSpPr txBox="1"/>
          <p:nvPr/>
        </p:nvSpPr>
        <p:spPr>
          <a:xfrm>
            <a:off x="2394496" y="4169940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Extracting</a:t>
            </a:r>
          </a:p>
        </p:txBody>
      </p:sp>
      <p:pic>
        <p:nvPicPr>
          <p:cNvPr id="177" name="图片 176">
            <a:extLst>
              <a:ext uri="{FF2B5EF4-FFF2-40B4-BE49-F238E27FC236}">
                <a16:creationId xmlns:a16="http://schemas.microsoft.com/office/drawing/2014/main" id="{AFE9A7B1-9A9D-7D55-3F89-622A98FB3F9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310355" y="4115818"/>
            <a:ext cx="286337" cy="286337"/>
          </a:xfrm>
          <a:prstGeom prst="rect">
            <a:avLst/>
          </a:prstGeom>
        </p:spPr>
      </p:pic>
      <p:pic>
        <p:nvPicPr>
          <p:cNvPr id="179" name="图片 178">
            <a:extLst>
              <a:ext uri="{FF2B5EF4-FFF2-40B4-BE49-F238E27FC236}">
                <a16:creationId xmlns:a16="http://schemas.microsoft.com/office/drawing/2014/main" id="{5B5C2569-4D67-A218-3FC4-DB3E0401BA7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050882" y="4440865"/>
            <a:ext cx="568629" cy="568629"/>
          </a:xfrm>
          <a:prstGeom prst="rect">
            <a:avLst/>
          </a:prstGeom>
        </p:spPr>
      </p:pic>
      <p:pic>
        <p:nvPicPr>
          <p:cNvPr id="181" name="图片 180">
            <a:extLst>
              <a:ext uri="{FF2B5EF4-FFF2-40B4-BE49-F238E27FC236}">
                <a16:creationId xmlns:a16="http://schemas.microsoft.com/office/drawing/2014/main" id="{8FEC44B3-A736-4B30-E2B8-DA97AC014DE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686366" y="4400718"/>
            <a:ext cx="613324" cy="613324"/>
          </a:xfrm>
          <a:prstGeom prst="rect">
            <a:avLst/>
          </a:prstGeom>
        </p:spPr>
      </p:pic>
      <p:sp>
        <p:nvSpPr>
          <p:cNvPr id="182" name="文本框 181">
            <a:extLst>
              <a:ext uri="{FF2B5EF4-FFF2-40B4-BE49-F238E27FC236}">
                <a16:creationId xmlns:a16="http://schemas.microsoft.com/office/drawing/2014/main" id="{20A68ECF-814C-DE79-BC8E-67B55651A7BE}"/>
              </a:ext>
            </a:extLst>
          </p:cNvPr>
          <p:cNvSpPr txBox="1"/>
          <p:nvPr/>
        </p:nvSpPr>
        <p:spPr>
          <a:xfrm>
            <a:off x="2257690" y="4545122"/>
            <a:ext cx="1215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 Issue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information</a:t>
            </a:r>
          </a:p>
        </p:txBody>
      </p:sp>
      <p:cxnSp>
        <p:nvCxnSpPr>
          <p:cNvPr id="183" name="直接箭头连接符 90">
            <a:extLst>
              <a:ext uri="{FF2B5EF4-FFF2-40B4-BE49-F238E27FC236}">
                <a16:creationId xmlns:a16="http://schemas.microsoft.com/office/drawing/2014/main" id="{ABB27B0A-C541-5654-7579-FFAA6856BBCF}"/>
              </a:ext>
            </a:extLst>
          </p:cNvPr>
          <p:cNvCxnSpPr>
            <a:cxnSpLocks/>
          </p:cNvCxnSpPr>
          <p:nvPr/>
        </p:nvCxnSpPr>
        <p:spPr>
          <a:xfrm>
            <a:off x="4504870" y="4472962"/>
            <a:ext cx="163066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圆角矩形 183">
            <a:extLst>
              <a:ext uri="{FF2B5EF4-FFF2-40B4-BE49-F238E27FC236}">
                <a16:creationId xmlns:a16="http://schemas.microsoft.com/office/drawing/2014/main" id="{657B20DB-F9C2-3D58-C98E-165E00DC04FC}"/>
              </a:ext>
            </a:extLst>
          </p:cNvPr>
          <p:cNvSpPr/>
          <p:nvPr/>
        </p:nvSpPr>
        <p:spPr>
          <a:xfrm>
            <a:off x="9859445" y="3956495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9C85CEAC-70C1-B099-A72D-AAD25DA3C4BE}"/>
              </a:ext>
            </a:extLst>
          </p:cNvPr>
          <p:cNvSpPr txBox="1"/>
          <p:nvPr/>
        </p:nvSpPr>
        <p:spPr>
          <a:xfrm>
            <a:off x="9636760" y="3519441"/>
            <a:ext cx="1381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Final Task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908C8D4D-0A65-1C84-650C-136805ECAB1C}"/>
              </a:ext>
            </a:extLst>
          </p:cNvPr>
          <p:cNvSpPr txBox="1"/>
          <p:nvPr/>
        </p:nvSpPr>
        <p:spPr>
          <a:xfrm>
            <a:off x="9880713" y="3988730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圆角矩形 188">
            <a:extLst>
              <a:ext uri="{FF2B5EF4-FFF2-40B4-BE49-F238E27FC236}">
                <a16:creationId xmlns:a16="http://schemas.microsoft.com/office/drawing/2014/main" id="{CFC89FF1-2D61-D34C-8F6E-FF2338852D87}"/>
              </a:ext>
            </a:extLst>
          </p:cNvPr>
          <p:cNvSpPr/>
          <p:nvPr/>
        </p:nvSpPr>
        <p:spPr>
          <a:xfrm>
            <a:off x="6183297" y="3956495"/>
            <a:ext cx="991330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BA2F1FD8-2D44-894A-D1CC-335C5A27AE84}"/>
              </a:ext>
            </a:extLst>
          </p:cNvPr>
          <p:cNvSpPr txBox="1"/>
          <p:nvPr/>
        </p:nvSpPr>
        <p:spPr>
          <a:xfrm>
            <a:off x="5981379" y="3519441"/>
            <a:ext cx="1381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Environment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Construction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2874F011-6508-84EC-8055-109462FD9D0C}"/>
              </a:ext>
            </a:extLst>
          </p:cNvPr>
          <p:cNvSpPr txBox="1"/>
          <p:nvPr/>
        </p:nvSpPr>
        <p:spPr>
          <a:xfrm>
            <a:off x="6114815" y="3988730"/>
            <a:ext cx="1123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Executable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Environment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2" name="直接箭头连接符 26">
            <a:extLst>
              <a:ext uri="{FF2B5EF4-FFF2-40B4-BE49-F238E27FC236}">
                <a16:creationId xmlns:a16="http://schemas.microsoft.com/office/drawing/2014/main" id="{27BFDBAA-4409-7ACF-8DB8-76C76EAABCA9}"/>
              </a:ext>
            </a:extLst>
          </p:cNvPr>
          <p:cNvCxnSpPr>
            <a:cxnSpLocks/>
            <a:stCxn id="189" idx="3"/>
            <a:endCxn id="184" idx="1"/>
          </p:cNvCxnSpPr>
          <p:nvPr/>
        </p:nvCxnSpPr>
        <p:spPr>
          <a:xfrm>
            <a:off x="7174627" y="4522585"/>
            <a:ext cx="26848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文本框 194">
            <a:extLst>
              <a:ext uri="{FF2B5EF4-FFF2-40B4-BE49-F238E27FC236}">
                <a16:creationId xmlns:a16="http://schemas.microsoft.com/office/drawing/2014/main" id="{745F7BF4-A970-DF45-0675-0F3BCFE090BE}"/>
              </a:ext>
            </a:extLst>
          </p:cNvPr>
          <p:cNvSpPr txBox="1"/>
          <p:nvPr/>
        </p:nvSpPr>
        <p:spPr>
          <a:xfrm>
            <a:off x="7464968" y="4195422"/>
            <a:ext cx="2332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Execution-based verification</a:t>
            </a:r>
          </a:p>
        </p:txBody>
      </p:sp>
      <p:pic>
        <p:nvPicPr>
          <p:cNvPr id="199" name="图片 198">
            <a:extLst>
              <a:ext uri="{FF2B5EF4-FFF2-40B4-BE49-F238E27FC236}">
                <a16:creationId xmlns:a16="http://schemas.microsoft.com/office/drawing/2014/main" id="{EDF76FB2-1A2E-59E2-4742-A8A8432CA99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19476" y="4665273"/>
            <a:ext cx="187971" cy="187971"/>
          </a:xfrm>
          <a:prstGeom prst="rect">
            <a:avLst/>
          </a:prstGeom>
        </p:spPr>
      </p:pic>
      <p:pic>
        <p:nvPicPr>
          <p:cNvPr id="201" name="图片 200">
            <a:extLst>
              <a:ext uri="{FF2B5EF4-FFF2-40B4-BE49-F238E27FC236}">
                <a16:creationId xmlns:a16="http://schemas.microsoft.com/office/drawing/2014/main" id="{026001FD-500E-AE0B-64B4-98CE548B4EB4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265527" y="4144539"/>
            <a:ext cx="296326" cy="296326"/>
          </a:xfrm>
          <a:prstGeom prst="rect">
            <a:avLst/>
          </a:prstGeom>
        </p:spPr>
      </p:pic>
      <p:sp>
        <p:nvSpPr>
          <p:cNvPr id="202" name="文本框 201">
            <a:extLst>
              <a:ext uri="{FF2B5EF4-FFF2-40B4-BE49-F238E27FC236}">
                <a16:creationId xmlns:a16="http://schemas.microsoft.com/office/drawing/2014/main" id="{45069217-30CE-ADD9-DABF-6F1594EF34E6}"/>
              </a:ext>
            </a:extLst>
          </p:cNvPr>
          <p:cNvSpPr txBox="1"/>
          <p:nvPr/>
        </p:nvSpPr>
        <p:spPr>
          <a:xfrm>
            <a:off x="7421634" y="4634778"/>
            <a:ext cx="2372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Existing tests from fail to pass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6" name="图片 205">
            <a:extLst>
              <a:ext uri="{FF2B5EF4-FFF2-40B4-BE49-F238E27FC236}">
                <a16:creationId xmlns:a16="http://schemas.microsoft.com/office/drawing/2014/main" id="{6DFF656B-978C-C82A-AED4-2A800B3E0A4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291212" y="4371166"/>
            <a:ext cx="667886" cy="667886"/>
          </a:xfrm>
          <a:prstGeom prst="rect">
            <a:avLst/>
          </a:prstGeom>
        </p:spPr>
      </p:pic>
      <p:pic>
        <p:nvPicPr>
          <p:cNvPr id="208" name="图片 207">
            <a:extLst>
              <a:ext uri="{FF2B5EF4-FFF2-40B4-BE49-F238E27FC236}">
                <a16:creationId xmlns:a16="http://schemas.microsoft.com/office/drawing/2014/main" id="{8BD2966C-8863-9E46-E5F4-CB51B4503DE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573662" y="4128560"/>
            <a:ext cx="272157" cy="272157"/>
          </a:xfrm>
          <a:prstGeom prst="rect">
            <a:avLst/>
          </a:prstGeom>
        </p:spPr>
      </p:pic>
      <p:sp>
        <p:nvSpPr>
          <p:cNvPr id="209" name="文本框 208">
            <a:extLst>
              <a:ext uri="{FF2B5EF4-FFF2-40B4-BE49-F238E27FC236}">
                <a16:creationId xmlns:a16="http://schemas.microsoft.com/office/drawing/2014/main" id="{796E8B3C-C511-C8D2-0B9E-5962A0523237}"/>
              </a:ext>
            </a:extLst>
          </p:cNvPr>
          <p:cNvSpPr txBox="1"/>
          <p:nvPr/>
        </p:nvSpPr>
        <p:spPr>
          <a:xfrm>
            <a:off x="4772922" y="4135948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Constructing</a:t>
            </a:r>
          </a:p>
        </p:txBody>
      </p:sp>
      <p:pic>
        <p:nvPicPr>
          <p:cNvPr id="211" name="图片 210">
            <a:extLst>
              <a:ext uri="{FF2B5EF4-FFF2-40B4-BE49-F238E27FC236}">
                <a16:creationId xmlns:a16="http://schemas.microsoft.com/office/drawing/2014/main" id="{1551E0A2-E8FF-39A4-DAD7-9245F517718F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492439" y="4533639"/>
            <a:ext cx="378138" cy="378138"/>
          </a:xfrm>
          <a:prstGeom prst="rect">
            <a:avLst/>
          </a:prstGeom>
        </p:spPr>
      </p:pic>
      <p:sp>
        <p:nvSpPr>
          <p:cNvPr id="212" name="文本框 211">
            <a:extLst>
              <a:ext uri="{FF2B5EF4-FFF2-40B4-BE49-F238E27FC236}">
                <a16:creationId xmlns:a16="http://schemas.microsoft.com/office/drawing/2014/main" id="{A7B57F45-AB7E-1F6D-6221-97DCD1628638}"/>
              </a:ext>
            </a:extLst>
          </p:cNvPr>
          <p:cNvSpPr txBox="1"/>
          <p:nvPr/>
        </p:nvSpPr>
        <p:spPr>
          <a:xfrm>
            <a:off x="4727774" y="4566609"/>
            <a:ext cx="1430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 Repository Documents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CAAFFDEA-6244-F9C8-873E-735A562CB136}"/>
              </a:ext>
            </a:extLst>
          </p:cNvPr>
          <p:cNvSpPr txBox="1"/>
          <p:nvPr/>
        </p:nvSpPr>
        <p:spPr>
          <a:xfrm>
            <a:off x="1166020" y="112256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 Languages and Repositories Selection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D0B7E291-DA63-BD26-FD7A-352869B6F6EC}"/>
              </a:ext>
            </a:extLst>
          </p:cNvPr>
          <p:cNvSpPr txBox="1"/>
          <p:nvPr/>
        </p:nvSpPr>
        <p:spPr>
          <a:xfrm>
            <a:off x="6018842" y="1151655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 Pull Requests Data Collection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27282D56-D4CB-E466-86A5-CB77BAFCD865}"/>
              </a:ext>
            </a:extLst>
          </p:cNvPr>
          <p:cNvSpPr txBox="1"/>
          <p:nvPr/>
        </p:nvSpPr>
        <p:spPr>
          <a:xfrm>
            <a:off x="598745" y="3104036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(c) Task Instances Construction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066F9E4B-8C57-7E5E-5F18-E973EDB8F81B}"/>
              </a:ext>
            </a:extLst>
          </p:cNvPr>
          <p:cNvSpPr txBox="1"/>
          <p:nvPr/>
        </p:nvSpPr>
        <p:spPr>
          <a:xfrm>
            <a:off x="5981379" y="313034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(d) Execution-based verification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5022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: 圆角 5">
            <a:extLst>
              <a:ext uri="{FF2B5EF4-FFF2-40B4-BE49-F238E27FC236}">
                <a16:creationId xmlns:a16="http://schemas.microsoft.com/office/drawing/2014/main" id="{AD2C0428-D061-333F-0807-86C7AD37876E}"/>
              </a:ext>
            </a:extLst>
          </p:cNvPr>
          <p:cNvSpPr/>
          <p:nvPr/>
        </p:nvSpPr>
        <p:spPr>
          <a:xfrm>
            <a:off x="504041" y="1040525"/>
            <a:ext cx="11074314" cy="4162096"/>
          </a:xfrm>
          <a:prstGeom prst="roundRect">
            <a:avLst>
              <a:gd name="adj" fmla="val 5285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867BDC1-90AE-09B9-3050-57BED8BCB33A}"/>
              </a:ext>
            </a:extLst>
          </p:cNvPr>
          <p:cNvSpPr txBox="1"/>
          <p:nvPr/>
        </p:nvSpPr>
        <p:spPr>
          <a:xfrm>
            <a:off x="1970915" y="2102020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pic>
        <p:nvPicPr>
          <p:cNvPr id="46" name="图形 45">
            <a:extLst>
              <a:ext uri="{FF2B5EF4-FFF2-40B4-BE49-F238E27FC236}">
                <a16:creationId xmlns:a16="http://schemas.microsoft.com/office/drawing/2014/main" id="{4EBF78F9-1D4A-EA0E-8E17-73F9D2731B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55779" y="2173649"/>
            <a:ext cx="822364" cy="80624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A9F3042D-4F5C-2385-CB92-254D1B08DA25}"/>
              </a:ext>
            </a:extLst>
          </p:cNvPr>
          <p:cNvSpPr txBox="1"/>
          <p:nvPr/>
        </p:nvSpPr>
        <p:spPr>
          <a:xfrm>
            <a:off x="3041192" y="1436777"/>
            <a:ext cx="1033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Candidate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Repos List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9" name="图形 58">
            <a:extLst>
              <a:ext uri="{FF2B5EF4-FFF2-40B4-BE49-F238E27FC236}">
                <a16:creationId xmlns:a16="http://schemas.microsoft.com/office/drawing/2014/main" id="{8D92C809-1314-0AD1-8869-77B758541C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3192" y="2214949"/>
            <a:ext cx="812800" cy="796864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EB914555-135A-EFBE-E4AC-9646F5121855}"/>
              </a:ext>
            </a:extLst>
          </p:cNvPr>
          <p:cNvSpPr txBox="1"/>
          <p:nvPr/>
        </p:nvSpPr>
        <p:spPr>
          <a:xfrm>
            <a:off x="5100080" y="1424123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Repos List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2" name="图形 61">
            <a:extLst>
              <a:ext uri="{FF2B5EF4-FFF2-40B4-BE49-F238E27FC236}">
                <a16:creationId xmlns:a16="http://schemas.microsoft.com/office/drawing/2014/main" id="{7B374CFB-20EE-EAE4-BD10-18E493C4A9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3083" y="2073404"/>
            <a:ext cx="279953" cy="279953"/>
          </a:xfrm>
          <a:prstGeom prst="rect">
            <a:avLst/>
          </a:prstGeom>
        </p:spPr>
      </p:pic>
      <p:cxnSp>
        <p:nvCxnSpPr>
          <p:cNvPr id="74" name="直接箭头连接符 90">
            <a:extLst>
              <a:ext uri="{FF2B5EF4-FFF2-40B4-BE49-F238E27FC236}">
                <a16:creationId xmlns:a16="http://schemas.microsoft.com/office/drawing/2014/main" id="{00D33D2C-93F5-31DA-04DA-1FAE96D7991C}"/>
              </a:ext>
            </a:extLst>
          </p:cNvPr>
          <p:cNvCxnSpPr>
            <a:cxnSpLocks/>
            <a:stCxn id="85" idx="3"/>
            <a:endCxn id="104" idx="1"/>
          </p:cNvCxnSpPr>
          <p:nvPr/>
        </p:nvCxnSpPr>
        <p:spPr>
          <a:xfrm>
            <a:off x="1796958" y="2439447"/>
            <a:ext cx="12815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图片 77">
            <a:extLst>
              <a:ext uri="{FF2B5EF4-FFF2-40B4-BE49-F238E27FC236}">
                <a16:creationId xmlns:a16="http://schemas.microsoft.com/office/drawing/2014/main" id="{46D46145-91B9-7D51-037B-0126EF6785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6653" y="2213304"/>
            <a:ext cx="330554" cy="330554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5EED824B-E99B-C32D-5DCB-C84AB01A8F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988" y="2560801"/>
            <a:ext cx="398174" cy="398174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83C7956F-6369-7F3B-92BB-1FFC5A9F10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8308" y="2191293"/>
            <a:ext cx="358823" cy="358823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05542D48-749C-88CA-7453-D1BD85171A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489" y="2590990"/>
            <a:ext cx="358824" cy="358824"/>
          </a:xfrm>
          <a:prstGeom prst="rect">
            <a:avLst/>
          </a:prstGeom>
        </p:spPr>
      </p:pic>
      <p:sp>
        <p:nvSpPr>
          <p:cNvPr id="85" name="圆角矩形 84">
            <a:extLst>
              <a:ext uri="{FF2B5EF4-FFF2-40B4-BE49-F238E27FC236}">
                <a16:creationId xmlns:a16="http://schemas.microsoft.com/office/drawing/2014/main" id="{1C7FE5FB-98D3-8437-2A76-9779B7928C3E}"/>
              </a:ext>
            </a:extLst>
          </p:cNvPr>
          <p:cNvSpPr/>
          <p:nvPr/>
        </p:nvSpPr>
        <p:spPr>
          <a:xfrm>
            <a:off x="879501" y="1873357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78277629-13B8-E163-C020-1637DB68EBDE}"/>
              </a:ext>
            </a:extLst>
          </p:cNvPr>
          <p:cNvSpPr txBox="1"/>
          <p:nvPr/>
        </p:nvSpPr>
        <p:spPr>
          <a:xfrm>
            <a:off x="702641" y="184512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4 used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EBB6E5EE-AB6B-2DD0-ADA7-20627DDDB519}"/>
              </a:ext>
            </a:extLst>
          </p:cNvPr>
          <p:cNvSpPr txBox="1"/>
          <p:nvPr/>
        </p:nvSpPr>
        <p:spPr>
          <a:xfrm>
            <a:off x="787398" y="1427320"/>
            <a:ext cx="1102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Language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Selection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3" name="图形 92">
            <a:extLst>
              <a:ext uri="{FF2B5EF4-FFF2-40B4-BE49-F238E27FC236}">
                <a16:creationId xmlns:a16="http://schemas.microsoft.com/office/drawing/2014/main" id="{C23760D9-A157-F80D-099A-30AC535030C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98566" y="2639170"/>
            <a:ext cx="510164" cy="510164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6BAC52C0-2DFD-E620-3765-79CA6C6CD78B}"/>
              </a:ext>
            </a:extLst>
          </p:cNvPr>
          <p:cNvSpPr txBox="1"/>
          <p:nvPr/>
        </p:nvSpPr>
        <p:spPr>
          <a:xfrm>
            <a:off x="2528289" y="1958222"/>
            <a:ext cx="2063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200 </a:t>
            </a:r>
          </a:p>
        </p:txBody>
      </p:sp>
      <p:pic>
        <p:nvPicPr>
          <p:cNvPr id="96" name="图形 95">
            <a:extLst>
              <a:ext uri="{FF2B5EF4-FFF2-40B4-BE49-F238E27FC236}">
                <a16:creationId xmlns:a16="http://schemas.microsoft.com/office/drawing/2014/main" id="{69509CE8-C118-803A-C8E2-F0BB396ECE6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382406" y="2540563"/>
            <a:ext cx="277000" cy="277000"/>
          </a:xfrm>
          <a:prstGeom prst="rect">
            <a:avLst/>
          </a:prstGeom>
        </p:spPr>
      </p:pic>
      <p:pic>
        <p:nvPicPr>
          <p:cNvPr id="98" name="图形 97">
            <a:extLst>
              <a:ext uri="{FF2B5EF4-FFF2-40B4-BE49-F238E27FC236}">
                <a16:creationId xmlns:a16="http://schemas.microsoft.com/office/drawing/2014/main" id="{7C02AF2B-52EE-37C0-18BC-FFA84147EED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036291" y="2559087"/>
            <a:ext cx="259922" cy="259922"/>
          </a:xfrm>
          <a:prstGeom prst="rect">
            <a:avLst/>
          </a:prstGeom>
        </p:spPr>
      </p:pic>
      <p:sp>
        <p:nvSpPr>
          <p:cNvPr id="103" name="圆角矩形 102">
            <a:extLst>
              <a:ext uri="{FF2B5EF4-FFF2-40B4-BE49-F238E27FC236}">
                <a16:creationId xmlns:a16="http://schemas.microsoft.com/office/drawing/2014/main" id="{DE34B738-8E65-3D16-4845-4D45CB7BF1A5}"/>
              </a:ext>
            </a:extLst>
          </p:cNvPr>
          <p:cNvSpPr/>
          <p:nvPr/>
        </p:nvSpPr>
        <p:spPr>
          <a:xfrm>
            <a:off x="1995021" y="2568455"/>
            <a:ext cx="839861" cy="437081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圆角矩形 103">
            <a:extLst>
              <a:ext uri="{FF2B5EF4-FFF2-40B4-BE49-F238E27FC236}">
                <a16:creationId xmlns:a16="http://schemas.microsoft.com/office/drawing/2014/main" id="{F0FEFF08-6F04-4E8F-33E9-B34AE48C9B73}"/>
              </a:ext>
            </a:extLst>
          </p:cNvPr>
          <p:cNvSpPr/>
          <p:nvPr/>
        </p:nvSpPr>
        <p:spPr>
          <a:xfrm>
            <a:off x="3078486" y="1873357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DF5AFF08-7260-E2A8-7388-351FA525510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46505" y="2080482"/>
            <a:ext cx="272876" cy="272876"/>
          </a:xfrm>
          <a:prstGeom prst="rect">
            <a:avLst/>
          </a:prstGeom>
        </p:spPr>
      </p:pic>
      <p:cxnSp>
        <p:nvCxnSpPr>
          <p:cNvPr id="109" name="直接箭头连接符 90">
            <a:extLst>
              <a:ext uri="{FF2B5EF4-FFF2-40B4-BE49-F238E27FC236}">
                <a16:creationId xmlns:a16="http://schemas.microsoft.com/office/drawing/2014/main" id="{98CA22C1-0A93-0309-2ECB-807220BFCF60}"/>
              </a:ext>
            </a:extLst>
          </p:cNvPr>
          <p:cNvCxnSpPr>
            <a:cxnSpLocks/>
          </p:cNvCxnSpPr>
          <p:nvPr/>
        </p:nvCxnSpPr>
        <p:spPr>
          <a:xfrm flipV="1">
            <a:off x="4007964" y="2439446"/>
            <a:ext cx="1186562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A3CD1A55-6A2A-CD2D-077E-B5F861BB8E33}"/>
              </a:ext>
            </a:extLst>
          </p:cNvPr>
          <p:cNvSpPr txBox="1"/>
          <p:nvPr/>
        </p:nvSpPr>
        <p:spPr>
          <a:xfrm>
            <a:off x="4145274" y="209370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2DEDE6DB-B1C5-C028-72EE-7589E77689CB}"/>
              </a:ext>
            </a:extLst>
          </p:cNvPr>
          <p:cNvSpPr txBox="1"/>
          <p:nvPr/>
        </p:nvSpPr>
        <p:spPr>
          <a:xfrm>
            <a:off x="3587519" y="2519688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Different 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Domains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圆角矩形 113">
            <a:extLst>
              <a:ext uri="{FF2B5EF4-FFF2-40B4-BE49-F238E27FC236}">
                <a16:creationId xmlns:a16="http://schemas.microsoft.com/office/drawing/2014/main" id="{18345E0F-F5B5-455F-A25A-393F14236798}"/>
              </a:ext>
            </a:extLst>
          </p:cNvPr>
          <p:cNvSpPr/>
          <p:nvPr/>
        </p:nvSpPr>
        <p:spPr>
          <a:xfrm>
            <a:off x="5186290" y="1870370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7AEC41F-9307-B81E-7F81-4758263AF20C}"/>
              </a:ext>
            </a:extLst>
          </p:cNvPr>
          <p:cNvSpPr txBox="1"/>
          <p:nvPr/>
        </p:nvSpPr>
        <p:spPr>
          <a:xfrm>
            <a:off x="4604060" y="1912756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BA7DAACF-4003-B619-79B9-40A47E4DFCD3}"/>
              </a:ext>
            </a:extLst>
          </p:cNvPr>
          <p:cNvSpPr txBox="1"/>
          <p:nvPr/>
        </p:nvSpPr>
        <p:spPr>
          <a:xfrm>
            <a:off x="4630101" y="1968365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8" name="直接箭头连接符 26">
            <a:extLst>
              <a:ext uri="{FF2B5EF4-FFF2-40B4-BE49-F238E27FC236}">
                <a16:creationId xmlns:a16="http://schemas.microsoft.com/office/drawing/2014/main" id="{2206E33D-A385-667D-71A6-A26B088B46AF}"/>
              </a:ext>
            </a:extLst>
          </p:cNvPr>
          <p:cNvCxnSpPr>
            <a:cxnSpLocks/>
            <a:stCxn id="114" idx="3"/>
            <a:endCxn id="124" idx="1"/>
          </p:cNvCxnSpPr>
          <p:nvPr/>
        </p:nvCxnSpPr>
        <p:spPr>
          <a:xfrm>
            <a:off x="6103747" y="2436460"/>
            <a:ext cx="1246052" cy="8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图形 118">
            <a:extLst>
              <a:ext uri="{FF2B5EF4-FFF2-40B4-BE49-F238E27FC236}">
                <a16:creationId xmlns:a16="http://schemas.microsoft.com/office/drawing/2014/main" id="{B9733631-5D3B-C900-3E9A-EA253A5BFDA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177933" y="2079213"/>
            <a:ext cx="270012" cy="270012"/>
          </a:xfrm>
          <a:prstGeom prst="rect">
            <a:avLst/>
          </a:prstGeom>
        </p:spPr>
      </p:pic>
      <p:pic>
        <p:nvPicPr>
          <p:cNvPr id="122" name="图形 121">
            <a:extLst>
              <a:ext uri="{FF2B5EF4-FFF2-40B4-BE49-F238E27FC236}">
                <a16:creationId xmlns:a16="http://schemas.microsoft.com/office/drawing/2014/main" id="{6F76BA3C-612D-B4F0-5EE8-DD0A37BE14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513460" y="2287423"/>
            <a:ext cx="680560" cy="680560"/>
          </a:xfrm>
          <a:prstGeom prst="rect">
            <a:avLst/>
          </a:prstGeom>
        </p:spPr>
      </p:pic>
      <p:sp>
        <p:nvSpPr>
          <p:cNvPr id="124" name="圆角矩形 123">
            <a:extLst>
              <a:ext uri="{FF2B5EF4-FFF2-40B4-BE49-F238E27FC236}">
                <a16:creationId xmlns:a16="http://schemas.microsoft.com/office/drawing/2014/main" id="{C5370A09-FCBB-0908-B54C-DB2B01E12703}"/>
              </a:ext>
            </a:extLst>
          </p:cNvPr>
          <p:cNvSpPr/>
          <p:nvPr/>
        </p:nvSpPr>
        <p:spPr>
          <a:xfrm>
            <a:off x="7349799" y="1871195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8636EFE-C005-4C07-C4AB-A75DF5493CF9}"/>
              </a:ext>
            </a:extLst>
          </p:cNvPr>
          <p:cNvSpPr txBox="1"/>
          <p:nvPr/>
        </p:nvSpPr>
        <p:spPr>
          <a:xfrm>
            <a:off x="6264061" y="209775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2501E4E5-D051-6025-C4CC-2582C55E6F63}"/>
              </a:ext>
            </a:extLst>
          </p:cNvPr>
          <p:cNvSpPr txBox="1"/>
          <p:nvPr/>
        </p:nvSpPr>
        <p:spPr>
          <a:xfrm>
            <a:off x="5686712" y="2529055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GitHub API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E636F3AA-5677-6DA5-633E-FE75D7EC02F7}"/>
              </a:ext>
            </a:extLst>
          </p:cNvPr>
          <p:cNvSpPr txBox="1"/>
          <p:nvPr/>
        </p:nvSpPr>
        <p:spPr>
          <a:xfrm>
            <a:off x="7238873" y="1434413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Raw PRs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69DADCFF-5D44-3DC7-8772-6C6F016E2976}"/>
              </a:ext>
            </a:extLst>
          </p:cNvPr>
          <p:cNvSpPr txBox="1"/>
          <p:nvPr/>
        </p:nvSpPr>
        <p:spPr>
          <a:xfrm>
            <a:off x="6793919" y="1892798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5" name="直接箭头连接符 26">
            <a:extLst>
              <a:ext uri="{FF2B5EF4-FFF2-40B4-BE49-F238E27FC236}">
                <a16:creationId xmlns:a16="http://schemas.microsoft.com/office/drawing/2014/main" id="{6B635A38-AAB3-0CDA-0895-A71755FB4C19}"/>
              </a:ext>
            </a:extLst>
          </p:cNvPr>
          <p:cNvCxnSpPr>
            <a:cxnSpLocks/>
          </p:cNvCxnSpPr>
          <p:nvPr/>
        </p:nvCxnSpPr>
        <p:spPr>
          <a:xfrm>
            <a:off x="8318622" y="2430030"/>
            <a:ext cx="1839917" cy="64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7" name="图形 136">
            <a:extLst>
              <a:ext uri="{FF2B5EF4-FFF2-40B4-BE49-F238E27FC236}">
                <a16:creationId xmlns:a16="http://schemas.microsoft.com/office/drawing/2014/main" id="{2CD1FC91-E821-2539-C606-9D9A33A055E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388302" y="2059220"/>
            <a:ext cx="279953" cy="279953"/>
          </a:xfrm>
          <a:prstGeom prst="rect">
            <a:avLst/>
          </a:prstGeom>
        </p:spPr>
      </p:pic>
      <p:sp>
        <p:nvSpPr>
          <p:cNvPr id="138" name="文本框 137">
            <a:extLst>
              <a:ext uri="{FF2B5EF4-FFF2-40B4-BE49-F238E27FC236}">
                <a16:creationId xmlns:a16="http://schemas.microsoft.com/office/drawing/2014/main" id="{C97474F8-A383-5A02-1BAF-15B41E4FB6EA}"/>
              </a:ext>
            </a:extLst>
          </p:cNvPr>
          <p:cNvSpPr txBox="1"/>
          <p:nvPr/>
        </p:nvSpPr>
        <p:spPr>
          <a:xfrm>
            <a:off x="8482998" y="2072226"/>
            <a:ext cx="1735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Attribute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BC9D3E85-7D02-A713-16FA-451BF2EA23A6}"/>
              </a:ext>
            </a:extLst>
          </p:cNvPr>
          <p:cNvSpPr txBox="1"/>
          <p:nvPr/>
        </p:nvSpPr>
        <p:spPr>
          <a:xfrm>
            <a:off x="8424936" y="2493403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Related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Issues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0F9E494D-9BE1-2374-D72A-2BF6BABC7709}"/>
              </a:ext>
            </a:extLst>
          </p:cNvPr>
          <p:cNvSpPr txBox="1"/>
          <p:nvPr/>
        </p:nvSpPr>
        <p:spPr>
          <a:xfrm>
            <a:off x="8442421" y="2755752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Changed Tests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4" name="图片 143">
            <a:extLst>
              <a:ext uri="{FF2B5EF4-FFF2-40B4-BE49-F238E27FC236}">
                <a16:creationId xmlns:a16="http://schemas.microsoft.com/office/drawing/2014/main" id="{7226F934-94AC-4ED5-B8C8-A631EC31A02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95270" y="2520483"/>
            <a:ext cx="189719" cy="189719"/>
          </a:xfrm>
          <a:prstGeom prst="rect">
            <a:avLst/>
          </a:prstGeom>
        </p:spPr>
      </p:pic>
      <p:pic>
        <p:nvPicPr>
          <p:cNvPr id="145" name="图片 144">
            <a:extLst>
              <a:ext uri="{FF2B5EF4-FFF2-40B4-BE49-F238E27FC236}">
                <a16:creationId xmlns:a16="http://schemas.microsoft.com/office/drawing/2014/main" id="{202A6F23-BC28-121C-079B-14F19F1962CC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95270" y="2767951"/>
            <a:ext cx="187971" cy="187971"/>
          </a:xfrm>
          <a:prstGeom prst="rect">
            <a:avLst/>
          </a:prstGeom>
        </p:spPr>
      </p:pic>
      <p:sp>
        <p:nvSpPr>
          <p:cNvPr id="147" name="圆角矩形 146">
            <a:extLst>
              <a:ext uri="{FF2B5EF4-FFF2-40B4-BE49-F238E27FC236}">
                <a16:creationId xmlns:a16="http://schemas.microsoft.com/office/drawing/2014/main" id="{2BE41463-66A7-0992-9FBD-0A32C7763644}"/>
              </a:ext>
            </a:extLst>
          </p:cNvPr>
          <p:cNvSpPr/>
          <p:nvPr/>
        </p:nvSpPr>
        <p:spPr>
          <a:xfrm>
            <a:off x="10137271" y="1885788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663C8C93-00AC-7579-5B76-0D1F709C6998}"/>
              </a:ext>
            </a:extLst>
          </p:cNvPr>
          <p:cNvSpPr txBox="1"/>
          <p:nvPr/>
        </p:nvSpPr>
        <p:spPr>
          <a:xfrm>
            <a:off x="10012409" y="1418040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PRs data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9" name="图形 148">
            <a:extLst>
              <a:ext uri="{FF2B5EF4-FFF2-40B4-BE49-F238E27FC236}">
                <a16:creationId xmlns:a16="http://schemas.microsoft.com/office/drawing/2014/main" id="{E20E6248-50E4-F064-4C20-2D69A8511AF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269434" y="2304239"/>
            <a:ext cx="688717" cy="688717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157DAFD2-885F-98FB-0A1A-576DBFC4ECF6}"/>
              </a:ext>
            </a:extLst>
          </p:cNvPr>
          <p:cNvSpPr txBox="1"/>
          <p:nvPr/>
        </p:nvSpPr>
        <p:spPr>
          <a:xfrm>
            <a:off x="10158539" y="1918023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4" name="圆角矩形 163">
            <a:extLst>
              <a:ext uri="{FF2B5EF4-FFF2-40B4-BE49-F238E27FC236}">
                <a16:creationId xmlns:a16="http://schemas.microsoft.com/office/drawing/2014/main" id="{3DED5107-942C-2917-6593-CD3D86BF6178}"/>
              </a:ext>
            </a:extLst>
          </p:cNvPr>
          <p:cNvSpPr/>
          <p:nvPr/>
        </p:nvSpPr>
        <p:spPr>
          <a:xfrm>
            <a:off x="1260700" y="3906873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5F7C59DD-FBB6-99D9-06E2-62EEDDAAD1AC}"/>
              </a:ext>
            </a:extLst>
          </p:cNvPr>
          <p:cNvSpPr txBox="1"/>
          <p:nvPr/>
        </p:nvSpPr>
        <p:spPr>
          <a:xfrm>
            <a:off x="1146473" y="3469600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</a:t>
            </a:r>
          </a:p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PRs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6" name="图形 165">
            <a:extLst>
              <a:ext uri="{FF2B5EF4-FFF2-40B4-BE49-F238E27FC236}">
                <a16:creationId xmlns:a16="http://schemas.microsoft.com/office/drawing/2014/main" id="{80DBD7E8-9B0A-4D3D-4C58-CA3D384FC8C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392863" y="4325324"/>
            <a:ext cx="688717" cy="688717"/>
          </a:xfrm>
          <a:prstGeom prst="rect">
            <a:avLst/>
          </a:prstGeom>
        </p:spPr>
      </p:pic>
      <p:sp>
        <p:nvSpPr>
          <p:cNvPr id="167" name="文本框 166">
            <a:extLst>
              <a:ext uri="{FF2B5EF4-FFF2-40B4-BE49-F238E27FC236}">
                <a16:creationId xmlns:a16="http://schemas.microsoft.com/office/drawing/2014/main" id="{ABE5F263-A159-5064-47D3-B9EE7F6B6498}"/>
              </a:ext>
            </a:extLst>
          </p:cNvPr>
          <p:cNvSpPr txBox="1"/>
          <p:nvPr/>
        </p:nvSpPr>
        <p:spPr>
          <a:xfrm>
            <a:off x="1281968" y="3939108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0" name="直接箭头连接符 90">
            <a:extLst>
              <a:ext uri="{FF2B5EF4-FFF2-40B4-BE49-F238E27FC236}">
                <a16:creationId xmlns:a16="http://schemas.microsoft.com/office/drawing/2014/main" id="{3E5FE501-B6A3-4974-16A7-5160A562D837}"/>
              </a:ext>
            </a:extLst>
          </p:cNvPr>
          <p:cNvCxnSpPr>
            <a:cxnSpLocks/>
          </p:cNvCxnSpPr>
          <p:nvPr/>
        </p:nvCxnSpPr>
        <p:spPr>
          <a:xfrm>
            <a:off x="2206395" y="4472962"/>
            <a:ext cx="12815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圆角矩形 170">
            <a:extLst>
              <a:ext uri="{FF2B5EF4-FFF2-40B4-BE49-F238E27FC236}">
                <a16:creationId xmlns:a16="http://schemas.microsoft.com/office/drawing/2014/main" id="{CE1990AE-6AAE-3225-5792-8591C5B18C56}"/>
              </a:ext>
            </a:extLst>
          </p:cNvPr>
          <p:cNvSpPr/>
          <p:nvPr/>
        </p:nvSpPr>
        <p:spPr>
          <a:xfrm>
            <a:off x="3522891" y="3931884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4EB9951D-AE7F-FC95-EECD-56A2B8F5AA88}"/>
              </a:ext>
            </a:extLst>
          </p:cNvPr>
          <p:cNvSpPr txBox="1"/>
          <p:nvPr/>
        </p:nvSpPr>
        <p:spPr>
          <a:xfrm>
            <a:off x="3449189" y="3494830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Building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35BCD7C0-16B4-00B5-3BB5-7E3E599BD5E3}"/>
              </a:ext>
            </a:extLst>
          </p:cNvPr>
          <p:cNvSpPr txBox="1"/>
          <p:nvPr/>
        </p:nvSpPr>
        <p:spPr>
          <a:xfrm>
            <a:off x="3544159" y="3964119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C2B76D92-3E80-9910-CD54-C36D77257C84}"/>
              </a:ext>
            </a:extLst>
          </p:cNvPr>
          <p:cNvSpPr txBox="1"/>
          <p:nvPr/>
        </p:nvSpPr>
        <p:spPr>
          <a:xfrm>
            <a:off x="2394496" y="4169940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Extracting</a:t>
            </a:r>
          </a:p>
        </p:txBody>
      </p:sp>
      <p:pic>
        <p:nvPicPr>
          <p:cNvPr id="177" name="图片 176">
            <a:extLst>
              <a:ext uri="{FF2B5EF4-FFF2-40B4-BE49-F238E27FC236}">
                <a16:creationId xmlns:a16="http://schemas.microsoft.com/office/drawing/2014/main" id="{AFE9A7B1-9A9D-7D55-3F89-622A98FB3F9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310355" y="4115818"/>
            <a:ext cx="286337" cy="286337"/>
          </a:xfrm>
          <a:prstGeom prst="rect">
            <a:avLst/>
          </a:prstGeom>
        </p:spPr>
      </p:pic>
      <p:pic>
        <p:nvPicPr>
          <p:cNvPr id="179" name="图片 178">
            <a:extLst>
              <a:ext uri="{FF2B5EF4-FFF2-40B4-BE49-F238E27FC236}">
                <a16:creationId xmlns:a16="http://schemas.microsoft.com/office/drawing/2014/main" id="{5B5C2569-4D67-A218-3FC4-DB3E0401BA7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050882" y="4440865"/>
            <a:ext cx="568629" cy="568629"/>
          </a:xfrm>
          <a:prstGeom prst="rect">
            <a:avLst/>
          </a:prstGeom>
        </p:spPr>
      </p:pic>
      <p:pic>
        <p:nvPicPr>
          <p:cNvPr id="181" name="图片 180">
            <a:extLst>
              <a:ext uri="{FF2B5EF4-FFF2-40B4-BE49-F238E27FC236}">
                <a16:creationId xmlns:a16="http://schemas.microsoft.com/office/drawing/2014/main" id="{8FEC44B3-A736-4B30-E2B8-DA97AC014DE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686366" y="4400718"/>
            <a:ext cx="613324" cy="613324"/>
          </a:xfrm>
          <a:prstGeom prst="rect">
            <a:avLst/>
          </a:prstGeom>
        </p:spPr>
      </p:pic>
      <p:sp>
        <p:nvSpPr>
          <p:cNvPr id="182" name="文本框 181">
            <a:extLst>
              <a:ext uri="{FF2B5EF4-FFF2-40B4-BE49-F238E27FC236}">
                <a16:creationId xmlns:a16="http://schemas.microsoft.com/office/drawing/2014/main" id="{20A68ECF-814C-DE79-BC8E-67B55651A7BE}"/>
              </a:ext>
            </a:extLst>
          </p:cNvPr>
          <p:cNvSpPr txBox="1"/>
          <p:nvPr/>
        </p:nvSpPr>
        <p:spPr>
          <a:xfrm>
            <a:off x="2222301" y="4545580"/>
            <a:ext cx="1215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 Issue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Information</a:t>
            </a:r>
          </a:p>
        </p:txBody>
      </p:sp>
      <p:cxnSp>
        <p:nvCxnSpPr>
          <p:cNvPr id="183" name="直接箭头连接符 90">
            <a:extLst>
              <a:ext uri="{FF2B5EF4-FFF2-40B4-BE49-F238E27FC236}">
                <a16:creationId xmlns:a16="http://schemas.microsoft.com/office/drawing/2014/main" id="{ABB27B0A-C541-5654-7579-FFAA6856BBCF}"/>
              </a:ext>
            </a:extLst>
          </p:cNvPr>
          <p:cNvCxnSpPr>
            <a:cxnSpLocks/>
          </p:cNvCxnSpPr>
          <p:nvPr/>
        </p:nvCxnSpPr>
        <p:spPr>
          <a:xfrm>
            <a:off x="4504870" y="4472962"/>
            <a:ext cx="163066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圆角矩形 183">
            <a:extLst>
              <a:ext uri="{FF2B5EF4-FFF2-40B4-BE49-F238E27FC236}">
                <a16:creationId xmlns:a16="http://schemas.microsoft.com/office/drawing/2014/main" id="{657B20DB-F9C2-3D58-C98E-165E00DC04FC}"/>
              </a:ext>
            </a:extLst>
          </p:cNvPr>
          <p:cNvSpPr/>
          <p:nvPr/>
        </p:nvSpPr>
        <p:spPr>
          <a:xfrm>
            <a:off x="9859445" y="3956495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9C85CEAC-70C1-B099-A72D-AAD25DA3C4BE}"/>
              </a:ext>
            </a:extLst>
          </p:cNvPr>
          <p:cNvSpPr txBox="1"/>
          <p:nvPr/>
        </p:nvSpPr>
        <p:spPr>
          <a:xfrm>
            <a:off x="9636760" y="3519441"/>
            <a:ext cx="1381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Final Task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908C8D4D-0A65-1C84-650C-136805ECAB1C}"/>
              </a:ext>
            </a:extLst>
          </p:cNvPr>
          <p:cNvSpPr txBox="1"/>
          <p:nvPr/>
        </p:nvSpPr>
        <p:spPr>
          <a:xfrm>
            <a:off x="9880713" y="3988730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圆角矩形 188">
            <a:extLst>
              <a:ext uri="{FF2B5EF4-FFF2-40B4-BE49-F238E27FC236}">
                <a16:creationId xmlns:a16="http://schemas.microsoft.com/office/drawing/2014/main" id="{CFC89FF1-2D61-D34C-8F6E-FF2338852D87}"/>
              </a:ext>
            </a:extLst>
          </p:cNvPr>
          <p:cNvSpPr/>
          <p:nvPr/>
        </p:nvSpPr>
        <p:spPr>
          <a:xfrm>
            <a:off x="6183297" y="3956495"/>
            <a:ext cx="991330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BA2F1FD8-2D44-894A-D1CC-335C5A27AE84}"/>
              </a:ext>
            </a:extLst>
          </p:cNvPr>
          <p:cNvSpPr txBox="1"/>
          <p:nvPr/>
        </p:nvSpPr>
        <p:spPr>
          <a:xfrm>
            <a:off x="5981379" y="3519441"/>
            <a:ext cx="1381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Environment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Construction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2874F011-6508-84EC-8055-109462FD9D0C}"/>
              </a:ext>
            </a:extLst>
          </p:cNvPr>
          <p:cNvSpPr txBox="1"/>
          <p:nvPr/>
        </p:nvSpPr>
        <p:spPr>
          <a:xfrm>
            <a:off x="6114815" y="3988730"/>
            <a:ext cx="1123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Execution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Environment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2" name="直接箭头连接符 26">
            <a:extLst>
              <a:ext uri="{FF2B5EF4-FFF2-40B4-BE49-F238E27FC236}">
                <a16:creationId xmlns:a16="http://schemas.microsoft.com/office/drawing/2014/main" id="{27BFDBAA-4409-7ACF-8DB8-76C76EAABCA9}"/>
              </a:ext>
            </a:extLst>
          </p:cNvPr>
          <p:cNvCxnSpPr>
            <a:cxnSpLocks/>
            <a:stCxn id="189" idx="3"/>
            <a:endCxn id="184" idx="1"/>
          </p:cNvCxnSpPr>
          <p:nvPr/>
        </p:nvCxnSpPr>
        <p:spPr>
          <a:xfrm>
            <a:off x="7174627" y="4522585"/>
            <a:ext cx="26848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文本框 194">
            <a:extLst>
              <a:ext uri="{FF2B5EF4-FFF2-40B4-BE49-F238E27FC236}">
                <a16:creationId xmlns:a16="http://schemas.microsoft.com/office/drawing/2014/main" id="{745F7BF4-A970-DF45-0675-0F3BCFE090BE}"/>
              </a:ext>
            </a:extLst>
          </p:cNvPr>
          <p:cNvSpPr txBox="1"/>
          <p:nvPr/>
        </p:nvSpPr>
        <p:spPr>
          <a:xfrm>
            <a:off x="7464968" y="4195422"/>
            <a:ext cx="2332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Execution-based verification</a:t>
            </a:r>
          </a:p>
        </p:txBody>
      </p:sp>
      <p:pic>
        <p:nvPicPr>
          <p:cNvPr id="199" name="图片 198">
            <a:extLst>
              <a:ext uri="{FF2B5EF4-FFF2-40B4-BE49-F238E27FC236}">
                <a16:creationId xmlns:a16="http://schemas.microsoft.com/office/drawing/2014/main" id="{EDF76FB2-1A2E-59E2-4742-A8A8432CA99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19476" y="4665273"/>
            <a:ext cx="187971" cy="187971"/>
          </a:xfrm>
          <a:prstGeom prst="rect">
            <a:avLst/>
          </a:prstGeom>
        </p:spPr>
      </p:pic>
      <p:pic>
        <p:nvPicPr>
          <p:cNvPr id="201" name="图片 200">
            <a:extLst>
              <a:ext uri="{FF2B5EF4-FFF2-40B4-BE49-F238E27FC236}">
                <a16:creationId xmlns:a16="http://schemas.microsoft.com/office/drawing/2014/main" id="{026001FD-500E-AE0B-64B4-98CE548B4EB4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265527" y="4144539"/>
            <a:ext cx="296326" cy="296326"/>
          </a:xfrm>
          <a:prstGeom prst="rect">
            <a:avLst/>
          </a:prstGeom>
        </p:spPr>
      </p:pic>
      <p:sp>
        <p:nvSpPr>
          <p:cNvPr id="202" name="文本框 201">
            <a:extLst>
              <a:ext uri="{FF2B5EF4-FFF2-40B4-BE49-F238E27FC236}">
                <a16:creationId xmlns:a16="http://schemas.microsoft.com/office/drawing/2014/main" id="{45069217-30CE-ADD9-DABF-6F1594EF34E6}"/>
              </a:ext>
            </a:extLst>
          </p:cNvPr>
          <p:cNvSpPr txBox="1"/>
          <p:nvPr/>
        </p:nvSpPr>
        <p:spPr>
          <a:xfrm>
            <a:off x="7493587" y="4649650"/>
            <a:ext cx="2372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Existing tests from fail to pass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6" name="图片 205">
            <a:extLst>
              <a:ext uri="{FF2B5EF4-FFF2-40B4-BE49-F238E27FC236}">
                <a16:creationId xmlns:a16="http://schemas.microsoft.com/office/drawing/2014/main" id="{6DFF656B-978C-C82A-AED4-2A800B3E0A4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291212" y="4371166"/>
            <a:ext cx="667886" cy="667886"/>
          </a:xfrm>
          <a:prstGeom prst="rect">
            <a:avLst/>
          </a:prstGeom>
        </p:spPr>
      </p:pic>
      <p:pic>
        <p:nvPicPr>
          <p:cNvPr id="208" name="图片 207">
            <a:extLst>
              <a:ext uri="{FF2B5EF4-FFF2-40B4-BE49-F238E27FC236}">
                <a16:creationId xmlns:a16="http://schemas.microsoft.com/office/drawing/2014/main" id="{8BD2966C-8863-9E46-E5F4-CB51B4503DE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573662" y="4128560"/>
            <a:ext cx="272157" cy="272157"/>
          </a:xfrm>
          <a:prstGeom prst="rect">
            <a:avLst/>
          </a:prstGeom>
        </p:spPr>
      </p:pic>
      <p:sp>
        <p:nvSpPr>
          <p:cNvPr id="209" name="文本框 208">
            <a:extLst>
              <a:ext uri="{FF2B5EF4-FFF2-40B4-BE49-F238E27FC236}">
                <a16:creationId xmlns:a16="http://schemas.microsoft.com/office/drawing/2014/main" id="{796E8B3C-C511-C8D2-0B9E-5962A0523237}"/>
              </a:ext>
            </a:extLst>
          </p:cNvPr>
          <p:cNvSpPr txBox="1"/>
          <p:nvPr/>
        </p:nvSpPr>
        <p:spPr>
          <a:xfrm>
            <a:off x="4772922" y="4135948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Constructing</a:t>
            </a:r>
          </a:p>
        </p:txBody>
      </p:sp>
      <p:pic>
        <p:nvPicPr>
          <p:cNvPr id="211" name="图片 210">
            <a:extLst>
              <a:ext uri="{FF2B5EF4-FFF2-40B4-BE49-F238E27FC236}">
                <a16:creationId xmlns:a16="http://schemas.microsoft.com/office/drawing/2014/main" id="{1551E0A2-E8FF-39A4-DAD7-9245F517718F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492439" y="4533639"/>
            <a:ext cx="378138" cy="378138"/>
          </a:xfrm>
          <a:prstGeom prst="rect">
            <a:avLst/>
          </a:prstGeom>
        </p:spPr>
      </p:pic>
      <p:sp>
        <p:nvSpPr>
          <p:cNvPr id="212" name="文本框 211">
            <a:extLst>
              <a:ext uri="{FF2B5EF4-FFF2-40B4-BE49-F238E27FC236}">
                <a16:creationId xmlns:a16="http://schemas.microsoft.com/office/drawing/2014/main" id="{A7B57F45-AB7E-1F6D-6221-97DCD1628638}"/>
              </a:ext>
            </a:extLst>
          </p:cNvPr>
          <p:cNvSpPr txBox="1"/>
          <p:nvPr/>
        </p:nvSpPr>
        <p:spPr>
          <a:xfrm>
            <a:off x="4598948" y="4566609"/>
            <a:ext cx="1558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Reading Repo Documents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CAAFFDEA-6244-F9C8-873E-735A562CB136}"/>
              </a:ext>
            </a:extLst>
          </p:cNvPr>
          <p:cNvSpPr txBox="1"/>
          <p:nvPr/>
        </p:nvSpPr>
        <p:spPr>
          <a:xfrm>
            <a:off x="1166020" y="112256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 Language and Repository Selection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D0B7E291-DA63-BD26-FD7A-352869B6F6EC}"/>
              </a:ext>
            </a:extLst>
          </p:cNvPr>
          <p:cNvSpPr txBox="1"/>
          <p:nvPr/>
        </p:nvSpPr>
        <p:spPr>
          <a:xfrm>
            <a:off x="6018842" y="1151655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 Pull Requests Data Collection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27282D56-D4CB-E466-86A5-CB77BAFCD865}"/>
              </a:ext>
            </a:extLst>
          </p:cNvPr>
          <p:cNvSpPr txBox="1"/>
          <p:nvPr/>
        </p:nvSpPr>
        <p:spPr>
          <a:xfrm>
            <a:off x="598745" y="3104036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(c) Task Instances Construction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066F9E4B-8C57-7E5E-5F18-E973EDB8F81B}"/>
              </a:ext>
            </a:extLst>
          </p:cNvPr>
          <p:cNvSpPr txBox="1"/>
          <p:nvPr/>
        </p:nvSpPr>
        <p:spPr>
          <a:xfrm>
            <a:off x="5981379" y="313034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(d) Execution-based verification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7679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234F4-E6AB-071E-675A-60EFEEAA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: 圆角 5">
            <a:extLst>
              <a:ext uri="{FF2B5EF4-FFF2-40B4-BE49-F238E27FC236}">
                <a16:creationId xmlns:a16="http://schemas.microsoft.com/office/drawing/2014/main" id="{22F74B05-AF4E-B1EE-B4DF-984A1645C103}"/>
              </a:ext>
            </a:extLst>
          </p:cNvPr>
          <p:cNvSpPr/>
          <p:nvPr/>
        </p:nvSpPr>
        <p:spPr>
          <a:xfrm>
            <a:off x="504041" y="1040525"/>
            <a:ext cx="11074314" cy="4162096"/>
          </a:xfrm>
          <a:prstGeom prst="roundRect">
            <a:avLst>
              <a:gd name="adj" fmla="val 5285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4" name="圆角矩形 183">
            <a:extLst>
              <a:ext uri="{FF2B5EF4-FFF2-40B4-BE49-F238E27FC236}">
                <a16:creationId xmlns:a16="http://schemas.microsoft.com/office/drawing/2014/main" id="{C69025A6-6F7A-1D11-C4F2-44587E166806}"/>
              </a:ext>
            </a:extLst>
          </p:cNvPr>
          <p:cNvSpPr/>
          <p:nvPr/>
        </p:nvSpPr>
        <p:spPr>
          <a:xfrm>
            <a:off x="9859445" y="3956495"/>
            <a:ext cx="917457" cy="1132179"/>
          </a:xfrm>
          <a:prstGeom prst="roundRect">
            <a:avLst>
              <a:gd name="adj" fmla="val 7201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9" name="圆角矩形 188">
            <a:extLst>
              <a:ext uri="{FF2B5EF4-FFF2-40B4-BE49-F238E27FC236}">
                <a16:creationId xmlns:a16="http://schemas.microsoft.com/office/drawing/2014/main" id="{33BDE5B7-DD03-9D9F-6DFC-EF1675FA5467}"/>
              </a:ext>
            </a:extLst>
          </p:cNvPr>
          <p:cNvSpPr/>
          <p:nvPr/>
        </p:nvSpPr>
        <p:spPr>
          <a:xfrm>
            <a:off x="6183297" y="3956495"/>
            <a:ext cx="991330" cy="1132179"/>
          </a:xfrm>
          <a:prstGeom prst="roundRect">
            <a:avLst>
              <a:gd name="adj" fmla="val 143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1" name="圆角矩形 170">
            <a:extLst>
              <a:ext uri="{FF2B5EF4-FFF2-40B4-BE49-F238E27FC236}">
                <a16:creationId xmlns:a16="http://schemas.microsoft.com/office/drawing/2014/main" id="{BFEAEC57-F84A-AFFE-DB37-AD9C9D1B6621}"/>
              </a:ext>
            </a:extLst>
          </p:cNvPr>
          <p:cNvSpPr/>
          <p:nvPr/>
        </p:nvSpPr>
        <p:spPr>
          <a:xfrm>
            <a:off x="3522891" y="3931884"/>
            <a:ext cx="917457" cy="1132179"/>
          </a:xfrm>
          <a:prstGeom prst="roundRect">
            <a:avLst>
              <a:gd name="adj" fmla="val 8192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4" name="圆角矩形 163">
            <a:extLst>
              <a:ext uri="{FF2B5EF4-FFF2-40B4-BE49-F238E27FC236}">
                <a16:creationId xmlns:a16="http://schemas.microsoft.com/office/drawing/2014/main" id="{7D5E5E5A-F0F6-76EF-07CD-E43FD826B60D}"/>
              </a:ext>
            </a:extLst>
          </p:cNvPr>
          <p:cNvSpPr/>
          <p:nvPr/>
        </p:nvSpPr>
        <p:spPr>
          <a:xfrm>
            <a:off x="1260700" y="3906873"/>
            <a:ext cx="917457" cy="1132179"/>
          </a:xfrm>
          <a:prstGeom prst="roundRect">
            <a:avLst>
              <a:gd name="adj" fmla="val 808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7" name="圆角矩形 146">
            <a:extLst>
              <a:ext uri="{FF2B5EF4-FFF2-40B4-BE49-F238E27FC236}">
                <a16:creationId xmlns:a16="http://schemas.microsoft.com/office/drawing/2014/main" id="{F7DBA315-201E-198A-D0DB-7015CC2C17E7}"/>
              </a:ext>
            </a:extLst>
          </p:cNvPr>
          <p:cNvSpPr/>
          <p:nvPr/>
        </p:nvSpPr>
        <p:spPr>
          <a:xfrm>
            <a:off x="10137271" y="1885788"/>
            <a:ext cx="917457" cy="1132179"/>
          </a:xfrm>
          <a:prstGeom prst="roundRect">
            <a:avLst>
              <a:gd name="adj" fmla="val 9187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圆角矩形 123">
            <a:extLst>
              <a:ext uri="{FF2B5EF4-FFF2-40B4-BE49-F238E27FC236}">
                <a16:creationId xmlns:a16="http://schemas.microsoft.com/office/drawing/2014/main" id="{DE9EF385-3A80-8FF9-462F-8F65E2F3CEA4}"/>
              </a:ext>
            </a:extLst>
          </p:cNvPr>
          <p:cNvSpPr/>
          <p:nvPr/>
        </p:nvSpPr>
        <p:spPr>
          <a:xfrm>
            <a:off x="7349799" y="1871195"/>
            <a:ext cx="917457" cy="1132179"/>
          </a:xfrm>
          <a:prstGeom prst="roundRect">
            <a:avLst>
              <a:gd name="adj" fmla="val 9018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4" name="圆角矩形 113">
            <a:extLst>
              <a:ext uri="{FF2B5EF4-FFF2-40B4-BE49-F238E27FC236}">
                <a16:creationId xmlns:a16="http://schemas.microsoft.com/office/drawing/2014/main" id="{A0EECE09-21C0-1C7D-9650-4AE59DBBA232}"/>
              </a:ext>
            </a:extLst>
          </p:cNvPr>
          <p:cNvSpPr/>
          <p:nvPr/>
        </p:nvSpPr>
        <p:spPr>
          <a:xfrm>
            <a:off x="5186290" y="1870370"/>
            <a:ext cx="917457" cy="1132179"/>
          </a:xfrm>
          <a:prstGeom prst="roundRect">
            <a:avLst>
              <a:gd name="adj" fmla="val 8143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圆角矩形 103">
            <a:extLst>
              <a:ext uri="{FF2B5EF4-FFF2-40B4-BE49-F238E27FC236}">
                <a16:creationId xmlns:a16="http://schemas.microsoft.com/office/drawing/2014/main" id="{48F42EEC-066D-41B6-E0D9-ADAC05DE8594}"/>
              </a:ext>
            </a:extLst>
          </p:cNvPr>
          <p:cNvSpPr/>
          <p:nvPr/>
        </p:nvSpPr>
        <p:spPr>
          <a:xfrm>
            <a:off x="3078486" y="1873357"/>
            <a:ext cx="917457" cy="1132179"/>
          </a:xfrm>
          <a:prstGeom prst="roundRect">
            <a:avLst>
              <a:gd name="adj" fmla="val 827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CE97D5C0-FDCB-4BBD-5864-D6382CD393EC}"/>
              </a:ext>
            </a:extLst>
          </p:cNvPr>
          <p:cNvSpPr/>
          <p:nvPr/>
        </p:nvSpPr>
        <p:spPr>
          <a:xfrm>
            <a:off x="879501" y="1873357"/>
            <a:ext cx="917457" cy="1132179"/>
          </a:xfrm>
          <a:prstGeom prst="roundRect">
            <a:avLst>
              <a:gd name="adj" fmla="val 9303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B118B5C-624D-B401-532F-F9DD934124E2}"/>
              </a:ext>
            </a:extLst>
          </p:cNvPr>
          <p:cNvSpPr txBox="1"/>
          <p:nvPr/>
        </p:nvSpPr>
        <p:spPr>
          <a:xfrm>
            <a:off x="1970915" y="2102020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pic>
        <p:nvPicPr>
          <p:cNvPr id="46" name="图形 45">
            <a:extLst>
              <a:ext uri="{FF2B5EF4-FFF2-40B4-BE49-F238E27FC236}">
                <a16:creationId xmlns:a16="http://schemas.microsoft.com/office/drawing/2014/main" id="{FE7E11DF-C47B-E59F-EE12-49BD66915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0689" y="2269732"/>
            <a:ext cx="568508" cy="557362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08AF9640-89C9-1C45-FA8E-C81A46BE3CB9}"/>
              </a:ext>
            </a:extLst>
          </p:cNvPr>
          <p:cNvSpPr txBox="1"/>
          <p:nvPr/>
        </p:nvSpPr>
        <p:spPr>
          <a:xfrm>
            <a:off x="2734357" y="1563309"/>
            <a:ext cx="1615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Candidate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9" name="图形 58">
            <a:extLst>
              <a:ext uri="{FF2B5EF4-FFF2-40B4-BE49-F238E27FC236}">
                <a16:creationId xmlns:a16="http://schemas.microsoft.com/office/drawing/2014/main" id="{A2112ED1-295A-C376-B6BE-9B82C5936F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8339" y="2250554"/>
            <a:ext cx="622327" cy="610125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2C0F88C7-D3E1-354A-ED38-91E38BCFCF30}"/>
              </a:ext>
            </a:extLst>
          </p:cNvPr>
          <p:cNvSpPr txBox="1"/>
          <p:nvPr/>
        </p:nvSpPr>
        <p:spPr>
          <a:xfrm>
            <a:off x="4853827" y="1569254"/>
            <a:ext cx="15717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Target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2" name="图形 61">
            <a:extLst>
              <a:ext uri="{FF2B5EF4-FFF2-40B4-BE49-F238E27FC236}">
                <a16:creationId xmlns:a16="http://schemas.microsoft.com/office/drawing/2014/main" id="{85DB025C-B920-5A7F-935F-0B3C968177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3083" y="2073404"/>
            <a:ext cx="279953" cy="279953"/>
          </a:xfrm>
          <a:prstGeom prst="rect">
            <a:avLst/>
          </a:prstGeom>
        </p:spPr>
      </p:pic>
      <p:cxnSp>
        <p:nvCxnSpPr>
          <p:cNvPr id="74" name="直接箭头连接符 90">
            <a:extLst>
              <a:ext uri="{FF2B5EF4-FFF2-40B4-BE49-F238E27FC236}">
                <a16:creationId xmlns:a16="http://schemas.microsoft.com/office/drawing/2014/main" id="{232F10B3-1639-A36F-A660-BDD4AC277168}"/>
              </a:ext>
            </a:extLst>
          </p:cNvPr>
          <p:cNvCxnSpPr>
            <a:cxnSpLocks/>
            <a:stCxn id="85" idx="3"/>
            <a:endCxn id="104" idx="1"/>
          </p:cNvCxnSpPr>
          <p:nvPr/>
        </p:nvCxnSpPr>
        <p:spPr>
          <a:xfrm>
            <a:off x="1796958" y="2439447"/>
            <a:ext cx="12815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图片 77">
            <a:extLst>
              <a:ext uri="{FF2B5EF4-FFF2-40B4-BE49-F238E27FC236}">
                <a16:creationId xmlns:a16="http://schemas.microsoft.com/office/drawing/2014/main" id="{DD277D8D-A08D-1D26-2BF0-C4BD0C9736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6653" y="2213304"/>
            <a:ext cx="330554" cy="330554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94E337F3-BB60-428E-FB6D-51A4949CE1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988" y="2560801"/>
            <a:ext cx="398174" cy="398174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7C190858-4A93-3021-EF1A-4233659EF7A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8308" y="2191293"/>
            <a:ext cx="358823" cy="358823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B276CB9E-5847-1119-E861-B62FA7DFD2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489" y="2590990"/>
            <a:ext cx="358824" cy="358824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23D8B8AB-E0D3-012D-3B7B-EEAFAD8537EF}"/>
              </a:ext>
            </a:extLst>
          </p:cNvPr>
          <p:cNvSpPr txBox="1"/>
          <p:nvPr/>
        </p:nvSpPr>
        <p:spPr>
          <a:xfrm>
            <a:off x="717822" y="187119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4 used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BC6FFC96-BBEC-4581-5863-592C67E3874C}"/>
              </a:ext>
            </a:extLst>
          </p:cNvPr>
          <p:cNvSpPr txBox="1"/>
          <p:nvPr/>
        </p:nvSpPr>
        <p:spPr>
          <a:xfrm>
            <a:off x="613645" y="1551084"/>
            <a:ext cx="1675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Selected Languages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3" name="图形 92">
            <a:extLst>
              <a:ext uri="{FF2B5EF4-FFF2-40B4-BE49-F238E27FC236}">
                <a16:creationId xmlns:a16="http://schemas.microsoft.com/office/drawing/2014/main" id="{BB28ED9B-5B30-767D-A66B-70F0A50C322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53158" y="2639169"/>
            <a:ext cx="510164" cy="510164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828AD257-EAE1-ACA1-8546-8BA5910D152F}"/>
              </a:ext>
            </a:extLst>
          </p:cNvPr>
          <p:cNvSpPr txBox="1"/>
          <p:nvPr/>
        </p:nvSpPr>
        <p:spPr>
          <a:xfrm>
            <a:off x="2510307" y="1948567"/>
            <a:ext cx="2063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200 </a:t>
            </a:r>
          </a:p>
        </p:txBody>
      </p:sp>
      <p:pic>
        <p:nvPicPr>
          <p:cNvPr id="96" name="图形 95">
            <a:extLst>
              <a:ext uri="{FF2B5EF4-FFF2-40B4-BE49-F238E27FC236}">
                <a16:creationId xmlns:a16="http://schemas.microsoft.com/office/drawing/2014/main" id="{8663F395-D042-05FE-29A9-CBB16758793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5763" y="2576769"/>
            <a:ext cx="277000" cy="277000"/>
          </a:xfrm>
          <a:prstGeom prst="rect">
            <a:avLst/>
          </a:prstGeom>
        </p:spPr>
      </p:pic>
      <p:pic>
        <p:nvPicPr>
          <p:cNvPr id="98" name="图形 97">
            <a:extLst>
              <a:ext uri="{FF2B5EF4-FFF2-40B4-BE49-F238E27FC236}">
                <a16:creationId xmlns:a16="http://schemas.microsoft.com/office/drawing/2014/main" id="{E865724A-B268-6672-63A6-46FD49D2E05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064338" y="2588225"/>
            <a:ext cx="259922" cy="259922"/>
          </a:xfrm>
          <a:prstGeom prst="rect">
            <a:avLst/>
          </a:prstGeom>
        </p:spPr>
      </p:pic>
      <p:sp>
        <p:nvSpPr>
          <p:cNvPr id="103" name="圆角矩形 102">
            <a:extLst>
              <a:ext uri="{FF2B5EF4-FFF2-40B4-BE49-F238E27FC236}">
                <a16:creationId xmlns:a16="http://schemas.microsoft.com/office/drawing/2014/main" id="{11AE1AA3-71B9-6AAE-8392-82D9DB0B5F2F}"/>
              </a:ext>
            </a:extLst>
          </p:cNvPr>
          <p:cNvSpPr/>
          <p:nvPr/>
        </p:nvSpPr>
        <p:spPr>
          <a:xfrm>
            <a:off x="1995021" y="2568455"/>
            <a:ext cx="839861" cy="437081"/>
          </a:xfrm>
          <a:prstGeom prst="roundRect">
            <a:avLst>
              <a:gd name="adj" fmla="val 1435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20382BBF-ADE9-5F86-9FBF-6220A9C5B54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46505" y="2080482"/>
            <a:ext cx="272876" cy="272876"/>
          </a:xfrm>
          <a:prstGeom prst="rect">
            <a:avLst/>
          </a:prstGeom>
        </p:spPr>
      </p:pic>
      <p:cxnSp>
        <p:nvCxnSpPr>
          <p:cNvPr id="109" name="直接箭头连接符 90">
            <a:extLst>
              <a:ext uri="{FF2B5EF4-FFF2-40B4-BE49-F238E27FC236}">
                <a16:creationId xmlns:a16="http://schemas.microsoft.com/office/drawing/2014/main" id="{1EC54974-6659-BAAC-364A-9A0A5EAC22CC}"/>
              </a:ext>
            </a:extLst>
          </p:cNvPr>
          <p:cNvCxnSpPr>
            <a:cxnSpLocks/>
          </p:cNvCxnSpPr>
          <p:nvPr/>
        </p:nvCxnSpPr>
        <p:spPr>
          <a:xfrm flipV="1">
            <a:off x="4007964" y="2439446"/>
            <a:ext cx="1186562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32955425-45E5-868F-83F6-4ABE5BF906F0}"/>
              </a:ext>
            </a:extLst>
          </p:cNvPr>
          <p:cNvSpPr txBox="1"/>
          <p:nvPr/>
        </p:nvSpPr>
        <p:spPr>
          <a:xfrm>
            <a:off x="4145274" y="209370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5102941B-604E-22B9-63A7-7ED3BCA90EC8}"/>
              </a:ext>
            </a:extLst>
          </p:cNvPr>
          <p:cNvSpPr txBox="1"/>
          <p:nvPr/>
        </p:nvSpPr>
        <p:spPr>
          <a:xfrm>
            <a:off x="3913457" y="2529054"/>
            <a:ext cx="1383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Different </a:t>
            </a:r>
          </a:p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Domains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C4EE99ED-55E7-020E-C2D2-20D06B9CD0F2}"/>
              </a:ext>
            </a:extLst>
          </p:cNvPr>
          <p:cNvSpPr txBox="1"/>
          <p:nvPr/>
        </p:nvSpPr>
        <p:spPr>
          <a:xfrm>
            <a:off x="4604060" y="1912756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AC59B042-E777-7D80-564B-7BC8CA914C4B}"/>
              </a:ext>
            </a:extLst>
          </p:cNvPr>
          <p:cNvSpPr txBox="1"/>
          <p:nvPr/>
        </p:nvSpPr>
        <p:spPr>
          <a:xfrm>
            <a:off x="5194526" y="1959579"/>
            <a:ext cx="909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8" name="直接箭头连接符 26">
            <a:extLst>
              <a:ext uri="{FF2B5EF4-FFF2-40B4-BE49-F238E27FC236}">
                <a16:creationId xmlns:a16="http://schemas.microsoft.com/office/drawing/2014/main" id="{18EC510E-29EC-FCC2-ED3C-3AA67E7853B8}"/>
              </a:ext>
            </a:extLst>
          </p:cNvPr>
          <p:cNvCxnSpPr>
            <a:cxnSpLocks/>
            <a:stCxn id="114" idx="3"/>
            <a:endCxn id="124" idx="1"/>
          </p:cNvCxnSpPr>
          <p:nvPr/>
        </p:nvCxnSpPr>
        <p:spPr>
          <a:xfrm>
            <a:off x="6103747" y="2436460"/>
            <a:ext cx="1246052" cy="8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图形 118">
            <a:extLst>
              <a:ext uri="{FF2B5EF4-FFF2-40B4-BE49-F238E27FC236}">
                <a16:creationId xmlns:a16="http://schemas.microsoft.com/office/drawing/2014/main" id="{848AC65E-6A0A-C8F2-E6A3-502B186E89B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177933" y="2079213"/>
            <a:ext cx="270012" cy="270012"/>
          </a:xfrm>
          <a:prstGeom prst="rect">
            <a:avLst/>
          </a:prstGeom>
        </p:spPr>
      </p:pic>
      <p:pic>
        <p:nvPicPr>
          <p:cNvPr id="122" name="图形 121">
            <a:extLst>
              <a:ext uri="{FF2B5EF4-FFF2-40B4-BE49-F238E27FC236}">
                <a16:creationId xmlns:a16="http://schemas.microsoft.com/office/drawing/2014/main" id="{3BE82647-583B-81B5-E24C-DC026BF68E6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569874" y="2353516"/>
            <a:ext cx="560724" cy="560724"/>
          </a:xfrm>
          <a:prstGeom prst="rect">
            <a:avLst/>
          </a:prstGeom>
        </p:spPr>
      </p:pic>
      <p:sp>
        <p:nvSpPr>
          <p:cNvPr id="125" name="文本框 124">
            <a:extLst>
              <a:ext uri="{FF2B5EF4-FFF2-40B4-BE49-F238E27FC236}">
                <a16:creationId xmlns:a16="http://schemas.microsoft.com/office/drawing/2014/main" id="{0772545E-2DF5-BC56-801F-6E279D6AC60F}"/>
              </a:ext>
            </a:extLst>
          </p:cNvPr>
          <p:cNvSpPr txBox="1"/>
          <p:nvPr/>
        </p:nvSpPr>
        <p:spPr>
          <a:xfrm>
            <a:off x="6264061" y="209775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219B30FA-715B-0E3D-A3E6-C7FDB71CFB48}"/>
              </a:ext>
            </a:extLst>
          </p:cNvPr>
          <p:cNvSpPr txBox="1"/>
          <p:nvPr/>
        </p:nvSpPr>
        <p:spPr>
          <a:xfrm>
            <a:off x="6102829" y="2529055"/>
            <a:ext cx="1246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GitHub API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EE4FE6F8-C668-909C-380F-2EDE1B3CFD36}"/>
              </a:ext>
            </a:extLst>
          </p:cNvPr>
          <p:cNvSpPr txBox="1"/>
          <p:nvPr/>
        </p:nvSpPr>
        <p:spPr>
          <a:xfrm>
            <a:off x="7238544" y="1566505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Raw PRs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EF05751D-CE7E-8A03-4F77-EC73D75B7289}"/>
              </a:ext>
            </a:extLst>
          </p:cNvPr>
          <p:cNvSpPr txBox="1"/>
          <p:nvPr/>
        </p:nvSpPr>
        <p:spPr>
          <a:xfrm>
            <a:off x="7348882" y="1892798"/>
            <a:ext cx="917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5" name="直接箭头连接符 26">
            <a:extLst>
              <a:ext uri="{FF2B5EF4-FFF2-40B4-BE49-F238E27FC236}">
                <a16:creationId xmlns:a16="http://schemas.microsoft.com/office/drawing/2014/main" id="{548DD1A7-2578-01F9-74F2-363D1C52354E}"/>
              </a:ext>
            </a:extLst>
          </p:cNvPr>
          <p:cNvCxnSpPr>
            <a:cxnSpLocks/>
          </p:cNvCxnSpPr>
          <p:nvPr/>
        </p:nvCxnSpPr>
        <p:spPr>
          <a:xfrm>
            <a:off x="8318622" y="2430030"/>
            <a:ext cx="1839917" cy="64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7" name="图形 136">
            <a:extLst>
              <a:ext uri="{FF2B5EF4-FFF2-40B4-BE49-F238E27FC236}">
                <a16:creationId xmlns:a16="http://schemas.microsoft.com/office/drawing/2014/main" id="{16A4ED03-C5BE-5866-275C-546BC8C9A90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388302" y="2059220"/>
            <a:ext cx="279953" cy="279953"/>
          </a:xfrm>
          <a:prstGeom prst="rect">
            <a:avLst/>
          </a:prstGeom>
        </p:spPr>
      </p:pic>
      <p:sp>
        <p:nvSpPr>
          <p:cNvPr id="138" name="文本框 137">
            <a:extLst>
              <a:ext uri="{FF2B5EF4-FFF2-40B4-BE49-F238E27FC236}">
                <a16:creationId xmlns:a16="http://schemas.microsoft.com/office/drawing/2014/main" id="{E9F2B354-0AF9-22E3-6DC9-D3528C13BAA3}"/>
              </a:ext>
            </a:extLst>
          </p:cNvPr>
          <p:cNvSpPr txBox="1"/>
          <p:nvPr/>
        </p:nvSpPr>
        <p:spPr>
          <a:xfrm>
            <a:off x="8482998" y="2072226"/>
            <a:ext cx="1735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Attribute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E72E0923-E967-FC91-1C71-9B7CE325F56C}"/>
              </a:ext>
            </a:extLst>
          </p:cNvPr>
          <p:cNvSpPr txBox="1"/>
          <p:nvPr/>
        </p:nvSpPr>
        <p:spPr>
          <a:xfrm>
            <a:off x="8424936" y="2493403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Related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Issues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334A347E-68EB-67D1-676B-1647ACDDF2B7}"/>
              </a:ext>
            </a:extLst>
          </p:cNvPr>
          <p:cNvSpPr txBox="1"/>
          <p:nvPr/>
        </p:nvSpPr>
        <p:spPr>
          <a:xfrm>
            <a:off x="8442421" y="2755752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Changed Tests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4" name="图片 143">
            <a:extLst>
              <a:ext uri="{FF2B5EF4-FFF2-40B4-BE49-F238E27FC236}">
                <a16:creationId xmlns:a16="http://schemas.microsoft.com/office/drawing/2014/main" id="{7D608BF6-F4F2-7D85-70F9-F8602B35485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95270" y="2520483"/>
            <a:ext cx="189719" cy="189719"/>
          </a:xfrm>
          <a:prstGeom prst="rect">
            <a:avLst/>
          </a:prstGeom>
        </p:spPr>
      </p:pic>
      <p:pic>
        <p:nvPicPr>
          <p:cNvPr id="145" name="图片 144">
            <a:extLst>
              <a:ext uri="{FF2B5EF4-FFF2-40B4-BE49-F238E27FC236}">
                <a16:creationId xmlns:a16="http://schemas.microsoft.com/office/drawing/2014/main" id="{8CDA2CBC-0985-23A9-4DF5-FFD21250AEF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95270" y="2767951"/>
            <a:ext cx="187971" cy="187971"/>
          </a:xfrm>
          <a:prstGeom prst="rect">
            <a:avLst/>
          </a:prstGeom>
        </p:spPr>
      </p:pic>
      <p:sp>
        <p:nvSpPr>
          <p:cNvPr id="148" name="文本框 147">
            <a:extLst>
              <a:ext uri="{FF2B5EF4-FFF2-40B4-BE49-F238E27FC236}">
                <a16:creationId xmlns:a16="http://schemas.microsoft.com/office/drawing/2014/main" id="{89BD9424-0A7C-A238-B789-5261D0EE277D}"/>
              </a:ext>
            </a:extLst>
          </p:cNvPr>
          <p:cNvSpPr txBox="1"/>
          <p:nvPr/>
        </p:nvSpPr>
        <p:spPr>
          <a:xfrm>
            <a:off x="10021120" y="1569089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PRs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9" name="图形 148">
            <a:extLst>
              <a:ext uri="{FF2B5EF4-FFF2-40B4-BE49-F238E27FC236}">
                <a16:creationId xmlns:a16="http://schemas.microsoft.com/office/drawing/2014/main" id="{99519E9E-CFF8-5DBE-79B5-6F023F20CF1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331049" y="2360395"/>
            <a:ext cx="576923" cy="576923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538F9650-DF13-EF95-AAC3-D2C4E0232D92}"/>
              </a:ext>
            </a:extLst>
          </p:cNvPr>
          <p:cNvSpPr txBox="1"/>
          <p:nvPr/>
        </p:nvSpPr>
        <p:spPr>
          <a:xfrm>
            <a:off x="10158539" y="1918023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C6AAF195-789D-ED1E-B52B-9B29ED01209B}"/>
              </a:ext>
            </a:extLst>
          </p:cNvPr>
          <p:cNvSpPr txBox="1"/>
          <p:nvPr/>
        </p:nvSpPr>
        <p:spPr>
          <a:xfrm>
            <a:off x="1138953" y="3564148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PRs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6" name="图形 165">
            <a:extLst>
              <a:ext uri="{FF2B5EF4-FFF2-40B4-BE49-F238E27FC236}">
                <a16:creationId xmlns:a16="http://schemas.microsoft.com/office/drawing/2014/main" id="{6E281625-7086-0930-A172-5484FA25442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427013" y="4357105"/>
            <a:ext cx="586453" cy="586453"/>
          </a:xfrm>
          <a:prstGeom prst="rect">
            <a:avLst/>
          </a:prstGeom>
        </p:spPr>
      </p:pic>
      <p:sp>
        <p:nvSpPr>
          <p:cNvPr id="167" name="文本框 166">
            <a:extLst>
              <a:ext uri="{FF2B5EF4-FFF2-40B4-BE49-F238E27FC236}">
                <a16:creationId xmlns:a16="http://schemas.microsoft.com/office/drawing/2014/main" id="{59C31A33-EC36-658D-AE46-93A163B9D826}"/>
              </a:ext>
            </a:extLst>
          </p:cNvPr>
          <p:cNvSpPr txBox="1"/>
          <p:nvPr/>
        </p:nvSpPr>
        <p:spPr>
          <a:xfrm>
            <a:off x="1281969" y="3939108"/>
            <a:ext cx="88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0" name="直接箭头连接符 90">
            <a:extLst>
              <a:ext uri="{FF2B5EF4-FFF2-40B4-BE49-F238E27FC236}">
                <a16:creationId xmlns:a16="http://schemas.microsoft.com/office/drawing/2014/main" id="{54F7E591-7685-C0C3-30DA-42A9B2B77BB7}"/>
              </a:ext>
            </a:extLst>
          </p:cNvPr>
          <p:cNvCxnSpPr>
            <a:cxnSpLocks/>
          </p:cNvCxnSpPr>
          <p:nvPr/>
        </p:nvCxnSpPr>
        <p:spPr>
          <a:xfrm>
            <a:off x="2206395" y="4472962"/>
            <a:ext cx="12815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>
            <a:extLst>
              <a:ext uri="{FF2B5EF4-FFF2-40B4-BE49-F238E27FC236}">
                <a16:creationId xmlns:a16="http://schemas.microsoft.com/office/drawing/2014/main" id="{AB917936-D92A-BD8B-67AB-CD176BB70967}"/>
              </a:ext>
            </a:extLst>
          </p:cNvPr>
          <p:cNvSpPr txBox="1"/>
          <p:nvPr/>
        </p:nvSpPr>
        <p:spPr>
          <a:xfrm>
            <a:off x="3267357" y="3563003"/>
            <a:ext cx="1520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Built 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347238C6-F435-7B20-2265-495EBBA4FA97}"/>
              </a:ext>
            </a:extLst>
          </p:cNvPr>
          <p:cNvSpPr txBox="1"/>
          <p:nvPr/>
        </p:nvSpPr>
        <p:spPr>
          <a:xfrm>
            <a:off x="3544159" y="3964119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937887DE-8DED-BBC7-489A-DED3F2600BAC}"/>
              </a:ext>
            </a:extLst>
          </p:cNvPr>
          <p:cNvSpPr txBox="1"/>
          <p:nvPr/>
        </p:nvSpPr>
        <p:spPr>
          <a:xfrm>
            <a:off x="2392518" y="4115818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Extracting</a:t>
            </a:r>
          </a:p>
        </p:txBody>
      </p:sp>
      <p:pic>
        <p:nvPicPr>
          <p:cNvPr id="177" name="图片 176">
            <a:extLst>
              <a:ext uri="{FF2B5EF4-FFF2-40B4-BE49-F238E27FC236}">
                <a16:creationId xmlns:a16="http://schemas.microsoft.com/office/drawing/2014/main" id="{1BA49605-92C9-840C-96ED-65B7DC7B79C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310355" y="4115818"/>
            <a:ext cx="286337" cy="286337"/>
          </a:xfrm>
          <a:prstGeom prst="rect">
            <a:avLst/>
          </a:prstGeom>
        </p:spPr>
      </p:pic>
      <p:pic>
        <p:nvPicPr>
          <p:cNvPr id="179" name="图片 178">
            <a:extLst>
              <a:ext uri="{FF2B5EF4-FFF2-40B4-BE49-F238E27FC236}">
                <a16:creationId xmlns:a16="http://schemas.microsoft.com/office/drawing/2014/main" id="{80EFA874-9328-8DF4-6941-4CD8C323AC7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072518" y="4450395"/>
            <a:ext cx="491310" cy="491310"/>
          </a:xfrm>
          <a:prstGeom prst="rect">
            <a:avLst/>
          </a:prstGeom>
        </p:spPr>
      </p:pic>
      <p:pic>
        <p:nvPicPr>
          <p:cNvPr id="181" name="图片 180">
            <a:extLst>
              <a:ext uri="{FF2B5EF4-FFF2-40B4-BE49-F238E27FC236}">
                <a16:creationId xmlns:a16="http://schemas.microsoft.com/office/drawing/2014/main" id="{75C7E1FA-B665-8976-CC50-00CF1196402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717661" y="4400718"/>
            <a:ext cx="542840" cy="542840"/>
          </a:xfrm>
          <a:prstGeom prst="rect">
            <a:avLst/>
          </a:prstGeom>
        </p:spPr>
      </p:pic>
      <p:sp>
        <p:nvSpPr>
          <p:cNvPr id="182" name="文本框 181">
            <a:extLst>
              <a:ext uri="{FF2B5EF4-FFF2-40B4-BE49-F238E27FC236}">
                <a16:creationId xmlns:a16="http://schemas.microsoft.com/office/drawing/2014/main" id="{4AE1F7D0-65DA-E8B6-EAA6-A6E8168E718E}"/>
              </a:ext>
            </a:extLst>
          </p:cNvPr>
          <p:cNvSpPr txBox="1"/>
          <p:nvPr/>
        </p:nvSpPr>
        <p:spPr>
          <a:xfrm>
            <a:off x="2207385" y="4543770"/>
            <a:ext cx="1215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 Issue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Information</a:t>
            </a:r>
          </a:p>
        </p:txBody>
      </p:sp>
      <p:cxnSp>
        <p:nvCxnSpPr>
          <p:cNvPr id="183" name="直接箭头连接符 90">
            <a:extLst>
              <a:ext uri="{FF2B5EF4-FFF2-40B4-BE49-F238E27FC236}">
                <a16:creationId xmlns:a16="http://schemas.microsoft.com/office/drawing/2014/main" id="{6F5E12EB-D938-EB57-7161-3D520986E237}"/>
              </a:ext>
            </a:extLst>
          </p:cNvPr>
          <p:cNvCxnSpPr>
            <a:cxnSpLocks/>
          </p:cNvCxnSpPr>
          <p:nvPr/>
        </p:nvCxnSpPr>
        <p:spPr>
          <a:xfrm>
            <a:off x="4504870" y="4472962"/>
            <a:ext cx="163066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文本框 184">
            <a:extLst>
              <a:ext uri="{FF2B5EF4-FFF2-40B4-BE49-F238E27FC236}">
                <a16:creationId xmlns:a16="http://schemas.microsoft.com/office/drawing/2014/main" id="{C7DA9ADF-62B0-B7A6-E9A4-D4E3CEC0B600}"/>
              </a:ext>
            </a:extLst>
          </p:cNvPr>
          <p:cNvSpPr txBox="1"/>
          <p:nvPr/>
        </p:nvSpPr>
        <p:spPr>
          <a:xfrm>
            <a:off x="9486996" y="3570430"/>
            <a:ext cx="1662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Result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1F3A3323-6131-FC15-F3DA-B3C85516EEA3}"/>
              </a:ext>
            </a:extLst>
          </p:cNvPr>
          <p:cNvSpPr txBox="1"/>
          <p:nvPr/>
        </p:nvSpPr>
        <p:spPr>
          <a:xfrm>
            <a:off x="9880713" y="3988730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4D0484FD-CE4B-F71B-FBC1-68B6FCE4EF72}"/>
              </a:ext>
            </a:extLst>
          </p:cNvPr>
          <p:cNvSpPr txBox="1"/>
          <p:nvPr/>
        </p:nvSpPr>
        <p:spPr>
          <a:xfrm>
            <a:off x="5645018" y="3569166"/>
            <a:ext cx="2089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Constructed Environment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1B9FA77C-6151-1D6F-358F-0DC5EE2FFAB3}"/>
              </a:ext>
            </a:extLst>
          </p:cNvPr>
          <p:cNvSpPr txBox="1"/>
          <p:nvPr/>
        </p:nvSpPr>
        <p:spPr>
          <a:xfrm>
            <a:off x="6114815" y="3988730"/>
            <a:ext cx="1123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Execution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Environment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2" name="直接箭头连接符 26">
            <a:extLst>
              <a:ext uri="{FF2B5EF4-FFF2-40B4-BE49-F238E27FC236}">
                <a16:creationId xmlns:a16="http://schemas.microsoft.com/office/drawing/2014/main" id="{17335828-7EBD-78F8-E173-62CF515AC269}"/>
              </a:ext>
            </a:extLst>
          </p:cNvPr>
          <p:cNvCxnSpPr>
            <a:cxnSpLocks/>
            <a:stCxn id="189" idx="3"/>
            <a:endCxn id="184" idx="1"/>
          </p:cNvCxnSpPr>
          <p:nvPr/>
        </p:nvCxnSpPr>
        <p:spPr>
          <a:xfrm>
            <a:off x="7174627" y="4522585"/>
            <a:ext cx="26848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文本框 194">
            <a:extLst>
              <a:ext uri="{FF2B5EF4-FFF2-40B4-BE49-F238E27FC236}">
                <a16:creationId xmlns:a16="http://schemas.microsoft.com/office/drawing/2014/main" id="{D0D1ED0F-CAF3-C32D-606C-6328BD63B1F2}"/>
              </a:ext>
            </a:extLst>
          </p:cNvPr>
          <p:cNvSpPr txBox="1"/>
          <p:nvPr/>
        </p:nvSpPr>
        <p:spPr>
          <a:xfrm>
            <a:off x="7463475" y="4156452"/>
            <a:ext cx="2332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Execution-based Verification</a:t>
            </a:r>
          </a:p>
        </p:txBody>
      </p:sp>
      <p:pic>
        <p:nvPicPr>
          <p:cNvPr id="199" name="图片 198">
            <a:extLst>
              <a:ext uri="{FF2B5EF4-FFF2-40B4-BE49-F238E27FC236}">
                <a16:creationId xmlns:a16="http://schemas.microsoft.com/office/drawing/2014/main" id="{09C8BC12-1DD6-A1C0-4BFF-03D22DFB344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19476" y="4665273"/>
            <a:ext cx="187971" cy="187971"/>
          </a:xfrm>
          <a:prstGeom prst="rect">
            <a:avLst/>
          </a:prstGeom>
        </p:spPr>
      </p:pic>
      <p:pic>
        <p:nvPicPr>
          <p:cNvPr id="201" name="图片 200">
            <a:extLst>
              <a:ext uri="{FF2B5EF4-FFF2-40B4-BE49-F238E27FC236}">
                <a16:creationId xmlns:a16="http://schemas.microsoft.com/office/drawing/2014/main" id="{9058289A-13A0-EBCB-4489-6109BCC6206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265527" y="4144539"/>
            <a:ext cx="296326" cy="296326"/>
          </a:xfrm>
          <a:prstGeom prst="rect">
            <a:avLst/>
          </a:prstGeom>
        </p:spPr>
      </p:pic>
      <p:sp>
        <p:nvSpPr>
          <p:cNvPr id="202" name="文本框 201">
            <a:extLst>
              <a:ext uri="{FF2B5EF4-FFF2-40B4-BE49-F238E27FC236}">
                <a16:creationId xmlns:a16="http://schemas.microsoft.com/office/drawing/2014/main" id="{D62CBC0D-0D4E-EA63-67B4-90764B68AC2B}"/>
              </a:ext>
            </a:extLst>
          </p:cNvPr>
          <p:cNvSpPr txBox="1"/>
          <p:nvPr/>
        </p:nvSpPr>
        <p:spPr>
          <a:xfrm>
            <a:off x="7410374" y="4634778"/>
            <a:ext cx="2428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Existing Tests from Fail to Pass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6" name="图片 205">
            <a:extLst>
              <a:ext uri="{FF2B5EF4-FFF2-40B4-BE49-F238E27FC236}">
                <a16:creationId xmlns:a16="http://schemas.microsoft.com/office/drawing/2014/main" id="{DDEF6DF6-D3B2-CB32-6B61-FBAB87488632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373702" y="4392817"/>
            <a:ext cx="608031" cy="608031"/>
          </a:xfrm>
          <a:prstGeom prst="rect">
            <a:avLst/>
          </a:prstGeom>
        </p:spPr>
      </p:pic>
      <p:pic>
        <p:nvPicPr>
          <p:cNvPr id="208" name="图片 207">
            <a:extLst>
              <a:ext uri="{FF2B5EF4-FFF2-40B4-BE49-F238E27FC236}">
                <a16:creationId xmlns:a16="http://schemas.microsoft.com/office/drawing/2014/main" id="{D03983B4-097D-41C7-1CB3-6DE369C4DFB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573662" y="4128560"/>
            <a:ext cx="272157" cy="272157"/>
          </a:xfrm>
          <a:prstGeom prst="rect">
            <a:avLst/>
          </a:prstGeom>
        </p:spPr>
      </p:pic>
      <p:sp>
        <p:nvSpPr>
          <p:cNvPr id="209" name="文本框 208">
            <a:extLst>
              <a:ext uri="{FF2B5EF4-FFF2-40B4-BE49-F238E27FC236}">
                <a16:creationId xmlns:a16="http://schemas.microsoft.com/office/drawing/2014/main" id="{4B425228-36BA-9207-0D26-7F14B1AA9694}"/>
              </a:ext>
            </a:extLst>
          </p:cNvPr>
          <p:cNvSpPr txBox="1"/>
          <p:nvPr/>
        </p:nvSpPr>
        <p:spPr>
          <a:xfrm>
            <a:off x="4772922" y="4135948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Constructing</a:t>
            </a:r>
          </a:p>
        </p:txBody>
      </p:sp>
      <p:pic>
        <p:nvPicPr>
          <p:cNvPr id="211" name="图片 210">
            <a:extLst>
              <a:ext uri="{FF2B5EF4-FFF2-40B4-BE49-F238E27FC236}">
                <a16:creationId xmlns:a16="http://schemas.microsoft.com/office/drawing/2014/main" id="{705EBEAE-DBEE-82A6-57C1-9817425F2961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492439" y="4533639"/>
            <a:ext cx="378138" cy="378138"/>
          </a:xfrm>
          <a:prstGeom prst="rect">
            <a:avLst/>
          </a:prstGeom>
        </p:spPr>
      </p:pic>
      <p:sp>
        <p:nvSpPr>
          <p:cNvPr id="212" name="文本框 211">
            <a:extLst>
              <a:ext uri="{FF2B5EF4-FFF2-40B4-BE49-F238E27FC236}">
                <a16:creationId xmlns:a16="http://schemas.microsoft.com/office/drawing/2014/main" id="{880CED5C-ACFC-A5AB-DF76-5BC1A1100A94}"/>
              </a:ext>
            </a:extLst>
          </p:cNvPr>
          <p:cNvSpPr txBox="1"/>
          <p:nvPr/>
        </p:nvSpPr>
        <p:spPr>
          <a:xfrm>
            <a:off x="4733679" y="4517532"/>
            <a:ext cx="1430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Reading Repos' Documents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0474637C-64C4-FED4-5B1E-7AFA3EE39AEA}"/>
              </a:ext>
            </a:extLst>
          </p:cNvPr>
          <p:cNvSpPr txBox="1"/>
          <p:nvPr/>
        </p:nvSpPr>
        <p:spPr>
          <a:xfrm>
            <a:off x="1166020" y="112256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 Language and Repository Selection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5A263EAC-0171-1CEB-7B36-C3FE6D3204E6}"/>
              </a:ext>
            </a:extLst>
          </p:cNvPr>
          <p:cNvSpPr txBox="1"/>
          <p:nvPr/>
        </p:nvSpPr>
        <p:spPr>
          <a:xfrm>
            <a:off x="6018842" y="1151655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 Pull Request Data Collection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74CB04C8-8777-4672-0175-E1CECA589891}"/>
              </a:ext>
            </a:extLst>
          </p:cNvPr>
          <p:cNvSpPr txBox="1"/>
          <p:nvPr/>
        </p:nvSpPr>
        <p:spPr>
          <a:xfrm>
            <a:off x="598745" y="3104036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(c) Task Instance Construction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3AA12B1B-220D-32BE-8522-5352648044C0}"/>
              </a:ext>
            </a:extLst>
          </p:cNvPr>
          <p:cNvSpPr txBox="1"/>
          <p:nvPr/>
        </p:nvSpPr>
        <p:spPr>
          <a:xfrm>
            <a:off x="5981379" y="313034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(d) Execution-Based Verification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3644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234F4-E6AB-071E-675A-60EFEEAA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: 圆角 5">
            <a:extLst>
              <a:ext uri="{FF2B5EF4-FFF2-40B4-BE49-F238E27FC236}">
                <a16:creationId xmlns:a16="http://schemas.microsoft.com/office/drawing/2014/main" id="{22F74B05-AF4E-B1EE-B4DF-984A1645C103}"/>
              </a:ext>
            </a:extLst>
          </p:cNvPr>
          <p:cNvSpPr/>
          <p:nvPr/>
        </p:nvSpPr>
        <p:spPr>
          <a:xfrm>
            <a:off x="504041" y="1040525"/>
            <a:ext cx="11074314" cy="4162096"/>
          </a:xfrm>
          <a:prstGeom prst="roundRect">
            <a:avLst>
              <a:gd name="adj" fmla="val 5285"/>
            </a:avLst>
          </a:prstGeom>
          <a:solidFill>
            <a:srgbClr val="835CC6">
              <a:alpha val="0"/>
            </a:srgbClr>
          </a:solidFill>
          <a:ln w="19050">
            <a:solidFill>
              <a:srgbClr val="835CC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4" name="圆角矩形 183">
            <a:extLst>
              <a:ext uri="{FF2B5EF4-FFF2-40B4-BE49-F238E27FC236}">
                <a16:creationId xmlns:a16="http://schemas.microsoft.com/office/drawing/2014/main" id="{C69025A6-6F7A-1D11-C4F2-44587E166806}"/>
              </a:ext>
            </a:extLst>
          </p:cNvPr>
          <p:cNvSpPr/>
          <p:nvPr/>
        </p:nvSpPr>
        <p:spPr>
          <a:xfrm>
            <a:off x="9859445" y="3956495"/>
            <a:ext cx="917457" cy="1132179"/>
          </a:xfrm>
          <a:prstGeom prst="roundRect">
            <a:avLst>
              <a:gd name="adj" fmla="val 7201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9" name="圆角矩形 188">
            <a:extLst>
              <a:ext uri="{FF2B5EF4-FFF2-40B4-BE49-F238E27FC236}">
                <a16:creationId xmlns:a16="http://schemas.microsoft.com/office/drawing/2014/main" id="{33BDE5B7-DD03-9D9F-6DFC-EF1675FA5467}"/>
              </a:ext>
            </a:extLst>
          </p:cNvPr>
          <p:cNvSpPr/>
          <p:nvPr/>
        </p:nvSpPr>
        <p:spPr>
          <a:xfrm>
            <a:off x="6183297" y="3956495"/>
            <a:ext cx="991330" cy="1132179"/>
          </a:xfrm>
          <a:prstGeom prst="roundRect">
            <a:avLst>
              <a:gd name="adj" fmla="val 1435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1" name="圆角矩形 170">
            <a:extLst>
              <a:ext uri="{FF2B5EF4-FFF2-40B4-BE49-F238E27FC236}">
                <a16:creationId xmlns:a16="http://schemas.microsoft.com/office/drawing/2014/main" id="{BFEAEC57-F84A-AFFE-DB37-AD9C9D1B6621}"/>
              </a:ext>
            </a:extLst>
          </p:cNvPr>
          <p:cNvSpPr/>
          <p:nvPr/>
        </p:nvSpPr>
        <p:spPr>
          <a:xfrm>
            <a:off x="3522891" y="3931884"/>
            <a:ext cx="917457" cy="1132179"/>
          </a:xfrm>
          <a:prstGeom prst="roundRect">
            <a:avLst>
              <a:gd name="adj" fmla="val 8192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4" name="圆角矩形 163">
            <a:extLst>
              <a:ext uri="{FF2B5EF4-FFF2-40B4-BE49-F238E27FC236}">
                <a16:creationId xmlns:a16="http://schemas.microsoft.com/office/drawing/2014/main" id="{7D5E5E5A-F0F6-76EF-07CD-E43FD826B60D}"/>
              </a:ext>
            </a:extLst>
          </p:cNvPr>
          <p:cNvSpPr/>
          <p:nvPr/>
        </p:nvSpPr>
        <p:spPr>
          <a:xfrm>
            <a:off x="1260700" y="3906873"/>
            <a:ext cx="917457" cy="1132179"/>
          </a:xfrm>
          <a:prstGeom prst="roundRect">
            <a:avLst>
              <a:gd name="adj" fmla="val 8080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7" name="圆角矩形 146">
            <a:extLst>
              <a:ext uri="{FF2B5EF4-FFF2-40B4-BE49-F238E27FC236}">
                <a16:creationId xmlns:a16="http://schemas.microsoft.com/office/drawing/2014/main" id="{F7DBA315-201E-198A-D0DB-7015CC2C17E7}"/>
              </a:ext>
            </a:extLst>
          </p:cNvPr>
          <p:cNvSpPr/>
          <p:nvPr/>
        </p:nvSpPr>
        <p:spPr>
          <a:xfrm>
            <a:off x="10137271" y="1885788"/>
            <a:ext cx="917457" cy="1132179"/>
          </a:xfrm>
          <a:prstGeom prst="roundRect">
            <a:avLst>
              <a:gd name="adj" fmla="val 9187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圆角矩形 123">
            <a:extLst>
              <a:ext uri="{FF2B5EF4-FFF2-40B4-BE49-F238E27FC236}">
                <a16:creationId xmlns:a16="http://schemas.microsoft.com/office/drawing/2014/main" id="{DE9EF385-3A80-8FF9-462F-8F65E2F3CEA4}"/>
              </a:ext>
            </a:extLst>
          </p:cNvPr>
          <p:cNvSpPr/>
          <p:nvPr/>
        </p:nvSpPr>
        <p:spPr>
          <a:xfrm>
            <a:off x="7349799" y="1871195"/>
            <a:ext cx="917457" cy="1132179"/>
          </a:xfrm>
          <a:prstGeom prst="roundRect">
            <a:avLst>
              <a:gd name="adj" fmla="val 9018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4" name="圆角矩形 113">
            <a:extLst>
              <a:ext uri="{FF2B5EF4-FFF2-40B4-BE49-F238E27FC236}">
                <a16:creationId xmlns:a16="http://schemas.microsoft.com/office/drawing/2014/main" id="{A0EECE09-21C0-1C7D-9650-4AE59DBBA232}"/>
              </a:ext>
            </a:extLst>
          </p:cNvPr>
          <p:cNvSpPr/>
          <p:nvPr/>
        </p:nvSpPr>
        <p:spPr>
          <a:xfrm>
            <a:off x="5186290" y="1870370"/>
            <a:ext cx="917457" cy="1132179"/>
          </a:xfrm>
          <a:prstGeom prst="roundRect">
            <a:avLst>
              <a:gd name="adj" fmla="val 8143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圆角矩形 103">
            <a:extLst>
              <a:ext uri="{FF2B5EF4-FFF2-40B4-BE49-F238E27FC236}">
                <a16:creationId xmlns:a16="http://schemas.microsoft.com/office/drawing/2014/main" id="{48F42EEC-066D-41B6-E0D9-ADAC05DE8594}"/>
              </a:ext>
            </a:extLst>
          </p:cNvPr>
          <p:cNvSpPr/>
          <p:nvPr/>
        </p:nvSpPr>
        <p:spPr>
          <a:xfrm>
            <a:off x="3078486" y="1873357"/>
            <a:ext cx="917457" cy="1132179"/>
          </a:xfrm>
          <a:prstGeom prst="roundRect">
            <a:avLst>
              <a:gd name="adj" fmla="val 8275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CE97D5C0-FDCB-4BBD-5864-D6382CD393EC}"/>
              </a:ext>
            </a:extLst>
          </p:cNvPr>
          <p:cNvSpPr/>
          <p:nvPr/>
        </p:nvSpPr>
        <p:spPr>
          <a:xfrm>
            <a:off x="879501" y="1873357"/>
            <a:ext cx="917457" cy="1132179"/>
          </a:xfrm>
          <a:prstGeom prst="roundRect">
            <a:avLst>
              <a:gd name="adj" fmla="val 9303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B118B5C-624D-B401-532F-F9DD934124E2}"/>
              </a:ext>
            </a:extLst>
          </p:cNvPr>
          <p:cNvSpPr txBox="1"/>
          <p:nvPr/>
        </p:nvSpPr>
        <p:spPr>
          <a:xfrm>
            <a:off x="1970915" y="2102020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pic>
        <p:nvPicPr>
          <p:cNvPr id="46" name="图形 45">
            <a:extLst>
              <a:ext uri="{FF2B5EF4-FFF2-40B4-BE49-F238E27FC236}">
                <a16:creationId xmlns:a16="http://schemas.microsoft.com/office/drawing/2014/main" id="{FE7E11DF-C47B-E59F-EE12-49BD66915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0689" y="2269732"/>
            <a:ext cx="568508" cy="557362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08AF9640-89C9-1C45-FA8E-C81A46BE3CB9}"/>
              </a:ext>
            </a:extLst>
          </p:cNvPr>
          <p:cNvSpPr txBox="1"/>
          <p:nvPr/>
        </p:nvSpPr>
        <p:spPr>
          <a:xfrm>
            <a:off x="2734357" y="1563309"/>
            <a:ext cx="1615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Candidate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9" name="图形 58">
            <a:extLst>
              <a:ext uri="{FF2B5EF4-FFF2-40B4-BE49-F238E27FC236}">
                <a16:creationId xmlns:a16="http://schemas.microsoft.com/office/drawing/2014/main" id="{A2112ED1-295A-C376-B6BE-9B82C5936F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8339" y="2250554"/>
            <a:ext cx="622327" cy="610125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2C0F88C7-D3E1-354A-ED38-91E38BCFCF30}"/>
              </a:ext>
            </a:extLst>
          </p:cNvPr>
          <p:cNvSpPr txBox="1"/>
          <p:nvPr/>
        </p:nvSpPr>
        <p:spPr>
          <a:xfrm>
            <a:off x="4853827" y="1569254"/>
            <a:ext cx="15717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Target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2" name="图形 61">
            <a:extLst>
              <a:ext uri="{FF2B5EF4-FFF2-40B4-BE49-F238E27FC236}">
                <a16:creationId xmlns:a16="http://schemas.microsoft.com/office/drawing/2014/main" id="{85DB025C-B920-5A7F-935F-0B3C968177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3083" y="2073404"/>
            <a:ext cx="279953" cy="279953"/>
          </a:xfrm>
          <a:prstGeom prst="rect">
            <a:avLst/>
          </a:prstGeom>
        </p:spPr>
      </p:pic>
      <p:cxnSp>
        <p:nvCxnSpPr>
          <p:cNvPr id="74" name="直接箭头连接符 90">
            <a:extLst>
              <a:ext uri="{FF2B5EF4-FFF2-40B4-BE49-F238E27FC236}">
                <a16:creationId xmlns:a16="http://schemas.microsoft.com/office/drawing/2014/main" id="{232F10B3-1639-A36F-A660-BDD4AC277168}"/>
              </a:ext>
            </a:extLst>
          </p:cNvPr>
          <p:cNvCxnSpPr>
            <a:cxnSpLocks/>
            <a:stCxn id="85" idx="3"/>
            <a:endCxn id="104" idx="1"/>
          </p:cNvCxnSpPr>
          <p:nvPr/>
        </p:nvCxnSpPr>
        <p:spPr>
          <a:xfrm>
            <a:off x="1796958" y="2439447"/>
            <a:ext cx="12815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图片 77">
            <a:extLst>
              <a:ext uri="{FF2B5EF4-FFF2-40B4-BE49-F238E27FC236}">
                <a16:creationId xmlns:a16="http://schemas.microsoft.com/office/drawing/2014/main" id="{DD277D8D-A08D-1D26-2BF0-C4BD0C9736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6653" y="2213304"/>
            <a:ext cx="330554" cy="330554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94E337F3-BB60-428E-FB6D-51A4949CE1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988" y="2560801"/>
            <a:ext cx="398174" cy="398174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7C190858-4A93-3021-EF1A-4233659EF7A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8308" y="2191293"/>
            <a:ext cx="358823" cy="358823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B276CB9E-5847-1119-E861-B62FA7DFD2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489" y="2590990"/>
            <a:ext cx="358824" cy="358824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23D8B8AB-E0D3-012D-3B7B-EEAFAD8537EF}"/>
              </a:ext>
            </a:extLst>
          </p:cNvPr>
          <p:cNvSpPr txBox="1"/>
          <p:nvPr/>
        </p:nvSpPr>
        <p:spPr>
          <a:xfrm>
            <a:off x="717822" y="187119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4 used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BC6FFC96-BBEC-4581-5863-592C67E3874C}"/>
              </a:ext>
            </a:extLst>
          </p:cNvPr>
          <p:cNvSpPr txBox="1"/>
          <p:nvPr/>
        </p:nvSpPr>
        <p:spPr>
          <a:xfrm>
            <a:off x="613645" y="1551084"/>
            <a:ext cx="1675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Selected Languages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3" name="图形 92">
            <a:extLst>
              <a:ext uri="{FF2B5EF4-FFF2-40B4-BE49-F238E27FC236}">
                <a16:creationId xmlns:a16="http://schemas.microsoft.com/office/drawing/2014/main" id="{BB28ED9B-5B30-767D-A66B-70F0A50C322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53158" y="2639169"/>
            <a:ext cx="510164" cy="510164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828AD257-EAE1-ACA1-8546-8BA5910D152F}"/>
              </a:ext>
            </a:extLst>
          </p:cNvPr>
          <p:cNvSpPr txBox="1"/>
          <p:nvPr/>
        </p:nvSpPr>
        <p:spPr>
          <a:xfrm>
            <a:off x="2510307" y="1948567"/>
            <a:ext cx="2063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200 </a:t>
            </a:r>
          </a:p>
        </p:txBody>
      </p:sp>
      <p:pic>
        <p:nvPicPr>
          <p:cNvPr id="96" name="图形 95">
            <a:extLst>
              <a:ext uri="{FF2B5EF4-FFF2-40B4-BE49-F238E27FC236}">
                <a16:creationId xmlns:a16="http://schemas.microsoft.com/office/drawing/2014/main" id="{8663F395-D042-05FE-29A9-CBB16758793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5763" y="2576769"/>
            <a:ext cx="277000" cy="277000"/>
          </a:xfrm>
          <a:prstGeom prst="rect">
            <a:avLst/>
          </a:prstGeom>
        </p:spPr>
      </p:pic>
      <p:pic>
        <p:nvPicPr>
          <p:cNvPr id="98" name="图形 97">
            <a:extLst>
              <a:ext uri="{FF2B5EF4-FFF2-40B4-BE49-F238E27FC236}">
                <a16:creationId xmlns:a16="http://schemas.microsoft.com/office/drawing/2014/main" id="{E865724A-B268-6672-63A6-46FD49D2E05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064338" y="2588225"/>
            <a:ext cx="259922" cy="259922"/>
          </a:xfrm>
          <a:prstGeom prst="rect">
            <a:avLst/>
          </a:prstGeom>
        </p:spPr>
      </p:pic>
      <p:sp>
        <p:nvSpPr>
          <p:cNvPr id="103" name="圆角矩形 102">
            <a:extLst>
              <a:ext uri="{FF2B5EF4-FFF2-40B4-BE49-F238E27FC236}">
                <a16:creationId xmlns:a16="http://schemas.microsoft.com/office/drawing/2014/main" id="{11AE1AA3-71B9-6AAE-8392-82D9DB0B5F2F}"/>
              </a:ext>
            </a:extLst>
          </p:cNvPr>
          <p:cNvSpPr/>
          <p:nvPr/>
        </p:nvSpPr>
        <p:spPr>
          <a:xfrm>
            <a:off x="1995021" y="2568455"/>
            <a:ext cx="839861" cy="437081"/>
          </a:xfrm>
          <a:prstGeom prst="roundRect">
            <a:avLst>
              <a:gd name="adj" fmla="val 1435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20382BBF-ADE9-5F86-9FBF-6220A9C5B54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46505" y="2080482"/>
            <a:ext cx="272876" cy="272876"/>
          </a:xfrm>
          <a:prstGeom prst="rect">
            <a:avLst/>
          </a:prstGeom>
        </p:spPr>
      </p:pic>
      <p:cxnSp>
        <p:nvCxnSpPr>
          <p:cNvPr id="109" name="直接箭头连接符 90">
            <a:extLst>
              <a:ext uri="{FF2B5EF4-FFF2-40B4-BE49-F238E27FC236}">
                <a16:creationId xmlns:a16="http://schemas.microsoft.com/office/drawing/2014/main" id="{1EC54974-6659-BAAC-364A-9A0A5EAC22CC}"/>
              </a:ext>
            </a:extLst>
          </p:cNvPr>
          <p:cNvCxnSpPr>
            <a:cxnSpLocks/>
          </p:cNvCxnSpPr>
          <p:nvPr/>
        </p:nvCxnSpPr>
        <p:spPr>
          <a:xfrm flipV="1">
            <a:off x="4007964" y="2439446"/>
            <a:ext cx="1186562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32955425-45E5-868F-83F6-4ABE5BF906F0}"/>
              </a:ext>
            </a:extLst>
          </p:cNvPr>
          <p:cNvSpPr txBox="1"/>
          <p:nvPr/>
        </p:nvSpPr>
        <p:spPr>
          <a:xfrm>
            <a:off x="4145274" y="209370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5102941B-604E-22B9-63A7-7ED3BCA90EC8}"/>
              </a:ext>
            </a:extLst>
          </p:cNvPr>
          <p:cNvSpPr txBox="1"/>
          <p:nvPr/>
        </p:nvSpPr>
        <p:spPr>
          <a:xfrm>
            <a:off x="3913457" y="2529054"/>
            <a:ext cx="1383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Different </a:t>
            </a:r>
          </a:p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Domains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C4EE99ED-55E7-020E-C2D2-20D06B9CD0F2}"/>
              </a:ext>
            </a:extLst>
          </p:cNvPr>
          <p:cNvSpPr txBox="1"/>
          <p:nvPr/>
        </p:nvSpPr>
        <p:spPr>
          <a:xfrm>
            <a:off x="4604060" y="1912756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AC59B042-E777-7D80-564B-7BC8CA914C4B}"/>
              </a:ext>
            </a:extLst>
          </p:cNvPr>
          <p:cNvSpPr txBox="1"/>
          <p:nvPr/>
        </p:nvSpPr>
        <p:spPr>
          <a:xfrm>
            <a:off x="5194526" y="1959579"/>
            <a:ext cx="909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8" name="直接箭头连接符 26">
            <a:extLst>
              <a:ext uri="{FF2B5EF4-FFF2-40B4-BE49-F238E27FC236}">
                <a16:creationId xmlns:a16="http://schemas.microsoft.com/office/drawing/2014/main" id="{18EC510E-29EC-FCC2-ED3C-3AA67E7853B8}"/>
              </a:ext>
            </a:extLst>
          </p:cNvPr>
          <p:cNvCxnSpPr>
            <a:cxnSpLocks/>
            <a:stCxn id="114" idx="3"/>
            <a:endCxn id="124" idx="1"/>
          </p:cNvCxnSpPr>
          <p:nvPr/>
        </p:nvCxnSpPr>
        <p:spPr>
          <a:xfrm>
            <a:off x="6103747" y="2436460"/>
            <a:ext cx="1246052" cy="8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图形 118">
            <a:extLst>
              <a:ext uri="{FF2B5EF4-FFF2-40B4-BE49-F238E27FC236}">
                <a16:creationId xmlns:a16="http://schemas.microsoft.com/office/drawing/2014/main" id="{848AC65E-6A0A-C8F2-E6A3-502B186E89B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177933" y="2079213"/>
            <a:ext cx="270012" cy="270012"/>
          </a:xfrm>
          <a:prstGeom prst="rect">
            <a:avLst/>
          </a:prstGeom>
        </p:spPr>
      </p:pic>
      <p:pic>
        <p:nvPicPr>
          <p:cNvPr id="122" name="图形 121">
            <a:extLst>
              <a:ext uri="{FF2B5EF4-FFF2-40B4-BE49-F238E27FC236}">
                <a16:creationId xmlns:a16="http://schemas.microsoft.com/office/drawing/2014/main" id="{3BE82647-583B-81B5-E24C-DC026BF68E6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569874" y="2353516"/>
            <a:ext cx="560724" cy="560724"/>
          </a:xfrm>
          <a:prstGeom prst="rect">
            <a:avLst/>
          </a:prstGeom>
        </p:spPr>
      </p:pic>
      <p:sp>
        <p:nvSpPr>
          <p:cNvPr id="125" name="文本框 124">
            <a:extLst>
              <a:ext uri="{FF2B5EF4-FFF2-40B4-BE49-F238E27FC236}">
                <a16:creationId xmlns:a16="http://schemas.microsoft.com/office/drawing/2014/main" id="{0772545E-2DF5-BC56-801F-6E279D6AC60F}"/>
              </a:ext>
            </a:extLst>
          </p:cNvPr>
          <p:cNvSpPr txBox="1"/>
          <p:nvPr/>
        </p:nvSpPr>
        <p:spPr>
          <a:xfrm>
            <a:off x="6264061" y="209775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219B30FA-715B-0E3D-A3E6-C7FDB71CFB48}"/>
              </a:ext>
            </a:extLst>
          </p:cNvPr>
          <p:cNvSpPr txBox="1"/>
          <p:nvPr/>
        </p:nvSpPr>
        <p:spPr>
          <a:xfrm>
            <a:off x="6102829" y="2529055"/>
            <a:ext cx="1246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GitHub API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EE4FE6F8-C668-909C-380F-2EDE1B3CFD36}"/>
              </a:ext>
            </a:extLst>
          </p:cNvPr>
          <p:cNvSpPr txBox="1"/>
          <p:nvPr/>
        </p:nvSpPr>
        <p:spPr>
          <a:xfrm>
            <a:off x="7238544" y="1566505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Raw PRs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EF05751D-CE7E-8A03-4F77-EC73D75B7289}"/>
              </a:ext>
            </a:extLst>
          </p:cNvPr>
          <p:cNvSpPr txBox="1"/>
          <p:nvPr/>
        </p:nvSpPr>
        <p:spPr>
          <a:xfrm>
            <a:off x="7348882" y="1892798"/>
            <a:ext cx="917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5" name="直接箭头连接符 26">
            <a:extLst>
              <a:ext uri="{FF2B5EF4-FFF2-40B4-BE49-F238E27FC236}">
                <a16:creationId xmlns:a16="http://schemas.microsoft.com/office/drawing/2014/main" id="{548DD1A7-2578-01F9-74F2-363D1C52354E}"/>
              </a:ext>
            </a:extLst>
          </p:cNvPr>
          <p:cNvCxnSpPr>
            <a:cxnSpLocks/>
          </p:cNvCxnSpPr>
          <p:nvPr/>
        </p:nvCxnSpPr>
        <p:spPr>
          <a:xfrm>
            <a:off x="8318622" y="2430030"/>
            <a:ext cx="1839917" cy="64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7" name="图形 136">
            <a:extLst>
              <a:ext uri="{FF2B5EF4-FFF2-40B4-BE49-F238E27FC236}">
                <a16:creationId xmlns:a16="http://schemas.microsoft.com/office/drawing/2014/main" id="{16A4ED03-C5BE-5866-275C-546BC8C9A90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388302" y="2059220"/>
            <a:ext cx="279953" cy="279953"/>
          </a:xfrm>
          <a:prstGeom prst="rect">
            <a:avLst/>
          </a:prstGeom>
        </p:spPr>
      </p:pic>
      <p:sp>
        <p:nvSpPr>
          <p:cNvPr id="138" name="文本框 137">
            <a:extLst>
              <a:ext uri="{FF2B5EF4-FFF2-40B4-BE49-F238E27FC236}">
                <a16:creationId xmlns:a16="http://schemas.microsoft.com/office/drawing/2014/main" id="{E9F2B354-0AF9-22E3-6DC9-D3528C13BAA3}"/>
              </a:ext>
            </a:extLst>
          </p:cNvPr>
          <p:cNvSpPr txBox="1"/>
          <p:nvPr/>
        </p:nvSpPr>
        <p:spPr>
          <a:xfrm>
            <a:off x="8482998" y="2072226"/>
            <a:ext cx="1735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Attribute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E72E0923-E967-FC91-1C71-9B7CE325F56C}"/>
              </a:ext>
            </a:extLst>
          </p:cNvPr>
          <p:cNvSpPr txBox="1"/>
          <p:nvPr/>
        </p:nvSpPr>
        <p:spPr>
          <a:xfrm>
            <a:off x="8424936" y="2493403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Related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Issues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334A347E-68EB-67D1-676B-1647ACDDF2B7}"/>
              </a:ext>
            </a:extLst>
          </p:cNvPr>
          <p:cNvSpPr txBox="1"/>
          <p:nvPr/>
        </p:nvSpPr>
        <p:spPr>
          <a:xfrm>
            <a:off x="8442421" y="2755752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Changed Tests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4" name="图片 143">
            <a:extLst>
              <a:ext uri="{FF2B5EF4-FFF2-40B4-BE49-F238E27FC236}">
                <a16:creationId xmlns:a16="http://schemas.microsoft.com/office/drawing/2014/main" id="{7D608BF6-F4F2-7D85-70F9-F8602B35485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95270" y="2520483"/>
            <a:ext cx="189719" cy="189719"/>
          </a:xfrm>
          <a:prstGeom prst="rect">
            <a:avLst/>
          </a:prstGeom>
        </p:spPr>
      </p:pic>
      <p:pic>
        <p:nvPicPr>
          <p:cNvPr id="145" name="图片 144">
            <a:extLst>
              <a:ext uri="{FF2B5EF4-FFF2-40B4-BE49-F238E27FC236}">
                <a16:creationId xmlns:a16="http://schemas.microsoft.com/office/drawing/2014/main" id="{8CDA2CBC-0985-23A9-4DF5-FFD21250AEF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95270" y="2767951"/>
            <a:ext cx="187971" cy="187971"/>
          </a:xfrm>
          <a:prstGeom prst="rect">
            <a:avLst/>
          </a:prstGeom>
        </p:spPr>
      </p:pic>
      <p:sp>
        <p:nvSpPr>
          <p:cNvPr id="148" name="文本框 147">
            <a:extLst>
              <a:ext uri="{FF2B5EF4-FFF2-40B4-BE49-F238E27FC236}">
                <a16:creationId xmlns:a16="http://schemas.microsoft.com/office/drawing/2014/main" id="{89BD9424-0A7C-A238-B789-5261D0EE277D}"/>
              </a:ext>
            </a:extLst>
          </p:cNvPr>
          <p:cNvSpPr txBox="1"/>
          <p:nvPr/>
        </p:nvSpPr>
        <p:spPr>
          <a:xfrm>
            <a:off x="10021120" y="1569089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PRs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9" name="图形 148">
            <a:extLst>
              <a:ext uri="{FF2B5EF4-FFF2-40B4-BE49-F238E27FC236}">
                <a16:creationId xmlns:a16="http://schemas.microsoft.com/office/drawing/2014/main" id="{99519E9E-CFF8-5DBE-79B5-6F023F20CF1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331049" y="2360395"/>
            <a:ext cx="576923" cy="576923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538F9650-DF13-EF95-AAC3-D2C4E0232D92}"/>
              </a:ext>
            </a:extLst>
          </p:cNvPr>
          <p:cNvSpPr txBox="1"/>
          <p:nvPr/>
        </p:nvSpPr>
        <p:spPr>
          <a:xfrm>
            <a:off x="10158539" y="1918023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C6AAF195-789D-ED1E-B52B-9B29ED01209B}"/>
              </a:ext>
            </a:extLst>
          </p:cNvPr>
          <p:cNvSpPr txBox="1"/>
          <p:nvPr/>
        </p:nvSpPr>
        <p:spPr>
          <a:xfrm>
            <a:off x="1138953" y="3564148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PRs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6" name="图形 165">
            <a:extLst>
              <a:ext uri="{FF2B5EF4-FFF2-40B4-BE49-F238E27FC236}">
                <a16:creationId xmlns:a16="http://schemas.microsoft.com/office/drawing/2014/main" id="{6E281625-7086-0930-A172-5484FA25442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427013" y="4357105"/>
            <a:ext cx="586453" cy="586453"/>
          </a:xfrm>
          <a:prstGeom prst="rect">
            <a:avLst/>
          </a:prstGeom>
        </p:spPr>
      </p:pic>
      <p:sp>
        <p:nvSpPr>
          <p:cNvPr id="167" name="文本框 166">
            <a:extLst>
              <a:ext uri="{FF2B5EF4-FFF2-40B4-BE49-F238E27FC236}">
                <a16:creationId xmlns:a16="http://schemas.microsoft.com/office/drawing/2014/main" id="{59C31A33-EC36-658D-AE46-93A163B9D826}"/>
              </a:ext>
            </a:extLst>
          </p:cNvPr>
          <p:cNvSpPr txBox="1"/>
          <p:nvPr/>
        </p:nvSpPr>
        <p:spPr>
          <a:xfrm>
            <a:off x="1281969" y="3939108"/>
            <a:ext cx="88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0" name="直接箭头连接符 90">
            <a:extLst>
              <a:ext uri="{FF2B5EF4-FFF2-40B4-BE49-F238E27FC236}">
                <a16:creationId xmlns:a16="http://schemas.microsoft.com/office/drawing/2014/main" id="{54F7E591-7685-C0C3-30DA-42A9B2B77BB7}"/>
              </a:ext>
            </a:extLst>
          </p:cNvPr>
          <p:cNvCxnSpPr>
            <a:cxnSpLocks/>
          </p:cNvCxnSpPr>
          <p:nvPr/>
        </p:nvCxnSpPr>
        <p:spPr>
          <a:xfrm>
            <a:off x="2206395" y="4472962"/>
            <a:ext cx="12815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>
            <a:extLst>
              <a:ext uri="{FF2B5EF4-FFF2-40B4-BE49-F238E27FC236}">
                <a16:creationId xmlns:a16="http://schemas.microsoft.com/office/drawing/2014/main" id="{AB917936-D92A-BD8B-67AB-CD176BB70967}"/>
              </a:ext>
            </a:extLst>
          </p:cNvPr>
          <p:cNvSpPr txBox="1"/>
          <p:nvPr/>
        </p:nvSpPr>
        <p:spPr>
          <a:xfrm>
            <a:off x="3267357" y="3563003"/>
            <a:ext cx="1520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Built 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347238C6-F435-7B20-2265-495EBBA4FA97}"/>
              </a:ext>
            </a:extLst>
          </p:cNvPr>
          <p:cNvSpPr txBox="1"/>
          <p:nvPr/>
        </p:nvSpPr>
        <p:spPr>
          <a:xfrm>
            <a:off x="3544159" y="3964119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937887DE-8DED-BBC7-489A-DED3F2600BAC}"/>
              </a:ext>
            </a:extLst>
          </p:cNvPr>
          <p:cNvSpPr txBox="1"/>
          <p:nvPr/>
        </p:nvSpPr>
        <p:spPr>
          <a:xfrm>
            <a:off x="2392518" y="4115818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Extracting</a:t>
            </a:r>
          </a:p>
        </p:txBody>
      </p:sp>
      <p:pic>
        <p:nvPicPr>
          <p:cNvPr id="177" name="图片 176">
            <a:extLst>
              <a:ext uri="{FF2B5EF4-FFF2-40B4-BE49-F238E27FC236}">
                <a16:creationId xmlns:a16="http://schemas.microsoft.com/office/drawing/2014/main" id="{1BA49605-92C9-840C-96ED-65B7DC7B79C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310355" y="4115818"/>
            <a:ext cx="286337" cy="286337"/>
          </a:xfrm>
          <a:prstGeom prst="rect">
            <a:avLst/>
          </a:prstGeom>
        </p:spPr>
      </p:pic>
      <p:pic>
        <p:nvPicPr>
          <p:cNvPr id="179" name="图片 178">
            <a:extLst>
              <a:ext uri="{FF2B5EF4-FFF2-40B4-BE49-F238E27FC236}">
                <a16:creationId xmlns:a16="http://schemas.microsoft.com/office/drawing/2014/main" id="{80EFA874-9328-8DF4-6941-4CD8C323AC7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072518" y="4450395"/>
            <a:ext cx="491310" cy="491310"/>
          </a:xfrm>
          <a:prstGeom prst="rect">
            <a:avLst/>
          </a:prstGeom>
        </p:spPr>
      </p:pic>
      <p:pic>
        <p:nvPicPr>
          <p:cNvPr id="181" name="图片 180">
            <a:extLst>
              <a:ext uri="{FF2B5EF4-FFF2-40B4-BE49-F238E27FC236}">
                <a16:creationId xmlns:a16="http://schemas.microsoft.com/office/drawing/2014/main" id="{75C7E1FA-B665-8976-CC50-00CF1196402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717661" y="4400718"/>
            <a:ext cx="542840" cy="542840"/>
          </a:xfrm>
          <a:prstGeom prst="rect">
            <a:avLst/>
          </a:prstGeom>
        </p:spPr>
      </p:pic>
      <p:sp>
        <p:nvSpPr>
          <p:cNvPr id="182" name="文本框 181">
            <a:extLst>
              <a:ext uri="{FF2B5EF4-FFF2-40B4-BE49-F238E27FC236}">
                <a16:creationId xmlns:a16="http://schemas.microsoft.com/office/drawing/2014/main" id="{4AE1F7D0-65DA-E8B6-EAA6-A6E8168E718E}"/>
              </a:ext>
            </a:extLst>
          </p:cNvPr>
          <p:cNvSpPr txBox="1"/>
          <p:nvPr/>
        </p:nvSpPr>
        <p:spPr>
          <a:xfrm>
            <a:off x="2207385" y="4543770"/>
            <a:ext cx="1215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 Issue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Information</a:t>
            </a:r>
          </a:p>
        </p:txBody>
      </p:sp>
      <p:cxnSp>
        <p:nvCxnSpPr>
          <p:cNvPr id="183" name="直接箭头连接符 90">
            <a:extLst>
              <a:ext uri="{FF2B5EF4-FFF2-40B4-BE49-F238E27FC236}">
                <a16:creationId xmlns:a16="http://schemas.microsoft.com/office/drawing/2014/main" id="{6F5E12EB-D938-EB57-7161-3D520986E237}"/>
              </a:ext>
            </a:extLst>
          </p:cNvPr>
          <p:cNvCxnSpPr>
            <a:cxnSpLocks/>
          </p:cNvCxnSpPr>
          <p:nvPr/>
        </p:nvCxnSpPr>
        <p:spPr>
          <a:xfrm>
            <a:off x="4504870" y="4472962"/>
            <a:ext cx="163066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文本框 184">
            <a:extLst>
              <a:ext uri="{FF2B5EF4-FFF2-40B4-BE49-F238E27FC236}">
                <a16:creationId xmlns:a16="http://schemas.microsoft.com/office/drawing/2014/main" id="{C7DA9ADF-62B0-B7A6-E9A4-D4E3CEC0B600}"/>
              </a:ext>
            </a:extLst>
          </p:cNvPr>
          <p:cNvSpPr txBox="1"/>
          <p:nvPr/>
        </p:nvSpPr>
        <p:spPr>
          <a:xfrm>
            <a:off x="9486996" y="3570430"/>
            <a:ext cx="1662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Result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1F3A3323-6131-FC15-F3DA-B3C85516EEA3}"/>
              </a:ext>
            </a:extLst>
          </p:cNvPr>
          <p:cNvSpPr txBox="1"/>
          <p:nvPr/>
        </p:nvSpPr>
        <p:spPr>
          <a:xfrm>
            <a:off x="9880713" y="3988730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4D0484FD-CE4B-F71B-FBC1-68B6FCE4EF72}"/>
              </a:ext>
            </a:extLst>
          </p:cNvPr>
          <p:cNvSpPr txBox="1"/>
          <p:nvPr/>
        </p:nvSpPr>
        <p:spPr>
          <a:xfrm>
            <a:off x="5645018" y="3569166"/>
            <a:ext cx="2089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Constructed Environment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1B9FA77C-6151-1D6F-358F-0DC5EE2FFAB3}"/>
              </a:ext>
            </a:extLst>
          </p:cNvPr>
          <p:cNvSpPr txBox="1"/>
          <p:nvPr/>
        </p:nvSpPr>
        <p:spPr>
          <a:xfrm>
            <a:off x="6114815" y="3988730"/>
            <a:ext cx="1123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Execution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Environment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2" name="直接箭头连接符 26">
            <a:extLst>
              <a:ext uri="{FF2B5EF4-FFF2-40B4-BE49-F238E27FC236}">
                <a16:creationId xmlns:a16="http://schemas.microsoft.com/office/drawing/2014/main" id="{17335828-7EBD-78F8-E173-62CF515AC269}"/>
              </a:ext>
            </a:extLst>
          </p:cNvPr>
          <p:cNvCxnSpPr>
            <a:cxnSpLocks/>
            <a:stCxn id="189" idx="3"/>
            <a:endCxn id="184" idx="1"/>
          </p:cNvCxnSpPr>
          <p:nvPr/>
        </p:nvCxnSpPr>
        <p:spPr>
          <a:xfrm>
            <a:off x="7174627" y="4522585"/>
            <a:ext cx="26848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文本框 194">
            <a:extLst>
              <a:ext uri="{FF2B5EF4-FFF2-40B4-BE49-F238E27FC236}">
                <a16:creationId xmlns:a16="http://schemas.microsoft.com/office/drawing/2014/main" id="{D0D1ED0F-CAF3-C32D-606C-6328BD63B1F2}"/>
              </a:ext>
            </a:extLst>
          </p:cNvPr>
          <p:cNvSpPr txBox="1"/>
          <p:nvPr/>
        </p:nvSpPr>
        <p:spPr>
          <a:xfrm>
            <a:off x="7463475" y="4156452"/>
            <a:ext cx="2332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Execution-based Verification</a:t>
            </a:r>
          </a:p>
        </p:txBody>
      </p:sp>
      <p:pic>
        <p:nvPicPr>
          <p:cNvPr id="199" name="图片 198">
            <a:extLst>
              <a:ext uri="{FF2B5EF4-FFF2-40B4-BE49-F238E27FC236}">
                <a16:creationId xmlns:a16="http://schemas.microsoft.com/office/drawing/2014/main" id="{09C8BC12-1DD6-A1C0-4BFF-03D22DFB344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19476" y="4665273"/>
            <a:ext cx="187971" cy="187971"/>
          </a:xfrm>
          <a:prstGeom prst="rect">
            <a:avLst/>
          </a:prstGeom>
        </p:spPr>
      </p:pic>
      <p:pic>
        <p:nvPicPr>
          <p:cNvPr id="201" name="图片 200">
            <a:extLst>
              <a:ext uri="{FF2B5EF4-FFF2-40B4-BE49-F238E27FC236}">
                <a16:creationId xmlns:a16="http://schemas.microsoft.com/office/drawing/2014/main" id="{9058289A-13A0-EBCB-4489-6109BCC6206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265527" y="4144539"/>
            <a:ext cx="296326" cy="296326"/>
          </a:xfrm>
          <a:prstGeom prst="rect">
            <a:avLst/>
          </a:prstGeom>
        </p:spPr>
      </p:pic>
      <p:sp>
        <p:nvSpPr>
          <p:cNvPr id="202" name="文本框 201">
            <a:extLst>
              <a:ext uri="{FF2B5EF4-FFF2-40B4-BE49-F238E27FC236}">
                <a16:creationId xmlns:a16="http://schemas.microsoft.com/office/drawing/2014/main" id="{D62CBC0D-0D4E-EA63-67B4-90764B68AC2B}"/>
              </a:ext>
            </a:extLst>
          </p:cNvPr>
          <p:cNvSpPr txBox="1"/>
          <p:nvPr/>
        </p:nvSpPr>
        <p:spPr>
          <a:xfrm>
            <a:off x="7410374" y="4634778"/>
            <a:ext cx="2428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Existing Tests from Fail to Pass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6" name="图片 205">
            <a:extLst>
              <a:ext uri="{FF2B5EF4-FFF2-40B4-BE49-F238E27FC236}">
                <a16:creationId xmlns:a16="http://schemas.microsoft.com/office/drawing/2014/main" id="{DDEF6DF6-D3B2-CB32-6B61-FBAB87488632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373702" y="4392817"/>
            <a:ext cx="608031" cy="608031"/>
          </a:xfrm>
          <a:prstGeom prst="rect">
            <a:avLst/>
          </a:prstGeom>
        </p:spPr>
      </p:pic>
      <p:pic>
        <p:nvPicPr>
          <p:cNvPr id="208" name="图片 207">
            <a:extLst>
              <a:ext uri="{FF2B5EF4-FFF2-40B4-BE49-F238E27FC236}">
                <a16:creationId xmlns:a16="http://schemas.microsoft.com/office/drawing/2014/main" id="{D03983B4-097D-41C7-1CB3-6DE369C4DFB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573662" y="4128560"/>
            <a:ext cx="272157" cy="272157"/>
          </a:xfrm>
          <a:prstGeom prst="rect">
            <a:avLst/>
          </a:prstGeom>
        </p:spPr>
      </p:pic>
      <p:sp>
        <p:nvSpPr>
          <p:cNvPr id="209" name="文本框 208">
            <a:extLst>
              <a:ext uri="{FF2B5EF4-FFF2-40B4-BE49-F238E27FC236}">
                <a16:creationId xmlns:a16="http://schemas.microsoft.com/office/drawing/2014/main" id="{4B425228-36BA-9207-0D26-7F14B1AA9694}"/>
              </a:ext>
            </a:extLst>
          </p:cNvPr>
          <p:cNvSpPr txBox="1"/>
          <p:nvPr/>
        </p:nvSpPr>
        <p:spPr>
          <a:xfrm>
            <a:off x="4772922" y="4135948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Constructing</a:t>
            </a:r>
          </a:p>
        </p:txBody>
      </p:sp>
      <p:pic>
        <p:nvPicPr>
          <p:cNvPr id="211" name="图片 210">
            <a:extLst>
              <a:ext uri="{FF2B5EF4-FFF2-40B4-BE49-F238E27FC236}">
                <a16:creationId xmlns:a16="http://schemas.microsoft.com/office/drawing/2014/main" id="{705EBEAE-DBEE-82A6-57C1-9817425F2961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492439" y="4533639"/>
            <a:ext cx="378138" cy="378138"/>
          </a:xfrm>
          <a:prstGeom prst="rect">
            <a:avLst/>
          </a:prstGeom>
        </p:spPr>
      </p:pic>
      <p:sp>
        <p:nvSpPr>
          <p:cNvPr id="212" name="文本框 211">
            <a:extLst>
              <a:ext uri="{FF2B5EF4-FFF2-40B4-BE49-F238E27FC236}">
                <a16:creationId xmlns:a16="http://schemas.microsoft.com/office/drawing/2014/main" id="{880CED5C-ACFC-A5AB-DF76-5BC1A1100A94}"/>
              </a:ext>
            </a:extLst>
          </p:cNvPr>
          <p:cNvSpPr txBox="1"/>
          <p:nvPr/>
        </p:nvSpPr>
        <p:spPr>
          <a:xfrm>
            <a:off x="4733679" y="4517532"/>
            <a:ext cx="1430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Reading Repos' Documents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0474637C-64C4-FED4-5B1E-7AFA3EE39AEA}"/>
              </a:ext>
            </a:extLst>
          </p:cNvPr>
          <p:cNvSpPr txBox="1"/>
          <p:nvPr/>
        </p:nvSpPr>
        <p:spPr>
          <a:xfrm>
            <a:off x="1166020" y="112256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 Language and Repository Selection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5A263EAC-0171-1CEB-7B36-C3FE6D3204E6}"/>
              </a:ext>
            </a:extLst>
          </p:cNvPr>
          <p:cNvSpPr txBox="1"/>
          <p:nvPr/>
        </p:nvSpPr>
        <p:spPr>
          <a:xfrm>
            <a:off x="6018842" y="1151655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 Pull Request Data Collection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74CB04C8-8777-4672-0175-E1CECA589891}"/>
              </a:ext>
            </a:extLst>
          </p:cNvPr>
          <p:cNvSpPr txBox="1"/>
          <p:nvPr/>
        </p:nvSpPr>
        <p:spPr>
          <a:xfrm>
            <a:off x="598745" y="3104036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(c) Task Instance Construction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3AA12B1B-220D-32BE-8522-5352648044C0}"/>
              </a:ext>
            </a:extLst>
          </p:cNvPr>
          <p:cNvSpPr txBox="1"/>
          <p:nvPr/>
        </p:nvSpPr>
        <p:spPr>
          <a:xfrm>
            <a:off x="5981379" y="313034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(d) Execution-Based Verification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1013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234F4-E6AB-071E-675A-60EFEEAA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: 圆角 5">
            <a:extLst>
              <a:ext uri="{FF2B5EF4-FFF2-40B4-BE49-F238E27FC236}">
                <a16:creationId xmlns:a16="http://schemas.microsoft.com/office/drawing/2014/main" id="{22F74B05-AF4E-B1EE-B4DF-984A1645C103}"/>
              </a:ext>
            </a:extLst>
          </p:cNvPr>
          <p:cNvSpPr/>
          <p:nvPr/>
        </p:nvSpPr>
        <p:spPr>
          <a:xfrm>
            <a:off x="504041" y="1040525"/>
            <a:ext cx="11371584" cy="4162096"/>
          </a:xfrm>
          <a:prstGeom prst="roundRect">
            <a:avLst>
              <a:gd name="adj" fmla="val 5285"/>
            </a:avLst>
          </a:prstGeom>
          <a:solidFill>
            <a:srgbClr val="835CC6">
              <a:alpha val="2794"/>
            </a:srgbClr>
          </a:solidFill>
          <a:ln w="19050">
            <a:solidFill>
              <a:srgbClr val="835CC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4" name="圆角矩形 183">
            <a:extLst>
              <a:ext uri="{FF2B5EF4-FFF2-40B4-BE49-F238E27FC236}">
                <a16:creationId xmlns:a16="http://schemas.microsoft.com/office/drawing/2014/main" id="{C69025A6-6F7A-1D11-C4F2-44587E166806}"/>
              </a:ext>
            </a:extLst>
          </p:cNvPr>
          <p:cNvSpPr/>
          <p:nvPr/>
        </p:nvSpPr>
        <p:spPr>
          <a:xfrm>
            <a:off x="8221145" y="3956495"/>
            <a:ext cx="917457" cy="1132179"/>
          </a:xfrm>
          <a:prstGeom prst="roundRect">
            <a:avLst>
              <a:gd name="adj" fmla="val 7201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9" name="圆角矩形 188">
            <a:extLst>
              <a:ext uri="{FF2B5EF4-FFF2-40B4-BE49-F238E27FC236}">
                <a16:creationId xmlns:a16="http://schemas.microsoft.com/office/drawing/2014/main" id="{33BDE5B7-DD03-9D9F-6DFC-EF1675FA5467}"/>
              </a:ext>
            </a:extLst>
          </p:cNvPr>
          <p:cNvSpPr/>
          <p:nvPr/>
        </p:nvSpPr>
        <p:spPr>
          <a:xfrm>
            <a:off x="5421297" y="3956495"/>
            <a:ext cx="991330" cy="1132179"/>
          </a:xfrm>
          <a:prstGeom prst="roundRect">
            <a:avLst>
              <a:gd name="adj" fmla="val 1435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1" name="圆角矩形 170">
            <a:extLst>
              <a:ext uri="{FF2B5EF4-FFF2-40B4-BE49-F238E27FC236}">
                <a16:creationId xmlns:a16="http://schemas.microsoft.com/office/drawing/2014/main" id="{BFEAEC57-F84A-AFFE-DB37-AD9C9D1B6621}"/>
              </a:ext>
            </a:extLst>
          </p:cNvPr>
          <p:cNvSpPr/>
          <p:nvPr/>
        </p:nvSpPr>
        <p:spPr>
          <a:xfrm>
            <a:off x="3040291" y="3906000"/>
            <a:ext cx="917457" cy="1132179"/>
          </a:xfrm>
          <a:prstGeom prst="roundRect">
            <a:avLst>
              <a:gd name="adj" fmla="val 8192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4" name="圆角矩形 163">
            <a:extLst>
              <a:ext uri="{FF2B5EF4-FFF2-40B4-BE49-F238E27FC236}">
                <a16:creationId xmlns:a16="http://schemas.microsoft.com/office/drawing/2014/main" id="{7D5E5E5A-F0F6-76EF-07CD-E43FD826B60D}"/>
              </a:ext>
            </a:extLst>
          </p:cNvPr>
          <p:cNvSpPr/>
          <p:nvPr/>
        </p:nvSpPr>
        <p:spPr>
          <a:xfrm>
            <a:off x="879700" y="3906873"/>
            <a:ext cx="917457" cy="1132179"/>
          </a:xfrm>
          <a:prstGeom prst="roundRect">
            <a:avLst>
              <a:gd name="adj" fmla="val 8080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7" name="圆角矩形 146">
            <a:extLst>
              <a:ext uri="{FF2B5EF4-FFF2-40B4-BE49-F238E27FC236}">
                <a16:creationId xmlns:a16="http://schemas.microsoft.com/office/drawing/2014/main" id="{F7DBA315-201E-198A-D0DB-7015CC2C17E7}"/>
              </a:ext>
            </a:extLst>
          </p:cNvPr>
          <p:cNvSpPr/>
          <p:nvPr/>
        </p:nvSpPr>
        <p:spPr>
          <a:xfrm>
            <a:off x="10440150" y="1885788"/>
            <a:ext cx="917457" cy="1132179"/>
          </a:xfrm>
          <a:prstGeom prst="roundRect">
            <a:avLst>
              <a:gd name="adj" fmla="val 9187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圆角矩形 123">
            <a:extLst>
              <a:ext uri="{FF2B5EF4-FFF2-40B4-BE49-F238E27FC236}">
                <a16:creationId xmlns:a16="http://schemas.microsoft.com/office/drawing/2014/main" id="{DE9EF385-3A80-8FF9-462F-8F65E2F3CEA4}"/>
              </a:ext>
            </a:extLst>
          </p:cNvPr>
          <p:cNvSpPr/>
          <p:nvPr/>
        </p:nvSpPr>
        <p:spPr>
          <a:xfrm>
            <a:off x="7500274" y="1871195"/>
            <a:ext cx="917457" cy="1132179"/>
          </a:xfrm>
          <a:prstGeom prst="roundRect">
            <a:avLst>
              <a:gd name="adj" fmla="val 9018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4" name="圆角矩形 113">
            <a:extLst>
              <a:ext uri="{FF2B5EF4-FFF2-40B4-BE49-F238E27FC236}">
                <a16:creationId xmlns:a16="http://schemas.microsoft.com/office/drawing/2014/main" id="{A0EECE09-21C0-1C7D-9650-4AE59DBBA232}"/>
              </a:ext>
            </a:extLst>
          </p:cNvPr>
          <p:cNvSpPr/>
          <p:nvPr/>
        </p:nvSpPr>
        <p:spPr>
          <a:xfrm>
            <a:off x="5336765" y="1870370"/>
            <a:ext cx="917457" cy="1132179"/>
          </a:xfrm>
          <a:prstGeom prst="roundRect">
            <a:avLst>
              <a:gd name="adj" fmla="val 8143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圆角矩形 103">
            <a:extLst>
              <a:ext uri="{FF2B5EF4-FFF2-40B4-BE49-F238E27FC236}">
                <a16:creationId xmlns:a16="http://schemas.microsoft.com/office/drawing/2014/main" id="{48F42EEC-066D-41B6-E0D9-ADAC05DE8594}"/>
              </a:ext>
            </a:extLst>
          </p:cNvPr>
          <p:cNvSpPr/>
          <p:nvPr/>
        </p:nvSpPr>
        <p:spPr>
          <a:xfrm>
            <a:off x="3078486" y="1873357"/>
            <a:ext cx="917457" cy="1132179"/>
          </a:xfrm>
          <a:prstGeom prst="roundRect">
            <a:avLst>
              <a:gd name="adj" fmla="val 8275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CE97D5C0-FDCB-4BBD-5864-D6382CD393EC}"/>
              </a:ext>
            </a:extLst>
          </p:cNvPr>
          <p:cNvSpPr/>
          <p:nvPr/>
        </p:nvSpPr>
        <p:spPr>
          <a:xfrm>
            <a:off x="879501" y="1873357"/>
            <a:ext cx="917457" cy="1132179"/>
          </a:xfrm>
          <a:prstGeom prst="roundRect">
            <a:avLst>
              <a:gd name="adj" fmla="val 9303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B118B5C-624D-B401-532F-F9DD934124E2}"/>
              </a:ext>
            </a:extLst>
          </p:cNvPr>
          <p:cNvSpPr txBox="1"/>
          <p:nvPr/>
        </p:nvSpPr>
        <p:spPr>
          <a:xfrm>
            <a:off x="1970915" y="2102020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pic>
        <p:nvPicPr>
          <p:cNvPr id="46" name="图形 45">
            <a:extLst>
              <a:ext uri="{FF2B5EF4-FFF2-40B4-BE49-F238E27FC236}">
                <a16:creationId xmlns:a16="http://schemas.microsoft.com/office/drawing/2014/main" id="{FE7E11DF-C47B-E59F-EE12-49BD66915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0689" y="2269732"/>
            <a:ext cx="568508" cy="557362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08AF9640-89C9-1C45-FA8E-C81A46BE3CB9}"/>
              </a:ext>
            </a:extLst>
          </p:cNvPr>
          <p:cNvSpPr txBox="1"/>
          <p:nvPr/>
        </p:nvSpPr>
        <p:spPr>
          <a:xfrm>
            <a:off x="2734357" y="1563309"/>
            <a:ext cx="1615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Candidate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9" name="图形 58">
            <a:extLst>
              <a:ext uri="{FF2B5EF4-FFF2-40B4-BE49-F238E27FC236}">
                <a16:creationId xmlns:a16="http://schemas.microsoft.com/office/drawing/2014/main" id="{A2112ED1-295A-C376-B6BE-9B82C5936F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8814" y="2250554"/>
            <a:ext cx="622327" cy="610125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2C0F88C7-D3E1-354A-ED38-91E38BCFCF30}"/>
              </a:ext>
            </a:extLst>
          </p:cNvPr>
          <p:cNvSpPr txBox="1"/>
          <p:nvPr/>
        </p:nvSpPr>
        <p:spPr>
          <a:xfrm>
            <a:off x="5004302" y="1569254"/>
            <a:ext cx="15717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Target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2" name="图形 61">
            <a:extLst>
              <a:ext uri="{FF2B5EF4-FFF2-40B4-BE49-F238E27FC236}">
                <a16:creationId xmlns:a16="http://schemas.microsoft.com/office/drawing/2014/main" id="{85DB025C-B920-5A7F-935F-0B3C968177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3083" y="2073404"/>
            <a:ext cx="279953" cy="279953"/>
          </a:xfrm>
          <a:prstGeom prst="rect">
            <a:avLst/>
          </a:prstGeom>
        </p:spPr>
      </p:pic>
      <p:cxnSp>
        <p:nvCxnSpPr>
          <p:cNvPr id="74" name="直接箭头连接符 90">
            <a:extLst>
              <a:ext uri="{FF2B5EF4-FFF2-40B4-BE49-F238E27FC236}">
                <a16:creationId xmlns:a16="http://schemas.microsoft.com/office/drawing/2014/main" id="{232F10B3-1639-A36F-A660-BDD4AC277168}"/>
              </a:ext>
            </a:extLst>
          </p:cNvPr>
          <p:cNvCxnSpPr>
            <a:cxnSpLocks/>
            <a:stCxn id="85" idx="3"/>
            <a:endCxn id="104" idx="1"/>
          </p:cNvCxnSpPr>
          <p:nvPr/>
        </p:nvCxnSpPr>
        <p:spPr>
          <a:xfrm>
            <a:off x="1796958" y="2439447"/>
            <a:ext cx="12815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图片 77">
            <a:extLst>
              <a:ext uri="{FF2B5EF4-FFF2-40B4-BE49-F238E27FC236}">
                <a16:creationId xmlns:a16="http://schemas.microsoft.com/office/drawing/2014/main" id="{DD277D8D-A08D-1D26-2BF0-C4BD0C9736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6653" y="2213304"/>
            <a:ext cx="330554" cy="330554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94E337F3-BB60-428E-FB6D-51A4949CE1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988" y="2560801"/>
            <a:ext cx="398174" cy="398174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7C190858-4A93-3021-EF1A-4233659EF7A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8308" y="2191293"/>
            <a:ext cx="358823" cy="358823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B276CB9E-5847-1119-E861-B62FA7DFD2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489" y="2590990"/>
            <a:ext cx="358824" cy="358824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23D8B8AB-E0D3-012D-3B7B-EEAFAD8537EF}"/>
              </a:ext>
            </a:extLst>
          </p:cNvPr>
          <p:cNvSpPr txBox="1"/>
          <p:nvPr/>
        </p:nvSpPr>
        <p:spPr>
          <a:xfrm>
            <a:off x="717822" y="187119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4 used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BC6FFC96-BBEC-4581-5863-592C67E3874C}"/>
              </a:ext>
            </a:extLst>
          </p:cNvPr>
          <p:cNvSpPr txBox="1"/>
          <p:nvPr/>
        </p:nvSpPr>
        <p:spPr>
          <a:xfrm>
            <a:off x="613645" y="1551084"/>
            <a:ext cx="1675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Selected Languages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3" name="图形 92">
            <a:extLst>
              <a:ext uri="{FF2B5EF4-FFF2-40B4-BE49-F238E27FC236}">
                <a16:creationId xmlns:a16="http://schemas.microsoft.com/office/drawing/2014/main" id="{BB28ED9B-5B30-767D-A66B-70F0A50C322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53158" y="2639169"/>
            <a:ext cx="510164" cy="510164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828AD257-EAE1-ACA1-8546-8BA5910D152F}"/>
              </a:ext>
            </a:extLst>
          </p:cNvPr>
          <p:cNvSpPr txBox="1"/>
          <p:nvPr/>
        </p:nvSpPr>
        <p:spPr>
          <a:xfrm>
            <a:off x="2510307" y="1948567"/>
            <a:ext cx="2063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200 </a:t>
            </a:r>
          </a:p>
        </p:txBody>
      </p:sp>
      <p:pic>
        <p:nvPicPr>
          <p:cNvPr id="96" name="图形 95">
            <a:extLst>
              <a:ext uri="{FF2B5EF4-FFF2-40B4-BE49-F238E27FC236}">
                <a16:creationId xmlns:a16="http://schemas.microsoft.com/office/drawing/2014/main" id="{8663F395-D042-05FE-29A9-CBB16758793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5763" y="2576769"/>
            <a:ext cx="277000" cy="277000"/>
          </a:xfrm>
          <a:prstGeom prst="rect">
            <a:avLst/>
          </a:prstGeom>
        </p:spPr>
      </p:pic>
      <p:pic>
        <p:nvPicPr>
          <p:cNvPr id="98" name="图形 97">
            <a:extLst>
              <a:ext uri="{FF2B5EF4-FFF2-40B4-BE49-F238E27FC236}">
                <a16:creationId xmlns:a16="http://schemas.microsoft.com/office/drawing/2014/main" id="{E865724A-B268-6672-63A6-46FD49D2E05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064338" y="2588225"/>
            <a:ext cx="259922" cy="259922"/>
          </a:xfrm>
          <a:prstGeom prst="rect">
            <a:avLst/>
          </a:prstGeom>
        </p:spPr>
      </p:pic>
      <p:sp>
        <p:nvSpPr>
          <p:cNvPr id="103" name="圆角矩形 102">
            <a:extLst>
              <a:ext uri="{FF2B5EF4-FFF2-40B4-BE49-F238E27FC236}">
                <a16:creationId xmlns:a16="http://schemas.microsoft.com/office/drawing/2014/main" id="{11AE1AA3-71B9-6AAE-8392-82D9DB0B5F2F}"/>
              </a:ext>
            </a:extLst>
          </p:cNvPr>
          <p:cNvSpPr/>
          <p:nvPr/>
        </p:nvSpPr>
        <p:spPr>
          <a:xfrm>
            <a:off x="1995021" y="2568455"/>
            <a:ext cx="839861" cy="437081"/>
          </a:xfrm>
          <a:prstGeom prst="roundRect">
            <a:avLst>
              <a:gd name="adj" fmla="val 1435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20382BBF-ADE9-5F86-9FBF-6220A9C5B54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46505" y="2080482"/>
            <a:ext cx="272876" cy="272876"/>
          </a:xfrm>
          <a:prstGeom prst="rect">
            <a:avLst/>
          </a:prstGeom>
        </p:spPr>
      </p:pic>
      <p:cxnSp>
        <p:nvCxnSpPr>
          <p:cNvPr id="109" name="直接箭头连接符 90">
            <a:extLst>
              <a:ext uri="{FF2B5EF4-FFF2-40B4-BE49-F238E27FC236}">
                <a16:creationId xmlns:a16="http://schemas.microsoft.com/office/drawing/2014/main" id="{1EC54974-6659-BAAC-364A-9A0A5EAC22CC}"/>
              </a:ext>
            </a:extLst>
          </p:cNvPr>
          <p:cNvCxnSpPr>
            <a:cxnSpLocks/>
          </p:cNvCxnSpPr>
          <p:nvPr/>
        </p:nvCxnSpPr>
        <p:spPr>
          <a:xfrm flipV="1">
            <a:off x="4007964" y="2439446"/>
            <a:ext cx="1292400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32955425-45E5-868F-83F6-4ABE5BF906F0}"/>
              </a:ext>
            </a:extLst>
          </p:cNvPr>
          <p:cNvSpPr txBox="1"/>
          <p:nvPr/>
        </p:nvSpPr>
        <p:spPr>
          <a:xfrm>
            <a:off x="4168424" y="209370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5102941B-604E-22B9-63A7-7ED3BCA90EC8}"/>
              </a:ext>
            </a:extLst>
          </p:cNvPr>
          <p:cNvSpPr txBox="1"/>
          <p:nvPr/>
        </p:nvSpPr>
        <p:spPr>
          <a:xfrm>
            <a:off x="3913457" y="2529054"/>
            <a:ext cx="1383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Different </a:t>
            </a:r>
          </a:p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Domains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C4EE99ED-55E7-020E-C2D2-20D06B9CD0F2}"/>
              </a:ext>
            </a:extLst>
          </p:cNvPr>
          <p:cNvSpPr txBox="1"/>
          <p:nvPr/>
        </p:nvSpPr>
        <p:spPr>
          <a:xfrm>
            <a:off x="4604060" y="1912756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AC59B042-E777-7D80-564B-7BC8CA914C4B}"/>
              </a:ext>
            </a:extLst>
          </p:cNvPr>
          <p:cNvSpPr txBox="1"/>
          <p:nvPr/>
        </p:nvSpPr>
        <p:spPr>
          <a:xfrm>
            <a:off x="5345001" y="1959579"/>
            <a:ext cx="909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8" name="直接箭头连接符 26">
            <a:extLst>
              <a:ext uri="{FF2B5EF4-FFF2-40B4-BE49-F238E27FC236}">
                <a16:creationId xmlns:a16="http://schemas.microsoft.com/office/drawing/2014/main" id="{18EC510E-29EC-FCC2-ED3C-3AA67E7853B8}"/>
              </a:ext>
            </a:extLst>
          </p:cNvPr>
          <p:cNvCxnSpPr>
            <a:cxnSpLocks/>
            <a:stCxn id="114" idx="3"/>
            <a:endCxn id="124" idx="1"/>
          </p:cNvCxnSpPr>
          <p:nvPr/>
        </p:nvCxnSpPr>
        <p:spPr>
          <a:xfrm>
            <a:off x="6254222" y="2436460"/>
            <a:ext cx="1246052" cy="8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图形 118">
            <a:extLst>
              <a:ext uri="{FF2B5EF4-FFF2-40B4-BE49-F238E27FC236}">
                <a16:creationId xmlns:a16="http://schemas.microsoft.com/office/drawing/2014/main" id="{848AC65E-6A0A-C8F2-E6A3-502B186E89B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28408" y="2079213"/>
            <a:ext cx="270012" cy="270012"/>
          </a:xfrm>
          <a:prstGeom prst="rect">
            <a:avLst/>
          </a:prstGeom>
        </p:spPr>
      </p:pic>
      <p:pic>
        <p:nvPicPr>
          <p:cNvPr id="122" name="图形 121">
            <a:extLst>
              <a:ext uri="{FF2B5EF4-FFF2-40B4-BE49-F238E27FC236}">
                <a16:creationId xmlns:a16="http://schemas.microsoft.com/office/drawing/2014/main" id="{3BE82647-583B-81B5-E24C-DC026BF68E6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720349" y="2353516"/>
            <a:ext cx="560724" cy="560724"/>
          </a:xfrm>
          <a:prstGeom prst="rect">
            <a:avLst/>
          </a:prstGeom>
        </p:spPr>
      </p:pic>
      <p:sp>
        <p:nvSpPr>
          <p:cNvPr id="125" name="文本框 124">
            <a:extLst>
              <a:ext uri="{FF2B5EF4-FFF2-40B4-BE49-F238E27FC236}">
                <a16:creationId xmlns:a16="http://schemas.microsoft.com/office/drawing/2014/main" id="{0772545E-2DF5-BC56-801F-6E279D6AC60F}"/>
              </a:ext>
            </a:extLst>
          </p:cNvPr>
          <p:cNvSpPr txBox="1"/>
          <p:nvPr/>
        </p:nvSpPr>
        <p:spPr>
          <a:xfrm>
            <a:off x="6414536" y="209775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219B30FA-715B-0E3D-A3E6-C7FDB71CFB48}"/>
              </a:ext>
            </a:extLst>
          </p:cNvPr>
          <p:cNvSpPr txBox="1"/>
          <p:nvPr/>
        </p:nvSpPr>
        <p:spPr>
          <a:xfrm>
            <a:off x="6253304" y="2529055"/>
            <a:ext cx="1246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GitHub API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EE4FE6F8-C668-909C-380F-2EDE1B3CFD36}"/>
              </a:ext>
            </a:extLst>
          </p:cNvPr>
          <p:cNvSpPr txBox="1"/>
          <p:nvPr/>
        </p:nvSpPr>
        <p:spPr>
          <a:xfrm>
            <a:off x="7389019" y="1566505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Raw PRs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EF05751D-CE7E-8A03-4F77-EC73D75B7289}"/>
              </a:ext>
            </a:extLst>
          </p:cNvPr>
          <p:cNvSpPr txBox="1"/>
          <p:nvPr/>
        </p:nvSpPr>
        <p:spPr>
          <a:xfrm>
            <a:off x="7499357" y="1892798"/>
            <a:ext cx="917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5" name="直接箭头连接符 26">
            <a:extLst>
              <a:ext uri="{FF2B5EF4-FFF2-40B4-BE49-F238E27FC236}">
                <a16:creationId xmlns:a16="http://schemas.microsoft.com/office/drawing/2014/main" id="{548DD1A7-2578-01F9-74F2-363D1C52354E}"/>
              </a:ext>
            </a:extLst>
          </p:cNvPr>
          <p:cNvCxnSpPr>
            <a:cxnSpLocks/>
          </p:cNvCxnSpPr>
          <p:nvPr/>
        </p:nvCxnSpPr>
        <p:spPr>
          <a:xfrm flipV="1">
            <a:off x="8469097" y="2408047"/>
            <a:ext cx="19601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7" name="图形 136">
            <a:extLst>
              <a:ext uri="{FF2B5EF4-FFF2-40B4-BE49-F238E27FC236}">
                <a16:creationId xmlns:a16="http://schemas.microsoft.com/office/drawing/2014/main" id="{16A4ED03-C5BE-5866-275C-546BC8C9A90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538777" y="2059220"/>
            <a:ext cx="279953" cy="279953"/>
          </a:xfrm>
          <a:prstGeom prst="rect">
            <a:avLst/>
          </a:prstGeom>
        </p:spPr>
      </p:pic>
      <p:sp>
        <p:nvSpPr>
          <p:cNvPr id="138" name="文本框 137">
            <a:extLst>
              <a:ext uri="{FF2B5EF4-FFF2-40B4-BE49-F238E27FC236}">
                <a16:creationId xmlns:a16="http://schemas.microsoft.com/office/drawing/2014/main" id="{E9F2B354-0AF9-22E3-6DC9-D3528C13BAA3}"/>
              </a:ext>
            </a:extLst>
          </p:cNvPr>
          <p:cNvSpPr txBox="1"/>
          <p:nvPr/>
        </p:nvSpPr>
        <p:spPr>
          <a:xfrm>
            <a:off x="8633473" y="2072226"/>
            <a:ext cx="1735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Attribute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E72E0923-E967-FC91-1C71-9B7CE325F56C}"/>
              </a:ext>
            </a:extLst>
          </p:cNvPr>
          <p:cNvSpPr txBox="1"/>
          <p:nvPr/>
        </p:nvSpPr>
        <p:spPr>
          <a:xfrm>
            <a:off x="8575411" y="2493403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Related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Issues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334A347E-68EB-67D1-676B-1647ACDDF2B7}"/>
              </a:ext>
            </a:extLst>
          </p:cNvPr>
          <p:cNvSpPr txBox="1"/>
          <p:nvPr/>
        </p:nvSpPr>
        <p:spPr>
          <a:xfrm>
            <a:off x="8592896" y="2755752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Changed Tests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4" name="图片 143">
            <a:extLst>
              <a:ext uri="{FF2B5EF4-FFF2-40B4-BE49-F238E27FC236}">
                <a16:creationId xmlns:a16="http://schemas.microsoft.com/office/drawing/2014/main" id="{7D608BF6-F4F2-7D85-70F9-F8602B35485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45745" y="2520483"/>
            <a:ext cx="189719" cy="189719"/>
          </a:xfrm>
          <a:prstGeom prst="rect">
            <a:avLst/>
          </a:prstGeom>
        </p:spPr>
      </p:pic>
      <p:pic>
        <p:nvPicPr>
          <p:cNvPr id="145" name="图片 144">
            <a:extLst>
              <a:ext uri="{FF2B5EF4-FFF2-40B4-BE49-F238E27FC236}">
                <a16:creationId xmlns:a16="http://schemas.microsoft.com/office/drawing/2014/main" id="{8CDA2CBC-0985-23A9-4DF5-FFD21250AEF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45745" y="2767951"/>
            <a:ext cx="187971" cy="187971"/>
          </a:xfrm>
          <a:prstGeom prst="rect">
            <a:avLst/>
          </a:prstGeom>
        </p:spPr>
      </p:pic>
      <p:sp>
        <p:nvSpPr>
          <p:cNvPr id="148" name="文本框 147">
            <a:extLst>
              <a:ext uri="{FF2B5EF4-FFF2-40B4-BE49-F238E27FC236}">
                <a16:creationId xmlns:a16="http://schemas.microsoft.com/office/drawing/2014/main" id="{89BD9424-0A7C-A238-B789-5261D0EE277D}"/>
              </a:ext>
            </a:extLst>
          </p:cNvPr>
          <p:cNvSpPr txBox="1"/>
          <p:nvPr/>
        </p:nvSpPr>
        <p:spPr>
          <a:xfrm>
            <a:off x="10323999" y="1569089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PRs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9" name="图形 148">
            <a:extLst>
              <a:ext uri="{FF2B5EF4-FFF2-40B4-BE49-F238E27FC236}">
                <a16:creationId xmlns:a16="http://schemas.microsoft.com/office/drawing/2014/main" id="{99519E9E-CFF8-5DBE-79B5-6F023F20CF1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633928" y="2360395"/>
            <a:ext cx="576923" cy="576923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538F9650-DF13-EF95-AAC3-D2C4E0232D92}"/>
              </a:ext>
            </a:extLst>
          </p:cNvPr>
          <p:cNvSpPr txBox="1"/>
          <p:nvPr/>
        </p:nvSpPr>
        <p:spPr>
          <a:xfrm>
            <a:off x="10461418" y="1918023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C6AAF195-789D-ED1E-B52B-9B29ED01209B}"/>
              </a:ext>
            </a:extLst>
          </p:cNvPr>
          <p:cNvSpPr txBox="1"/>
          <p:nvPr/>
        </p:nvSpPr>
        <p:spPr>
          <a:xfrm>
            <a:off x="757953" y="3564148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PRs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6" name="图形 165">
            <a:extLst>
              <a:ext uri="{FF2B5EF4-FFF2-40B4-BE49-F238E27FC236}">
                <a16:creationId xmlns:a16="http://schemas.microsoft.com/office/drawing/2014/main" id="{6E281625-7086-0930-A172-5484FA25442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46013" y="4357105"/>
            <a:ext cx="586453" cy="586453"/>
          </a:xfrm>
          <a:prstGeom prst="rect">
            <a:avLst/>
          </a:prstGeom>
        </p:spPr>
      </p:pic>
      <p:sp>
        <p:nvSpPr>
          <p:cNvPr id="167" name="文本框 166">
            <a:extLst>
              <a:ext uri="{FF2B5EF4-FFF2-40B4-BE49-F238E27FC236}">
                <a16:creationId xmlns:a16="http://schemas.microsoft.com/office/drawing/2014/main" id="{59C31A33-EC36-658D-AE46-93A163B9D826}"/>
              </a:ext>
            </a:extLst>
          </p:cNvPr>
          <p:cNvSpPr txBox="1"/>
          <p:nvPr/>
        </p:nvSpPr>
        <p:spPr>
          <a:xfrm>
            <a:off x="900969" y="3939108"/>
            <a:ext cx="88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0" name="直接箭头连接符 90">
            <a:extLst>
              <a:ext uri="{FF2B5EF4-FFF2-40B4-BE49-F238E27FC236}">
                <a16:creationId xmlns:a16="http://schemas.microsoft.com/office/drawing/2014/main" id="{54F7E591-7685-C0C3-30DA-42A9B2B77BB7}"/>
              </a:ext>
            </a:extLst>
          </p:cNvPr>
          <p:cNvCxnSpPr>
            <a:cxnSpLocks/>
            <a:endCxn id="171" idx="1"/>
          </p:cNvCxnSpPr>
          <p:nvPr/>
        </p:nvCxnSpPr>
        <p:spPr>
          <a:xfrm>
            <a:off x="1805968" y="4458815"/>
            <a:ext cx="12343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>
            <a:extLst>
              <a:ext uri="{FF2B5EF4-FFF2-40B4-BE49-F238E27FC236}">
                <a16:creationId xmlns:a16="http://schemas.microsoft.com/office/drawing/2014/main" id="{AB917936-D92A-BD8B-67AB-CD176BB70967}"/>
              </a:ext>
            </a:extLst>
          </p:cNvPr>
          <p:cNvSpPr txBox="1"/>
          <p:nvPr/>
        </p:nvSpPr>
        <p:spPr>
          <a:xfrm>
            <a:off x="2784757" y="3563003"/>
            <a:ext cx="1520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Built 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347238C6-F435-7B20-2265-495EBBA4FA97}"/>
              </a:ext>
            </a:extLst>
          </p:cNvPr>
          <p:cNvSpPr txBox="1"/>
          <p:nvPr/>
        </p:nvSpPr>
        <p:spPr>
          <a:xfrm>
            <a:off x="3061559" y="3964119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937887DE-8DED-BBC7-489A-DED3F2600BAC}"/>
              </a:ext>
            </a:extLst>
          </p:cNvPr>
          <p:cNvSpPr txBox="1"/>
          <p:nvPr/>
        </p:nvSpPr>
        <p:spPr>
          <a:xfrm>
            <a:off x="1948018" y="4115818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Extracting</a:t>
            </a:r>
          </a:p>
        </p:txBody>
      </p:sp>
      <p:pic>
        <p:nvPicPr>
          <p:cNvPr id="177" name="图片 176">
            <a:extLst>
              <a:ext uri="{FF2B5EF4-FFF2-40B4-BE49-F238E27FC236}">
                <a16:creationId xmlns:a16="http://schemas.microsoft.com/office/drawing/2014/main" id="{1BA49605-92C9-840C-96ED-65B7DC7B79C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65855" y="4115818"/>
            <a:ext cx="286337" cy="286337"/>
          </a:xfrm>
          <a:prstGeom prst="rect">
            <a:avLst/>
          </a:prstGeom>
        </p:spPr>
      </p:pic>
      <p:pic>
        <p:nvPicPr>
          <p:cNvPr id="179" name="图片 178">
            <a:extLst>
              <a:ext uri="{FF2B5EF4-FFF2-40B4-BE49-F238E27FC236}">
                <a16:creationId xmlns:a16="http://schemas.microsoft.com/office/drawing/2014/main" id="{80EFA874-9328-8DF4-6941-4CD8C323AC7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34218" y="4450395"/>
            <a:ext cx="491310" cy="491310"/>
          </a:xfrm>
          <a:prstGeom prst="rect">
            <a:avLst/>
          </a:prstGeom>
        </p:spPr>
      </p:pic>
      <p:pic>
        <p:nvPicPr>
          <p:cNvPr id="181" name="图片 180">
            <a:extLst>
              <a:ext uri="{FF2B5EF4-FFF2-40B4-BE49-F238E27FC236}">
                <a16:creationId xmlns:a16="http://schemas.microsoft.com/office/drawing/2014/main" id="{75C7E1FA-B665-8976-CC50-00CF1196402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235061" y="4400718"/>
            <a:ext cx="542840" cy="542840"/>
          </a:xfrm>
          <a:prstGeom prst="rect">
            <a:avLst/>
          </a:prstGeom>
        </p:spPr>
      </p:pic>
      <p:sp>
        <p:nvSpPr>
          <p:cNvPr id="182" name="文本框 181">
            <a:extLst>
              <a:ext uri="{FF2B5EF4-FFF2-40B4-BE49-F238E27FC236}">
                <a16:creationId xmlns:a16="http://schemas.microsoft.com/office/drawing/2014/main" id="{4AE1F7D0-65DA-E8B6-EAA6-A6E8168E718E}"/>
              </a:ext>
            </a:extLst>
          </p:cNvPr>
          <p:cNvSpPr txBox="1"/>
          <p:nvPr/>
        </p:nvSpPr>
        <p:spPr>
          <a:xfrm>
            <a:off x="1762885" y="4543770"/>
            <a:ext cx="1215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 Issue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Information</a:t>
            </a:r>
          </a:p>
        </p:txBody>
      </p:sp>
      <p:cxnSp>
        <p:nvCxnSpPr>
          <p:cNvPr id="183" name="直接箭头连接符 90">
            <a:extLst>
              <a:ext uri="{FF2B5EF4-FFF2-40B4-BE49-F238E27FC236}">
                <a16:creationId xmlns:a16="http://schemas.microsoft.com/office/drawing/2014/main" id="{6F5E12EB-D938-EB57-7161-3D520986E237}"/>
              </a:ext>
            </a:extLst>
          </p:cNvPr>
          <p:cNvCxnSpPr>
            <a:cxnSpLocks/>
          </p:cNvCxnSpPr>
          <p:nvPr/>
        </p:nvCxnSpPr>
        <p:spPr>
          <a:xfrm>
            <a:off x="3971471" y="4472962"/>
            <a:ext cx="147599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文本框 184">
            <a:extLst>
              <a:ext uri="{FF2B5EF4-FFF2-40B4-BE49-F238E27FC236}">
                <a16:creationId xmlns:a16="http://schemas.microsoft.com/office/drawing/2014/main" id="{C7DA9ADF-62B0-B7A6-E9A4-D4E3CEC0B600}"/>
              </a:ext>
            </a:extLst>
          </p:cNvPr>
          <p:cNvSpPr txBox="1"/>
          <p:nvPr/>
        </p:nvSpPr>
        <p:spPr>
          <a:xfrm>
            <a:off x="7848696" y="3595860"/>
            <a:ext cx="1662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Result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1F3A3323-6131-FC15-F3DA-B3C85516EEA3}"/>
              </a:ext>
            </a:extLst>
          </p:cNvPr>
          <p:cNvSpPr txBox="1"/>
          <p:nvPr/>
        </p:nvSpPr>
        <p:spPr>
          <a:xfrm>
            <a:off x="8242413" y="3988730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4D0484FD-CE4B-F71B-FBC1-68B6FCE4EF72}"/>
              </a:ext>
            </a:extLst>
          </p:cNvPr>
          <p:cNvSpPr txBox="1"/>
          <p:nvPr/>
        </p:nvSpPr>
        <p:spPr>
          <a:xfrm>
            <a:off x="4971918" y="3581866"/>
            <a:ext cx="2089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Constructed Environment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1B9FA77C-6151-1D6F-358F-0DC5EE2FFAB3}"/>
              </a:ext>
            </a:extLst>
          </p:cNvPr>
          <p:cNvSpPr txBox="1"/>
          <p:nvPr/>
        </p:nvSpPr>
        <p:spPr>
          <a:xfrm>
            <a:off x="5352815" y="3988730"/>
            <a:ext cx="1123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Execution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Environment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2" name="直接箭头连接符 26">
            <a:extLst>
              <a:ext uri="{FF2B5EF4-FFF2-40B4-BE49-F238E27FC236}">
                <a16:creationId xmlns:a16="http://schemas.microsoft.com/office/drawing/2014/main" id="{17335828-7EBD-78F8-E173-62CF515AC269}"/>
              </a:ext>
            </a:extLst>
          </p:cNvPr>
          <p:cNvCxnSpPr>
            <a:cxnSpLocks/>
            <a:stCxn id="189" idx="3"/>
          </p:cNvCxnSpPr>
          <p:nvPr/>
        </p:nvCxnSpPr>
        <p:spPr>
          <a:xfrm>
            <a:off x="6412628" y="4522585"/>
            <a:ext cx="180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文本框 194">
            <a:extLst>
              <a:ext uri="{FF2B5EF4-FFF2-40B4-BE49-F238E27FC236}">
                <a16:creationId xmlns:a16="http://schemas.microsoft.com/office/drawing/2014/main" id="{D0D1ED0F-CAF3-C32D-606C-6328BD63B1F2}"/>
              </a:ext>
            </a:extLst>
          </p:cNvPr>
          <p:cNvSpPr txBox="1"/>
          <p:nvPr/>
        </p:nvSpPr>
        <p:spPr>
          <a:xfrm>
            <a:off x="6243825" y="4054568"/>
            <a:ext cx="2332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Execution-based 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Verification</a:t>
            </a:r>
          </a:p>
        </p:txBody>
      </p:sp>
      <p:pic>
        <p:nvPicPr>
          <p:cNvPr id="199" name="图片 198">
            <a:extLst>
              <a:ext uri="{FF2B5EF4-FFF2-40B4-BE49-F238E27FC236}">
                <a16:creationId xmlns:a16="http://schemas.microsoft.com/office/drawing/2014/main" id="{09C8BC12-1DD6-A1C0-4BFF-03D22DFB344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43176" y="4614473"/>
            <a:ext cx="298074" cy="298074"/>
          </a:xfrm>
          <a:prstGeom prst="rect">
            <a:avLst/>
          </a:prstGeom>
        </p:spPr>
      </p:pic>
      <p:pic>
        <p:nvPicPr>
          <p:cNvPr id="201" name="图片 200">
            <a:extLst>
              <a:ext uri="{FF2B5EF4-FFF2-40B4-BE49-F238E27FC236}">
                <a16:creationId xmlns:a16="http://schemas.microsoft.com/office/drawing/2014/main" id="{9058289A-13A0-EBCB-4489-6109BCC6206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440027" y="4144539"/>
            <a:ext cx="296326" cy="296326"/>
          </a:xfrm>
          <a:prstGeom prst="rect">
            <a:avLst/>
          </a:prstGeom>
        </p:spPr>
      </p:pic>
      <p:sp>
        <p:nvSpPr>
          <p:cNvPr id="202" name="文本框 201">
            <a:extLst>
              <a:ext uri="{FF2B5EF4-FFF2-40B4-BE49-F238E27FC236}">
                <a16:creationId xmlns:a16="http://schemas.microsoft.com/office/drawing/2014/main" id="{D62CBC0D-0D4E-EA63-67B4-90764B68AC2B}"/>
              </a:ext>
            </a:extLst>
          </p:cNvPr>
          <p:cNvSpPr txBox="1"/>
          <p:nvPr/>
        </p:nvSpPr>
        <p:spPr>
          <a:xfrm>
            <a:off x="6678691" y="4592582"/>
            <a:ext cx="1584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Existing Tests from Fail to Pass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6" name="图片 205">
            <a:extLst>
              <a:ext uri="{FF2B5EF4-FFF2-40B4-BE49-F238E27FC236}">
                <a16:creationId xmlns:a16="http://schemas.microsoft.com/office/drawing/2014/main" id="{DDEF6DF6-D3B2-CB32-6B61-FBAB87488632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611702" y="4392817"/>
            <a:ext cx="608031" cy="608031"/>
          </a:xfrm>
          <a:prstGeom prst="rect">
            <a:avLst/>
          </a:prstGeom>
        </p:spPr>
      </p:pic>
      <p:pic>
        <p:nvPicPr>
          <p:cNvPr id="208" name="图片 207">
            <a:extLst>
              <a:ext uri="{FF2B5EF4-FFF2-40B4-BE49-F238E27FC236}">
                <a16:creationId xmlns:a16="http://schemas.microsoft.com/office/drawing/2014/main" id="{D03983B4-097D-41C7-1CB3-6DE369C4DFB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14862" y="4128560"/>
            <a:ext cx="272157" cy="272157"/>
          </a:xfrm>
          <a:prstGeom prst="rect">
            <a:avLst/>
          </a:prstGeom>
        </p:spPr>
      </p:pic>
      <p:sp>
        <p:nvSpPr>
          <p:cNvPr id="209" name="文本框 208">
            <a:extLst>
              <a:ext uri="{FF2B5EF4-FFF2-40B4-BE49-F238E27FC236}">
                <a16:creationId xmlns:a16="http://schemas.microsoft.com/office/drawing/2014/main" id="{4B425228-36BA-9207-0D26-7F14B1AA9694}"/>
              </a:ext>
            </a:extLst>
          </p:cNvPr>
          <p:cNvSpPr txBox="1"/>
          <p:nvPr/>
        </p:nvSpPr>
        <p:spPr>
          <a:xfrm>
            <a:off x="4201422" y="4135948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Constructing</a:t>
            </a:r>
          </a:p>
        </p:txBody>
      </p:sp>
      <p:pic>
        <p:nvPicPr>
          <p:cNvPr id="211" name="图片 210">
            <a:extLst>
              <a:ext uri="{FF2B5EF4-FFF2-40B4-BE49-F238E27FC236}">
                <a16:creationId xmlns:a16="http://schemas.microsoft.com/office/drawing/2014/main" id="{705EBEAE-DBEE-82A6-57C1-9817425F2961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959039" y="4546339"/>
            <a:ext cx="366208" cy="366208"/>
          </a:xfrm>
          <a:prstGeom prst="rect">
            <a:avLst/>
          </a:prstGeom>
        </p:spPr>
      </p:pic>
      <p:sp>
        <p:nvSpPr>
          <p:cNvPr id="212" name="文本框 211">
            <a:extLst>
              <a:ext uri="{FF2B5EF4-FFF2-40B4-BE49-F238E27FC236}">
                <a16:creationId xmlns:a16="http://schemas.microsoft.com/office/drawing/2014/main" id="{880CED5C-ACFC-A5AB-DF76-5BC1A1100A94}"/>
              </a:ext>
            </a:extLst>
          </p:cNvPr>
          <p:cNvSpPr txBox="1"/>
          <p:nvPr/>
        </p:nvSpPr>
        <p:spPr>
          <a:xfrm>
            <a:off x="4111379" y="4517532"/>
            <a:ext cx="1430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Reading Repos' Documents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0474637C-64C4-FED4-5B1E-7AFA3EE39AEA}"/>
              </a:ext>
            </a:extLst>
          </p:cNvPr>
          <p:cNvSpPr txBox="1"/>
          <p:nvPr/>
        </p:nvSpPr>
        <p:spPr>
          <a:xfrm>
            <a:off x="1185742" y="112256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 Language and Repository Selection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5A263EAC-0171-1CEB-7B36-C3FE6D3204E6}"/>
              </a:ext>
            </a:extLst>
          </p:cNvPr>
          <p:cNvSpPr txBox="1"/>
          <p:nvPr/>
        </p:nvSpPr>
        <p:spPr>
          <a:xfrm>
            <a:off x="6210892" y="112320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 Pull Request Data Collection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74CB04C8-8777-4672-0175-E1CECA589891}"/>
              </a:ext>
            </a:extLst>
          </p:cNvPr>
          <p:cNvSpPr txBox="1"/>
          <p:nvPr/>
        </p:nvSpPr>
        <p:spPr>
          <a:xfrm>
            <a:off x="418659" y="313200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(c) Task Instance Construction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3AA12B1B-220D-32BE-8522-5352648044C0}"/>
              </a:ext>
            </a:extLst>
          </p:cNvPr>
          <p:cNvSpPr txBox="1"/>
          <p:nvPr/>
        </p:nvSpPr>
        <p:spPr>
          <a:xfrm>
            <a:off x="4036793" y="3117085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(d) Execution-Based Verification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A6CDB9E-F7AD-6836-B796-586C88B3DC92}"/>
              </a:ext>
            </a:extLst>
          </p:cNvPr>
          <p:cNvSpPr/>
          <p:nvPr/>
        </p:nvSpPr>
        <p:spPr>
          <a:xfrm>
            <a:off x="10429264" y="3956495"/>
            <a:ext cx="917457" cy="1132179"/>
          </a:xfrm>
          <a:prstGeom prst="roundRect">
            <a:avLst>
              <a:gd name="adj" fmla="val 9187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969CD7-1A7A-D05E-E4B4-F176AC0AF5C7}"/>
              </a:ext>
            </a:extLst>
          </p:cNvPr>
          <p:cNvSpPr txBox="1"/>
          <p:nvPr/>
        </p:nvSpPr>
        <p:spPr>
          <a:xfrm>
            <a:off x="10313113" y="3639796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Final Results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381C14-68B0-F5BB-FBF2-C20220D20C60}"/>
              </a:ext>
            </a:extLst>
          </p:cNvPr>
          <p:cNvSpPr txBox="1"/>
          <p:nvPr/>
        </p:nvSpPr>
        <p:spPr>
          <a:xfrm>
            <a:off x="10450532" y="3988730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Final 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26">
            <a:extLst>
              <a:ext uri="{FF2B5EF4-FFF2-40B4-BE49-F238E27FC236}">
                <a16:creationId xmlns:a16="http://schemas.microsoft.com/office/drawing/2014/main" id="{6A57482C-2F36-F56C-626F-C372E4C872ED}"/>
              </a:ext>
            </a:extLst>
          </p:cNvPr>
          <p:cNvCxnSpPr>
            <a:cxnSpLocks/>
          </p:cNvCxnSpPr>
          <p:nvPr/>
        </p:nvCxnSpPr>
        <p:spPr>
          <a:xfrm>
            <a:off x="9169951" y="4529189"/>
            <a:ext cx="126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形 9">
            <a:extLst>
              <a:ext uri="{FF2B5EF4-FFF2-40B4-BE49-F238E27FC236}">
                <a16:creationId xmlns:a16="http://schemas.microsoft.com/office/drawing/2014/main" id="{BAA31DA1-D21B-5382-B9B7-5A9CCE45677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198169" y="4182615"/>
            <a:ext cx="279953" cy="27995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4E40ADD-177C-FA4C-A64F-FAEBE14EB168}"/>
              </a:ext>
            </a:extLst>
          </p:cNvPr>
          <p:cNvSpPr txBox="1"/>
          <p:nvPr/>
        </p:nvSpPr>
        <p:spPr>
          <a:xfrm>
            <a:off x="9303157" y="4186587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9DC4559-653A-4DBC-8487-D4043EAF429A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210547" y="4660650"/>
            <a:ext cx="324455" cy="32445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98B4376-2DBB-8156-6C4D-AF0CB22B59B5}"/>
              </a:ext>
            </a:extLst>
          </p:cNvPr>
          <p:cNvSpPr txBox="1"/>
          <p:nvPr/>
        </p:nvSpPr>
        <p:spPr>
          <a:xfrm>
            <a:off x="9303487" y="4603333"/>
            <a:ext cx="1246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Unnecessary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Images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0C3BFEA-A05E-795D-5D68-6CD4C74F3DBC}"/>
              </a:ext>
            </a:extLst>
          </p:cNvPr>
          <p:cNvSpPr txBox="1"/>
          <p:nvPr/>
        </p:nvSpPr>
        <p:spPr>
          <a:xfrm>
            <a:off x="7672847" y="3098354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(d) Unnecessary Image Filtering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4DA1A3B-EAFF-9376-60B0-123E68F185FC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51183" y="4426103"/>
            <a:ext cx="528754" cy="52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925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841C5-69CA-731D-CE04-6DA5B33F1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: 圆角 5">
            <a:extLst>
              <a:ext uri="{FF2B5EF4-FFF2-40B4-BE49-F238E27FC236}">
                <a16:creationId xmlns:a16="http://schemas.microsoft.com/office/drawing/2014/main" id="{CA2F4C77-4619-54EE-5147-B68B3A82DC0F}"/>
              </a:ext>
            </a:extLst>
          </p:cNvPr>
          <p:cNvSpPr/>
          <p:nvPr/>
        </p:nvSpPr>
        <p:spPr>
          <a:xfrm>
            <a:off x="470588" y="1040525"/>
            <a:ext cx="11371584" cy="4162096"/>
          </a:xfrm>
          <a:prstGeom prst="roundRect">
            <a:avLst>
              <a:gd name="adj" fmla="val 5285"/>
            </a:avLst>
          </a:prstGeom>
          <a:solidFill>
            <a:srgbClr val="835CC6">
              <a:alpha val="2794"/>
            </a:srgbClr>
          </a:solidFill>
          <a:ln w="19050">
            <a:solidFill>
              <a:srgbClr val="835CC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4" name="圆角矩形 183">
            <a:extLst>
              <a:ext uri="{FF2B5EF4-FFF2-40B4-BE49-F238E27FC236}">
                <a16:creationId xmlns:a16="http://schemas.microsoft.com/office/drawing/2014/main" id="{CFA9756C-AA9E-56B2-CA69-69F4C07105C5}"/>
              </a:ext>
            </a:extLst>
          </p:cNvPr>
          <p:cNvSpPr/>
          <p:nvPr/>
        </p:nvSpPr>
        <p:spPr>
          <a:xfrm>
            <a:off x="8221145" y="3956495"/>
            <a:ext cx="917457" cy="1132179"/>
          </a:xfrm>
          <a:prstGeom prst="roundRect">
            <a:avLst>
              <a:gd name="adj" fmla="val 7201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9" name="圆角矩形 188">
            <a:extLst>
              <a:ext uri="{FF2B5EF4-FFF2-40B4-BE49-F238E27FC236}">
                <a16:creationId xmlns:a16="http://schemas.microsoft.com/office/drawing/2014/main" id="{F58CE512-381E-B179-0FA0-0AAAAE6EFF88}"/>
              </a:ext>
            </a:extLst>
          </p:cNvPr>
          <p:cNvSpPr/>
          <p:nvPr/>
        </p:nvSpPr>
        <p:spPr>
          <a:xfrm>
            <a:off x="5421297" y="3956495"/>
            <a:ext cx="991330" cy="1132179"/>
          </a:xfrm>
          <a:prstGeom prst="roundRect">
            <a:avLst>
              <a:gd name="adj" fmla="val 6648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1" name="圆角矩形 170">
            <a:extLst>
              <a:ext uri="{FF2B5EF4-FFF2-40B4-BE49-F238E27FC236}">
                <a16:creationId xmlns:a16="http://schemas.microsoft.com/office/drawing/2014/main" id="{07E5C2C6-C89C-D6C0-D767-75B34A9DC086}"/>
              </a:ext>
            </a:extLst>
          </p:cNvPr>
          <p:cNvSpPr/>
          <p:nvPr/>
        </p:nvSpPr>
        <p:spPr>
          <a:xfrm>
            <a:off x="3040291" y="3906000"/>
            <a:ext cx="917457" cy="1132179"/>
          </a:xfrm>
          <a:prstGeom prst="roundRect">
            <a:avLst>
              <a:gd name="adj" fmla="val 8192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4" name="圆角矩形 163">
            <a:extLst>
              <a:ext uri="{FF2B5EF4-FFF2-40B4-BE49-F238E27FC236}">
                <a16:creationId xmlns:a16="http://schemas.microsoft.com/office/drawing/2014/main" id="{A797CA63-51F9-16E7-D1AF-8A96BE64D16B}"/>
              </a:ext>
            </a:extLst>
          </p:cNvPr>
          <p:cNvSpPr/>
          <p:nvPr/>
        </p:nvSpPr>
        <p:spPr>
          <a:xfrm>
            <a:off x="879700" y="3906873"/>
            <a:ext cx="917457" cy="1132179"/>
          </a:xfrm>
          <a:prstGeom prst="roundRect">
            <a:avLst>
              <a:gd name="adj" fmla="val 8080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7" name="圆角矩形 146">
            <a:extLst>
              <a:ext uri="{FF2B5EF4-FFF2-40B4-BE49-F238E27FC236}">
                <a16:creationId xmlns:a16="http://schemas.microsoft.com/office/drawing/2014/main" id="{E3CD293D-5341-6155-6225-199491A2D5AB}"/>
              </a:ext>
            </a:extLst>
          </p:cNvPr>
          <p:cNvSpPr/>
          <p:nvPr/>
        </p:nvSpPr>
        <p:spPr>
          <a:xfrm>
            <a:off x="10440150" y="1885788"/>
            <a:ext cx="917457" cy="1132179"/>
          </a:xfrm>
          <a:prstGeom prst="roundRect">
            <a:avLst>
              <a:gd name="adj" fmla="val 9187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圆角矩形 123">
            <a:extLst>
              <a:ext uri="{FF2B5EF4-FFF2-40B4-BE49-F238E27FC236}">
                <a16:creationId xmlns:a16="http://schemas.microsoft.com/office/drawing/2014/main" id="{51E7AB6E-C9DA-1F43-519F-55D39A375B7D}"/>
              </a:ext>
            </a:extLst>
          </p:cNvPr>
          <p:cNvSpPr/>
          <p:nvPr/>
        </p:nvSpPr>
        <p:spPr>
          <a:xfrm>
            <a:off x="7500274" y="1871195"/>
            <a:ext cx="917457" cy="1132179"/>
          </a:xfrm>
          <a:prstGeom prst="roundRect">
            <a:avLst>
              <a:gd name="adj" fmla="val 9018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4" name="圆角矩形 113">
            <a:extLst>
              <a:ext uri="{FF2B5EF4-FFF2-40B4-BE49-F238E27FC236}">
                <a16:creationId xmlns:a16="http://schemas.microsoft.com/office/drawing/2014/main" id="{78A902BC-2BC7-C149-560F-080452120151}"/>
              </a:ext>
            </a:extLst>
          </p:cNvPr>
          <p:cNvSpPr/>
          <p:nvPr/>
        </p:nvSpPr>
        <p:spPr>
          <a:xfrm>
            <a:off x="5336765" y="1870370"/>
            <a:ext cx="917457" cy="1132179"/>
          </a:xfrm>
          <a:prstGeom prst="roundRect">
            <a:avLst>
              <a:gd name="adj" fmla="val 8143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圆角矩形 103">
            <a:extLst>
              <a:ext uri="{FF2B5EF4-FFF2-40B4-BE49-F238E27FC236}">
                <a16:creationId xmlns:a16="http://schemas.microsoft.com/office/drawing/2014/main" id="{50A5B07F-409A-51DE-C596-2F57B6AE893E}"/>
              </a:ext>
            </a:extLst>
          </p:cNvPr>
          <p:cNvSpPr/>
          <p:nvPr/>
        </p:nvSpPr>
        <p:spPr>
          <a:xfrm>
            <a:off x="3078486" y="1873357"/>
            <a:ext cx="917457" cy="1132179"/>
          </a:xfrm>
          <a:prstGeom prst="roundRect">
            <a:avLst>
              <a:gd name="adj" fmla="val 8275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6293ED40-A2F6-C4D9-157F-7A8E46A2C8FF}"/>
              </a:ext>
            </a:extLst>
          </p:cNvPr>
          <p:cNvSpPr/>
          <p:nvPr/>
        </p:nvSpPr>
        <p:spPr>
          <a:xfrm>
            <a:off x="879501" y="1873357"/>
            <a:ext cx="917457" cy="1132179"/>
          </a:xfrm>
          <a:prstGeom prst="roundRect">
            <a:avLst>
              <a:gd name="adj" fmla="val 9303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C59CC2D-8723-F61D-4226-75775E08E964}"/>
              </a:ext>
            </a:extLst>
          </p:cNvPr>
          <p:cNvSpPr txBox="1"/>
          <p:nvPr/>
        </p:nvSpPr>
        <p:spPr>
          <a:xfrm>
            <a:off x="1970915" y="2102020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pic>
        <p:nvPicPr>
          <p:cNvPr id="46" name="图形 45">
            <a:extLst>
              <a:ext uri="{FF2B5EF4-FFF2-40B4-BE49-F238E27FC236}">
                <a16:creationId xmlns:a16="http://schemas.microsoft.com/office/drawing/2014/main" id="{7ACD86E5-3B59-DCF6-8637-E589FA2DBD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0689" y="2269732"/>
            <a:ext cx="568508" cy="557362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B29A1C38-5B7D-C2FD-B90B-01B798399F02}"/>
              </a:ext>
            </a:extLst>
          </p:cNvPr>
          <p:cNvSpPr txBox="1"/>
          <p:nvPr/>
        </p:nvSpPr>
        <p:spPr>
          <a:xfrm>
            <a:off x="2734357" y="1563309"/>
            <a:ext cx="1615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Candidate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9" name="图形 58">
            <a:extLst>
              <a:ext uri="{FF2B5EF4-FFF2-40B4-BE49-F238E27FC236}">
                <a16:creationId xmlns:a16="http://schemas.microsoft.com/office/drawing/2014/main" id="{1381CC9E-23FE-CCEF-48E5-FBE12D9734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8814" y="2250554"/>
            <a:ext cx="622327" cy="610125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35E10302-5AD6-8B2A-AFC6-36B42AB50829}"/>
              </a:ext>
            </a:extLst>
          </p:cNvPr>
          <p:cNvSpPr txBox="1"/>
          <p:nvPr/>
        </p:nvSpPr>
        <p:spPr>
          <a:xfrm>
            <a:off x="5004302" y="1569254"/>
            <a:ext cx="15717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Target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2" name="图形 61">
            <a:extLst>
              <a:ext uri="{FF2B5EF4-FFF2-40B4-BE49-F238E27FC236}">
                <a16:creationId xmlns:a16="http://schemas.microsoft.com/office/drawing/2014/main" id="{3CA2F79A-7152-C1EC-32BF-2B445B68E8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3083" y="2073404"/>
            <a:ext cx="279953" cy="279953"/>
          </a:xfrm>
          <a:prstGeom prst="rect">
            <a:avLst/>
          </a:prstGeom>
        </p:spPr>
      </p:pic>
      <p:cxnSp>
        <p:nvCxnSpPr>
          <p:cNvPr id="74" name="直接箭头连接符 90">
            <a:extLst>
              <a:ext uri="{FF2B5EF4-FFF2-40B4-BE49-F238E27FC236}">
                <a16:creationId xmlns:a16="http://schemas.microsoft.com/office/drawing/2014/main" id="{57A8D3BF-1716-141B-C849-5817EB6AE2A2}"/>
              </a:ext>
            </a:extLst>
          </p:cNvPr>
          <p:cNvCxnSpPr>
            <a:cxnSpLocks/>
            <a:stCxn id="85" idx="3"/>
            <a:endCxn id="104" idx="1"/>
          </p:cNvCxnSpPr>
          <p:nvPr/>
        </p:nvCxnSpPr>
        <p:spPr>
          <a:xfrm>
            <a:off x="1796958" y="2439447"/>
            <a:ext cx="12815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图片 77">
            <a:extLst>
              <a:ext uri="{FF2B5EF4-FFF2-40B4-BE49-F238E27FC236}">
                <a16:creationId xmlns:a16="http://schemas.microsoft.com/office/drawing/2014/main" id="{B9189079-B111-4E9B-FFD6-F9007EE03B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6653" y="2213304"/>
            <a:ext cx="330554" cy="330554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092FE7C6-0B4E-2315-0035-DC7E9816AA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988" y="2560801"/>
            <a:ext cx="398174" cy="398174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B48DAF03-DBD2-CEFC-B64C-3912B44B95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8308" y="2191293"/>
            <a:ext cx="358823" cy="358823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051F0F69-74BB-098B-06D6-3817C39EDEB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489" y="2590990"/>
            <a:ext cx="358824" cy="358824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E99EC26C-4290-A06A-D735-B86BB4617A9F}"/>
              </a:ext>
            </a:extLst>
          </p:cNvPr>
          <p:cNvSpPr txBox="1"/>
          <p:nvPr/>
        </p:nvSpPr>
        <p:spPr>
          <a:xfrm>
            <a:off x="717822" y="187119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4 used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77250D04-D009-1FD6-0158-FE5068930C88}"/>
              </a:ext>
            </a:extLst>
          </p:cNvPr>
          <p:cNvSpPr txBox="1"/>
          <p:nvPr/>
        </p:nvSpPr>
        <p:spPr>
          <a:xfrm>
            <a:off x="613645" y="1551084"/>
            <a:ext cx="1675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Selected Languages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3" name="图形 92">
            <a:extLst>
              <a:ext uri="{FF2B5EF4-FFF2-40B4-BE49-F238E27FC236}">
                <a16:creationId xmlns:a16="http://schemas.microsoft.com/office/drawing/2014/main" id="{D950B7C8-05FF-39BE-4A1D-CB64F3AB39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53158" y="2639169"/>
            <a:ext cx="510164" cy="510164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CB669C2-F272-5F7C-FE5D-9E5D2A22A22C}"/>
              </a:ext>
            </a:extLst>
          </p:cNvPr>
          <p:cNvSpPr txBox="1"/>
          <p:nvPr/>
        </p:nvSpPr>
        <p:spPr>
          <a:xfrm>
            <a:off x="2510307" y="1948567"/>
            <a:ext cx="2063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200 </a:t>
            </a:r>
          </a:p>
        </p:txBody>
      </p:sp>
      <p:pic>
        <p:nvPicPr>
          <p:cNvPr id="96" name="图形 95">
            <a:extLst>
              <a:ext uri="{FF2B5EF4-FFF2-40B4-BE49-F238E27FC236}">
                <a16:creationId xmlns:a16="http://schemas.microsoft.com/office/drawing/2014/main" id="{2F3DD557-16F4-654A-8C16-3FA8C7BB61A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5763" y="2576769"/>
            <a:ext cx="277000" cy="277000"/>
          </a:xfrm>
          <a:prstGeom prst="rect">
            <a:avLst/>
          </a:prstGeom>
        </p:spPr>
      </p:pic>
      <p:pic>
        <p:nvPicPr>
          <p:cNvPr id="98" name="图形 97">
            <a:extLst>
              <a:ext uri="{FF2B5EF4-FFF2-40B4-BE49-F238E27FC236}">
                <a16:creationId xmlns:a16="http://schemas.microsoft.com/office/drawing/2014/main" id="{A6E8CD4F-AC5E-C93A-7BE1-4E1D56BF53A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064338" y="2588225"/>
            <a:ext cx="259922" cy="259922"/>
          </a:xfrm>
          <a:prstGeom prst="rect">
            <a:avLst/>
          </a:prstGeom>
        </p:spPr>
      </p:pic>
      <p:sp>
        <p:nvSpPr>
          <p:cNvPr id="103" name="圆角矩形 102">
            <a:extLst>
              <a:ext uri="{FF2B5EF4-FFF2-40B4-BE49-F238E27FC236}">
                <a16:creationId xmlns:a16="http://schemas.microsoft.com/office/drawing/2014/main" id="{C0C1ACDD-C340-463A-E1B1-7146E82696B9}"/>
              </a:ext>
            </a:extLst>
          </p:cNvPr>
          <p:cNvSpPr/>
          <p:nvPr/>
        </p:nvSpPr>
        <p:spPr>
          <a:xfrm>
            <a:off x="1995021" y="2568455"/>
            <a:ext cx="839861" cy="437081"/>
          </a:xfrm>
          <a:prstGeom prst="roundRect">
            <a:avLst>
              <a:gd name="adj" fmla="val 1435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3E332179-5184-38FE-AD29-C4DE9525047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46505" y="2080482"/>
            <a:ext cx="272876" cy="272876"/>
          </a:xfrm>
          <a:prstGeom prst="rect">
            <a:avLst/>
          </a:prstGeom>
        </p:spPr>
      </p:pic>
      <p:cxnSp>
        <p:nvCxnSpPr>
          <p:cNvPr id="109" name="直接箭头连接符 90">
            <a:extLst>
              <a:ext uri="{FF2B5EF4-FFF2-40B4-BE49-F238E27FC236}">
                <a16:creationId xmlns:a16="http://schemas.microsoft.com/office/drawing/2014/main" id="{8EC1F26C-5951-64F8-0319-6252FE78CB05}"/>
              </a:ext>
            </a:extLst>
          </p:cNvPr>
          <p:cNvCxnSpPr>
            <a:cxnSpLocks/>
          </p:cNvCxnSpPr>
          <p:nvPr/>
        </p:nvCxnSpPr>
        <p:spPr>
          <a:xfrm flipV="1">
            <a:off x="4007964" y="2439446"/>
            <a:ext cx="1292400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040D9D7E-DE08-4B79-ACC2-3B974A0DB2AB}"/>
              </a:ext>
            </a:extLst>
          </p:cNvPr>
          <p:cNvSpPr txBox="1"/>
          <p:nvPr/>
        </p:nvSpPr>
        <p:spPr>
          <a:xfrm>
            <a:off x="4168424" y="209370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40BC680-2DCD-C93C-00E7-8229D8964893}"/>
              </a:ext>
            </a:extLst>
          </p:cNvPr>
          <p:cNvSpPr txBox="1"/>
          <p:nvPr/>
        </p:nvSpPr>
        <p:spPr>
          <a:xfrm>
            <a:off x="3913457" y="2529054"/>
            <a:ext cx="1383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Different </a:t>
            </a:r>
          </a:p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Domains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9D583862-FC5B-C31E-82C4-8981B2D51B49}"/>
              </a:ext>
            </a:extLst>
          </p:cNvPr>
          <p:cNvSpPr txBox="1"/>
          <p:nvPr/>
        </p:nvSpPr>
        <p:spPr>
          <a:xfrm>
            <a:off x="4604060" y="1912756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01A72E64-A291-69EF-6FB0-219FDC956DDC}"/>
              </a:ext>
            </a:extLst>
          </p:cNvPr>
          <p:cNvSpPr txBox="1"/>
          <p:nvPr/>
        </p:nvSpPr>
        <p:spPr>
          <a:xfrm>
            <a:off x="5345001" y="1959579"/>
            <a:ext cx="909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8" name="直接箭头连接符 26">
            <a:extLst>
              <a:ext uri="{FF2B5EF4-FFF2-40B4-BE49-F238E27FC236}">
                <a16:creationId xmlns:a16="http://schemas.microsoft.com/office/drawing/2014/main" id="{DF36972A-9065-92C4-02EF-EEB010BD5594}"/>
              </a:ext>
            </a:extLst>
          </p:cNvPr>
          <p:cNvCxnSpPr>
            <a:cxnSpLocks/>
            <a:stCxn id="114" idx="3"/>
            <a:endCxn id="124" idx="1"/>
          </p:cNvCxnSpPr>
          <p:nvPr/>
        </p:nvCxnSpPr>
        <p:spPr>
          <a:xfrm>
            <a:off x="6254222" y="2436460"/>
            <a:ext cx="1246052" cy="8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图形 118">
            <a:extLst>
              <a:ext uri="{FF2B5EF4-FFF2-40B4-BE49-F238E27FC236}">
                <a16:creationId xmlns:a16="http://schemas.microsoft.com/office/drawing/2014/main" id="{0995C5F8-6B00-4A07-717F-8C52B5215AE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28408" y="2079213"/>
            <a:ext cx="270012" cy="270012"/>
          </a:xfrm>
          <a:prstGeom prst="rect">
            <a:avLst/>
          </a:prstGeom>
        </p:spPr>
      </p:pic>
      <p:pic>
        <p:nvPicPr>
          <p:cNvPr id="122" name="图形 121">
            <a:extLst>
              <a:ext uri="{FF2B5EF4-FFF2-40B4-BE49-F238E27FC236}">
                <a16:creationId xmlns:a16="http://schemas.microsoft.com/office/drawing/2014/main" id="{DDE19BDA-1AFE-5B15-9BA5-F9E9561FD16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720349" y="2353516"/>
            <a:ext cx="560724" cy="560724"/>
          </a:xfrm>
          <a:prstGeom prst="rect">
            <a:avLst/>
          </a:prstGeom>
        </p:spPr>
      </p:pic>
      <p:sp>
        <p:nvSpPr>
          <p:cNvPr id="125" name="文本框 124">
            <a:extLst>
              <a:ext uri="{FF2B5EF4-FFF2-40B4-BE49-F238E27FC236}">
                <a16:creationId xmlns:a16="http://schemas.microsoft.com/office/drawing/2014/main" id="{031892B8-CF9E-5C8C-BE8E-FE5434CFBEE8}"/>
              </a:ext>
            </a:extLst>
          </p:cNvPr>
          <p:cNvSpPr txBox="1"/>
          <p:nvPr/>
        </p:nvSpPr>
        <p:spPr>
          <a:xfrm>
            <a:off x="6414536" y="209775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17E33645-AD51-563D-7A6E-BD9029DDE893}"/>
              </a:ext>
            </a:extLst>
          </p:cNvPr>
          <p:cNvSpPr txBox="1"/>
          <p:nvPr/>
        </p:nvSpPr>
        <p:spPr>
          <a:xfrm>
            <a:off x="6253304" y="2529055"/>
            <a:ext cx="1246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GitHub API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A3D3638B-248F-370E-40A2-B9179EBCA893}"/>
              </a:ext>
            </a:extLst>
          </p:cNvPr>
          <p:cNvSpPr txBox="1"/>
          <p:nvPr/>
        </p:nvSpPr>
        <p:spPr>
          <a:xfrm>
            <a:off x="7389019" y="1566505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Raw PRs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5408BC5F-846B-38AE-71BB-CCEA41044FC5}"/>
              </a:ext>
            </a:extLst>
          </p:cNvPr>
          <p:cNvSpPr txBox="1"/>
          <p:nvPr/>
        </p:nvSpPr>
        <p:spPr>
          <a:xfrm>
            <a:off x="7499357" y="1892798"/>
            <a:ext cx="917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5" name="直接箭头连接符 26">
            <a:extLst>
              <a:ext uri="{FF2B5EF4-FFF2-40B4-BE49-F238E27FC236}">
                <a16:creationId xmlns:a16="http://schemas.microsoft.com/office/drawing/2014/main" id="{B1BF9BE9-E2E8-9909-F6EB-35959E15B7C9}"/>
              </a:ext>
            </a:extLst>
          </p:cNvPr>
          <p:cNvCxnSpPr>
            <a:cxnSpLocks/>
          </p:cNvCxnSpPr>
          <p:nvPr/>
        </p:nvCxnSpPr>
        <p:spPr>
          <a:xfrm flipV="1">
            <a:off x="8469097" y="2408047"/>
            <a:ext cx="19601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7" name="图形 136">
            <a:extLst>
              <a:ext uri="{FF2B5EF4-FFF2-40B4-BE49-F238E27FC236}">
                <a16:creationId xmlns:a16="http://schemas.microsoft.com/office/drawing/2014/main" id="{73106C87-B0A7-7F47-0488-B8FF8733B8E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538777" y="2059220"/>
            <a:ext cx="279953" cy="279953"/>
          </a:xfrm>
          <a:prstGeom prst="rect">
            <a:avLst/>
          </a:prstGeom>
        </p:spPr>
      </p:pic>
      <p:sp>
        <p:nvSpPr>
          <p:cNvPr id="138" name="文本框 137">
            <a:extLst>
              <a:ext uri="{FF2B5EF4-FFF2-40B4-BE49-F238E27FC236}">
                <a16:creationId xmlns:a16="http://schemas.microsoft.com/office/drawing/2014/main" id="{4CB768D7-BAF2-0E59-29FE-EC08D51EEB8D}"/>
              </a:ext>
            </a:extLst>
          </p:cNvPr>
          <p:cNvSpPr txBox="1"/>
          <p:nvPr/>
        </p:nvSpPr>
        <p:spPr>
          <a:xfrm>
            <a:off x="8633473" y="2072226"/>
            <a:ext cx="1735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Attribute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9068CE82-A9C1-7D9B-923B-51C7C9630A47}"/>
              </a:ext>
            </a:extLst>
          </p:cNvPr>
          <p:cNvSpPr txBox="1"/>
          <p:nvPr/>
        </p:nvSpPr>
        <p:spPr>
          <a:xfrm>
            <a:off x="8575411" y="2493403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Related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Issues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1877EE76-DE1C-27C1-0CC5-0C0270ECB296}"/>
              </a:ext>
            </a:extLst>
          </p:cNvPr>
          <p:cNvSpPr txBox="1"/>
          <p:nvPr/>
        </p:nvSpPr>
        <p:spPr>
          <a:xfrm>
            <a:off x="8592896" y="2755752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Changed Tests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4" name="图片 143">
            <a:extLst>
              <a:ext uri="{FF2B5EF4-FFF2-40B4-BE49-F238E27FC236}">
                <a16:creationId xmlns:a16="http://schemas.microsoft.com/office/drawing/2014/main" id="{8C95545E-F161-852E-BC53-9FC563984C4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45745" y="2520483"/>
            <a:ext cx="189719" cy="189719"/>
          </a:xfrm>
          <a:prstGeom prst="rect">
            <a:avLst/>
          </a:prstGeom>
        </p:spPr>
      </p:pic>
      <p:pic>
        <p:nvPicPr>
          <p:cNvPr id="145" name="图片 144">
            <a:extLst>
              <a:ext uri="{FF2B5EF4-FFF2-40B4-BE49-F238E27FC236}">
                <a16:creationId xmlns:a16="http://schemas.microsoft.com/office/drawing/2014/main" id="{2397A623-C86D-999C-FC49-F268AEAC811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45745" y="2767951"/>
            <a:ext cx="187971" cy="187971"/>
          </a:xfrm>
          <a:prstGeom prst="rect">
            <a:avLst/>
          </a:prstGeom>
        </p:spPr>
      </p:pic>
      <p:sp>
        <p:nvSpPr>
          <p:cNvPr id="148" name="文本框 147">
            <a:extLst>
              <a:ext uri="{FF2B5EF4-FFF2-40B4-BE49-F238E27FC236}">
                <a16:creationId xmlns:a16="http://schemas.microsoft.com/office/drawing/2014/main" id="{A321FE79-0E55-0232-2646-2A642C12CD57}"/>
              </a:ext>
            </a:extLst>
          </p:cNvPr>
          <p:cNvSpPr txBox="1"/>
          <p:nvPr/>
        </p:nvSpPr>
        <p:spPr>
          <a:xfrm>
            <a:off x="10323999" y="1569089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PRs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9" name="图形 148">
            <a:extLst>
              <a:ext uri="{FF2B5EF4-FFF2-40B4-BE49-F238E27FC236}">
                <a16:creationId xmlns:a16="http://schemas.microsoft.com/office/drawing/2014/main" id="{55CC7AD0-6933-CCA2-7202-2E6DB5A0C2C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633928" y="2360395"/>
            <a:ext cx="576923" cy="576923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1ACA9F64-2C13-B2A8-05CC-AA65A79B8663}"/>
              </a:ext>
            </a:extLst>
          </p:cNvPr>
          <p:cNvSpPr txBox="1"/>
          <p:nvPr/>
        </p:nvSpPr>
        <p:spPr>
          <a:xfrm>
            <a:off x="10461418" y="1918023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4D30AE17-E191-4749-2DB0-10B2FA9F6FD5}"/>
              </a:ext>
            </a:extLst>
          </p:cNvPr>
          <p:cNvSpPr txBox="1"/>
          <p:nvPr/>
        </p:nvSpPr>
        <p:spPr>
          <a:xfrm>
            <a:off x="757953" y="3564148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PRs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6" name="图形 165">
            <a:extLst>
              <a:ext uri="{FF2B5EF4-FFF2-40B4-BE49-F238E27FC236}">
                <a16:creationId xmlns:a16="http://schemas.microsoft.com/office/drawing/2014/main" id="{9C992685-D7CA-1E38-62D8-BFEEBC05D55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46013" y="4357105"/>
            <a:ext cx="586453" cy="586453"/>
          </a:xfrm>
          <a:prstGeom prst="rect">
            <a:avLst/>
          </a:prstGeom>
        </p:spPr>
      </p:pic>
      <p:sp>
        <p:nvSpPr>
          <p:cNvPr id="167" name="文本框 166">
            <a:extLst>
              <a:ext uri="{FF2B5EF4-FFF2-40B4-BE49-F238E27FC236}">
                <a16:creationId xmlns:a16="http://schemas.microsoft.com/office/drawing/2014/main" id="{EABFD38E-F029-DD0A-4EA7-7C7C75E68CBB}"/>
              </a:ext>
            </a:extLst>
          </p:cNvPr>
          <p:cNvSpPr txBox="1"/>
          <p:nvPr/>
        </p:nvSpPr>
        <p:spPr>
          <a:xfrm>
            <a:off x="900969" y="3939108"/>
            <a:ext cx="88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0" name="直接箭头连接符 90">
            <a:extLst>
              <a:ext uri="{FF2B5EF4-FFF2-40B4-BE49-F238E27FC236}">
                <a16:creationId xmlns:a16="http://schemas.microsoft.com/office/drawing/2014/main" id="{7FB6FEA9-4B6F-E5AC-016D-1ABAE52B74A3}"/>
              </a:ext>
            </a:extLst>
          </p:cNvPr>
          <p:cNvCxnSpPr>
            <a:cxnSpLocks/>
            <a:endCxn id="171" idx="1"/>
          </p:cNvCxnSpPr>
          <p:nvPr/>
        </p:nvCxnSpPr>
        <p:spPr>
          <a:xfrm>
            <a:off x="1805968" y="4458815"/>
            <a:ext cx="12343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>
            <a:extLst>
              <a:ext uri="{FF2B5EF4-FFF2-40B4-BE49-F238E27FC236}">
                <a16:creationId xmlns:a16="http://schemas.microsoft.com/office/drawing/2014/main" id="{D3295C04-DAA4-A5CF-7EB8-4F7366001C40}"/>
              </a:ext>
            </a:extLst>
          </p:cNvPr>
          <p:cNvSpPr txBox="1"/>
          <p:nvPr/>
        </p:nvSpPr>
        <p:spPr>
          <a:xfrm>
            <a:off x="2784757" y="3563003"/>
            <a:ext cx="1520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Built 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97FF7B2F-F196-6248-3F86-E47243A535A4}"/>
              </a:ext>
            </a:extLst>
          </p:cNvPr>
          <p:cNvSpPr txBox="1"/>
          <p:nvPr/>
        </p:nvSpPr>
        <p:spPr>
          <a:xfrm>
            <a:off x="3061559" y="3964119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AA012531-9E3D-4E7B-C28C-2C15AA9CEBCE}"/>
              </a:ext>
            </a:extLst>
          </p:cNvPr>
          <p:cNvSpPr txBox="1"/>
          <p:nvPr/>
        </p:nvSpPr>
        <p:spPr>
          <a:xfrm>
            <a:off x="1948018" y="4115818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Extracting</a:t>
            </a:r>
          </a:p>
        </p:txBody>
      </p:sp>
      <p:pic>
        <p:nvPicPr>
          <p:cNvPr id="177" name="图片 176">
            <a:extLst>
              <a:ext uri="{FF2B5EF4-FFF2-40B4-BE49-F238E27FC236}">
                <a16:creationId xmlns:a16="http://schemas.microsoft.com/office/drawing/2014/main" id="{E03755AF-0C16-A7E8-66B4-D5BB9981FAC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65855" y="4115818"/>
            <a:ext cx="286337" cy="286337"/>
          </a:xfrm>
          <a:prstGeom prst="rect">
            <a:avLst/>
          </a:prstGeom>
        </p:spPr>
      </p:pic>
      <p:pic>
        <p:nvPicPr>
          <p:cNvPr id="179" name="图片 178">
            <a:extLst>
              <a:ext uri="{FF2B5EF4-FFF2-40B4-BE49-F238E27FC236}">
                <a16:creationId xmlns:a16="http://schemas.microsoft.com/office/drawing/2014/main" id="{CFDFB90B-8C89-C139-593B-C8F37E6B1B4C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34218" y="4450395"/>
            <a:ext cx="491310" cy="491310"/>
          </a:xfrm>
          <a:prstGeom prst="rect">
            <a:avLst/>
          </a:prstGeom>
        </p:spPr>
      </p:pic>
      <p:pic>
        <p:nvPicPr>
          <p:cNvPr id="181" name="图片 180">
            <a:extLst>
              <a:ext uri="{FF2B5EF4-FFF2-40B4-BE49-F238E27FC236}">
                <a16:creationId xmlns:a16="http://schemas.microsoft.com/office/drawing/2014/main" id="{19CC3E72-5508-A0ED-D248-773EA06F0FE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235061" y="4400718"/>
            <a:ext cx="542840" cy="542840"/>
          </a:xfrm>
          <a:prstGeom prst="rect">
            <a:avLst/>
          </a:prstGeom>
        </p:spPr>
      </p:pic>
      <p:sp>
        <p:nvSpPr>
          <p:cNvPr id="182" name="文本框 181">
            <a:extLst>
              <a:ext uri="{FF2B5EF4-FFF2-40B4-BE49-F238E27FC236}">
                <a16:creationId xmlns:a16="http://schemas.microsoft.com/office/drawing/2014/main" id="{0418B984-5EAC-1728-F3F6-92E91F690B2A}"/>
              </a:ext>
            </a:extLst>
          </p:cNvPr>
          <p:cNvSpPr txBox="1"/>
          <p:nvPr/>
        </p:nvSpPr>
        <p:spPr>
          <a:xfrm>
            <a:off x="1762885" y="4543770"/>
            <a:ext cx="1215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 Issue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Information</a:t>
            </a:r>
          </a:p>
        </p:txBody>
      </p:sp>
      <p:cxnSp>
        <p:nvCxnSpPr>
          <p:cNvPr id="183" name="直接箭头连接符 90">
            <a:extLst>
              <a:ext uri="{FF2B5EF4-FFF2-40B4-BE49-F238E27FC236}">
                <a16:creationId xmlns:a16="http://schemas.microsoft.com/office/drawing/2014/main" id="{9A822314-643A-EDB8-8CAF-DA6DA27E2ACF}"/>
              </a:ext>
            </a:extLst>
          </p:cNvPr>
          <p:cNvCxnSpPr>
            <a:cxnSpLocks/>
          </p:cNvCxnSpPr>
          <p:nvPr/>
        </p:nvCxnSpPr>
        <p:spPr>
          <a:xfrm>
            <a:off x="3971471" y="4472962"/>
            <a:ext cx="147599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文本框 184">
            <a:extLst>
              <a:ext uri="{FF2B5EF4-FFF2-40B4-BE49-F238E27FC236}">
                <a16:creationId xmlns:a16="http://schemas.microsoft.com/office/drawing/2014/main" id="{3C630D4A-13D0-73F1-2349-D82DDD772FFC}"/>
              </a:ext>
            </a:extLst>
          </p:cNvPr>
          <p:cNvSpPr txBox="1"/>
          <p:nvPr/>
        </p:nvSpPr>
        <p:spPr>
          <a:xfrm>
            <a:off x="7848696" y="3595860"/>
            <a:ext cx="1662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Result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A5A12685-CB07-8F59-B7D1-AB4C08A41957}"/>
              </a:ext>
            </a:extLst>
          </p:cNvPr>
          <p:cNvSpPr txBox="1"/>
          <p:nvPr/>
        </p:nvSpPr>
        <p:spPr>
          <a:xfrm>
            <a:off x="8242413" y="3988730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BD24BF04-5366-D6F8-2E20-C63FC3CD1823}"/>
              </a:ext>
            </a:extLst>
          </p:cNvPr>
          <p:cNvSpPr txBox="1"/>
          <p:nvPr/>
        </p:nvSpPr>
        <p:spPr>
          <a:xfrm>
            <a:off x="4971918" y="3581866"/>
            <a:ext cx="2089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Constructed Environment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335EA119-A1C0-60D1-DB88-A9C344404CD5}"/>
              </a:ext>
            </a:extLst>
          </p:cNvPr>
          <p:cNvSpPr txBox="1"/>
          <p:nvPr/>
        </p:nvSpPr>
        <p:spPr>
          <a:xfrm>
            <a:off x="5352815" y="3988730"/>
            <a:ext cx="1123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Execution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Environment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2" name="直接箭头连接符 26">
            <a:extLst>
              <a:ext uri="{FF2B5EF4-FFF2-40B4-BE49-F238E27FC236}">
                <a16:creationId xmlns:a16="http://schemas.microsoft.com/office/drawing/2014/main" id="{0AE63D11-24DB-9E9C-D77A-8FDBE200A462}"/>
              </a:ext>
            </a:extLst>
          </p:cNvPr>
          <p:cNvCxnSpPr>
            <a:cxnSpLocks/>
            <a:stCxn id="189" idx="3"/>
          </p:cNvCxnSpPr>
          <p:nvPr/>
        </p:nvCxnSpPr>
        <p:spPr>
          <a:xfrm>
            <a:off x="6412627" y="4522585"/>
            <a:ext cx="180000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文本框 194">
            <a:extLst>
              <a:ext uri="{FF2B5EF4-FFF2-40B4-BE49-F238E27FC236}">
                <a16:creationId xmlns:a16="http://schemas.microsoft.com/office/drawing/2014/main" id="{7EFDB9FE-B526-19DF-90FA-9BF77DA6211A}"/>
              </a:ext>
            </a:extLst>
          </p:cNvPr>
          <p:cNvSpPr txBox="1"/>
          <p:nvPr/>
        </p:nvSpPr>
        <p:spPr>
          <a:xfrm>
            <a:off x="6243825" y="4054568"/>
            <a:ext cx="2332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Execution-based 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Verification</a:t>
            </a:r>
          </a:p>
        </p:txBody>
      </p:sp>
      <p:pic>
        <p:nvPicPr>
          <p:cNvPr id="199" name="图片 198">
            <a:extLst>
              <a:ext uri="{FF2B5EF4-FFF2-40B4-BE49-F238E27FC236}">
                <a16:creationId xmlns:a16="http://schemas.microsoft.com/office/drawing/2014/main" id="{BC585E76-655D-2E51-E7A3-2A6F00E2D01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43176" y="4614473"/>
            <a:ext cx="298074" cy="298074"/>
          </a:xfrm>
          <a:prstGeom prst="rect">
            <a:avLst/>
          </a:prstGeom>
        </p:spPr>
      </p:pic>
      <p:pic>
        <p:nvPicPr>
          <p:cNvPr id="201" name="图片 200">
            <a:extLst>
              <a:ext uri="{FF2B5EF4-FFF2-40B4-BE49-F238E27FC236}">
                <a16:creationId xmlns:a16="http://schemas.microsoft.com/office/drawing/2014/main" id="{57454E2E-A1FC-D9BB-3B80-C8195F042BA3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440027" y="4144539"/>
            <a:ext cx="296326" cy="296326"/>
          </a:xfrm>
          <a:prstGeom prst="rect">
            <a:avLst/>
          </a:prstGeom>
        </p:spPr>
      </p:pic>
      <p:sp>
        <p:nvSpPr>
          <p:cNvPr id="202" name="文本框 201">
            <a:extLst>
              <a:ext uri="{FF2B5EF4-FFF2-40B4-BE49-F238E27FC236}">
                <a16:creationId xmlns:a16="http://schemas.microsoft.com/office/drawing/2014/main" id="{89DCD487-FAC6-3C78-6CDC-53ED9D08B4B7}"/>
              </a:ext>
            </a:extLst>
          </p:cNvPr>
          <p:cNvSpPr txBox="1"/>
          <p:nvPr/>
        </p:nvSpPr>
        <p:spPr>
          <a:xfrm>
            <a:off x="6678691" y="4592582"/>
            <a:ext cx="1584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Existing Tests from Fail to Pass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6" name="图片 205">
            <a:extLst>
              <a:ext uri="{FF2B5EF4-FFF2-40B4-BE49-F238E27FC236}">
                <a16:creationId xmlns:a16="http://schemas.microsoft.com/office/drawing/2014/main" id="{1C695DBE-37E5-BED0-80F2-47AD90065252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611702" y="4392817"/>
            <a:ext cx="608031" cy="608031"/>
          </a:xfrm>
          <a:prstGeom prst="rect">
            <a:avLst/>
          </a:prstGeom>
        </p:spPr>
      </p:pic>
      <p:pic>
        <p:nvPicPr>
          <p:cNvPr id="208" name="图片 207">
            <a:extLst>
              <a:ext uri="{FF2B5EF4-FFF2-40B4-BE49-F238E27FC236}">
                <a16:creationId xmlns:a16="http://schemas.microsoft.com/office/drawing/2014/main" id="{4B4F95C6-7669-2218-27D9-BFC3D8AB37C2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14862" y="4128560"/>
            <a:ext cx="272157" cy="272157"/>
          </a:xfrm>
          <a:prstGeom prst="rect">
            <a:avLst/>
          </a:prstGeom>
        </p:spPr>
      </p:pic>
      <p:sp>
        <p:nvSpPr>
          <p:cNvPr id="209" name="文本框 208">
            <a:extLst>
              <a:ext uri="{FF2B5EF4-FFF2-40B4-BE49-F238E27FC236}">
                <a16:creationId xmlns:a16="http://schemas.microsoft.com/office/drawing/2014/main" id="{2B7B6D2F-D159-76AD-CD71-7B6E52F96AD9}"/>
              </a:ext>
            </a:extLst>
          </p:cNvPr>
          <p:cNvSpPr txBox="1"/>
          <p:nvPr/>
        </p:nvSpPr>
        <p:spPr>
          <a:xfrm>
            <a:off x="4201422" y="4135948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Constructing</a:t>
            </a:r>
          </a:p>
        </p:txBody>
      </p:sp>
      <p:pic>
        <p:nvPicPr>
          <p:cNvPr id="211" name="图片 210">
            <a:extLst>
              <a:ext uri="{FF2B5EF4-FFF2-40B4-BE49-F238E27FC236}">
                <a16:creationId xmlns:a16="http://schemas.microsoft.com/office/drawing/2014/main" id="{E72518EB-4105-E1C5-DD07-E0ED478A5230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959039" y="4546339"/>
            <a:ext cx="366208" cy="366208"/>
          </a:xfrm>
          <a:prstGeom prst="rect">
            <a:avLst/>
          </a:prstGeom>
        </p:spPr>
      </p:pic>
      <p:sp>
        <p:nvSpPr>
          <p:cNvPr id="212" name="文本框 211">
            <a:extLst>
              <a:ext uri="{FF2B5EF4-FFF2-40B4-BE49-F238E27FC236}">
                <a16:creationId xmlns:a16="http://schemas.microsoft.com/office/drawing/2014/main" id="{979E127D-4507-33E5-3D66-EC202054A4BF}"/>
              </a:ext>
            </a:extLst>
          </p:cNvPr>
          <p:cNvSpPr txBox="1"/>
          <p:nvPr/>
        </p:nvSpPr>
        <p:spPr>
          <a:xfrm>
            <a:off x="4111379" y="4517532"/>
            <a:ext cx="1430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Reading Repos' Documents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7C5390D1-CA1C-333B-4BAC-E74B38F0469F}"/>
              </a:ext>
            </a:extLst>
          </p:cNvPr>
          <p:cNvSpPr txBox="1"/>
          <p:nvPr/>
        </p:nvSpPr>
        <p:spPr>
          <a:xfrm>
            <a:off x="1185742" y="112256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 Language and Repository Selection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DC4AA140-41EB-2383-89DF-DB82D677E749}"/>
              </a:ext>
            </a:extLst>
          </p:cNvPr>
          <p:cNvSpPr txBox="1"/>
          <p:nvPr/>
        </p:nvSpPr>
        <p:spPr>
          <a:xfrm>
            <a:off x="6210892" y="112320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 Pull Request Data Collection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B1114E21-F0A1-4F35-78C3-3757779F9F67}"/>
              </a:ext>
            </a:extLst>
          </p:cNvPr>
          <p:cNvSpPr txBox="1"/>
          <p:nvPr/>
        </p:nvSpPr>
        <p:spPr>
          <a:xfrm>
            <a:off x="418659" y="313200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(c) Task Instance Construction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95EF612F-2289-1F98-6CDE-1B512C66141C}"/>
              </a:ext>
            </a:extLst>
          </p:cNvPr>
          <p:cNvSpPr txBox="1"/>
          <p:nvPr/>
        </p:nvSpPr>
        <p:spPr>
          <a:xfrm>
            <a:off x="4036793" y="3117085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(d) Execution-Based Verification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9B5538A-DE21-71DF-EA6A-AED31E35742C}"/>
              </a:ext>
            </a:extLst>
          </p:cNvPr>
          <p:cNvSpPr/>
          <p:nvPr/>
        </p:nvSpPr>
        <p:spPr>
          <a:xfrm>
            <a:off x="10429264" y="3956495"/>
            <a:ext cx="917457" cy="1132179"/>
          </a:xfrm>
          <a:prstGeom prst="roundRect">
            <a:avLst>
              <a:gd name="adj" fmla="val 9187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05E95E-4EB9-3F91-B4FE-AFAE0FE911EE}"/>
              </a:ext>
            </a:extLst>
          </p:cNvPr>
          <p:cNvSpPr txBox="1"/>
          <p:nvPr/>
        </p:nvSpPr>
        <p:spPr>
          <a:xfrm>
            <a:off x="10313113" y="3639796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Final Results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3CCC936-F20E-D232-0606-41850846DCCD}"/>
              </a:ext>
            </a:extLst>
          </p:cNvPr>
          <p:cNvSpPr txBox="1"/>
          <p:nvPr/>
        </p:nvSpPr>
        <p:spPr>
          <a:xfrm>
            <a:off x="10450532" y="3988730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Final 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26">
            <a:extLst>
              <a:ext uri="{FF2B5EF4-FFF2-40B4-BE49-F238E27FC236}">
                <a16:creationId xmlns:a16="http://schemas.microsoft.com/office/drawing/2014/main" id="{60B9B2D1-F4B3-5C9A-0475-58594C54D656}"/>
              </a:ext>
            </a:extLst>
          </p:cNvPr>
          <p:cNvCxnSpPr>
            <a:cxnSpLocks/>
          </p:cNvCxnSpPr>
          <p:nvPr/>
        </p:nvCxnSpPr>
        <p:spPr>
          <a:xfrm>
            <a:off x="9169951" y="4529189"/>
            <a:ext cx="126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形 9">
            <a:extLst>
              <a:ext uri="{FF2B5EF4-FFF2-40B4-BE49-F238E27FC236}">
                <a16:creationId xmlns:a16="http://schemas.microsoft.com/office/drawing/2014/main" id="{9F379FA1-1B13-F0A1-7372-2328ED17444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198169" y="4182615"/>
            <a:ext cx="279953" cy="27995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83315B9-C79A-3C57-8E29-CC8FFB69EE6C}"/>
              </a:ext>
            </a:extLst>
          </p:cNvPr>
          <p:cNvSpPr txBox="1"/>
          <p:nvPr/>
        </p:nvSpPr>
        <p:spPr>
          <a:xfrm>
            <a:off x="9303157" y="4186587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EAB45CD-41AF-CE1E-2E5C-D57E8FAAC778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210547" y="4660650"/>
            <a:ext cx="324455" cy="32445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55CE0944-7267-042B-06AB-A25BB64F0822}"/>
              </a:ext>
            </a:extLst>
          </p:cNvPr>
          <p:cNvSpPr txBox="1"/>
          <p:nvPr/>
        </p:nvSpPr>
        <p:spPr>
          <a:xfrm>
            <a:off x="9303487" y="4603333"/>
            <a:ext cx="1246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Unnecessary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Images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A86633C-2A2B-679F-B93C-8EFE75B714F0}"/>
              </a:ext>
            </a:extLst>
          </p:cNvPr>
          <p:cNvSpPr txBox="1"/>
          <p:nvPr/>
        </p:nvSpPr>
        <p:spPr>
          <a:xfrm>
            <a:off x="7672847" y="3098354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(d) Unnecessary Image Filtering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683743B-81ED-D47F-7D94-0F46399EE003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51183" y="4426103"/>
            <a:ext cx="528754" cy="52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758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47429-3F0F-C4BB-9A40-45451C227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: 圆角 5">
            <a:extLst>
              <a:ext uri="{FF2B5EF4-FFF2-40B4-BE49-F238E27FC236}">
                <a16:creationId xmlns:a16="http://schemas.microsoft.com/office/drawing/2014/main" id="{07246658-0CD5-09A6-D6EF-DA300765658C}"/>
              </a:ext>
            </a:extLst>
          </p:cNvPr>
          <p:cNvSpPr/>
          <p:nvPr/>
        </p:nvSpPr>
        <p:spPr>
          <a:xfrm>
            <a:off x="470588" y="1040525"/>
            <a:ext cx="11371584" cy="4162096"/>
          </a:xfrm>
          <a:prstGeom prst="roundRect">
            <a:avLst>
              <a:gd name="adj" fmla="val 5285"/>
            </a:avLst>
          </a:prstGeom>
          <a:solidFill>
            <a:srgbClr val="835CC6">
              <a:alpha val="2794"/>
            </a:srgbClr>
          </a:solidFill>
          <a:ln w="19050">
            <a:solidFill>
              <a:srgbClr val="835CC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4" name="圆角矩形 183">
            <a:extLst>
              <a:ext uri="{FF2B5EF4-FFF2-40B4-BE49-F238E27FC236}">
                <a16:creationId xmlns:a16="http://schemas.microsoft.com/office/drawing/2014/main" id="{9B91EE3A-FC69-EDD3-EEF7-C0E2FBE89980}"/>
              </a:ext>
            </a:extLst>
          </p:cNvPr>
          <p:cNvSpPr/>
          <p:nvPr/>
        </p:nvSpPr>
        <p:spPr>
          <a:xfrm>
            <a:off x="8221145" y="3906000"/>
            <a:ext cx="917457" cy="1132179"/>
          </a:xfrm>
          <a:prstGeom prst="roundRect">
            <a:avLst>
              <a:gd name="adj" fmla="val 7201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9" name="圆角矩形 188">
            <a:extLst>
              <a:ext uri="{FF2B5EF4-FFF2-40B4-BE49-F238E27FC236}">
                <a16:creationId xmlns:a16="http://schemas.microsoft.com/office/drawing/2014/main" id="{3F0E5794-8751-E8B6-012E-A55C0F09561F}"/>
              </a:ext>
            </a:extLst>
          </p:cNvPr>
          <p:cNvSpPr/>
          <p:nvPr/>
        </p:nvSpPr>
        <p:spPr>
          <a:xfrm>
            <a:off x="5421297" y="3906000"/>
            <a:ext cx="991330" cy="1132179"/>
          </a:xfrm>
          <a:prstGeom prst="roundRect">
            <a:avLst>
              <a:gd name="adj" fmla="val 6648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1" name="圆角矩形 170">
            <a:extLst>
              <a:ext uri="{FF2B5EF4-FFF2-40B4-BE49-F238E27FC236}">
                <a16:creationId xmlns:a16="http://schemas.microsoft.com/office/drawing/2014/main" id="{A619DDF8-4781-4664-4680-4BB142E7BCAD}"/>
              </a:ext>
            </a:extLst>
          </p:cNvPr>
          <p:cNvSpPr/>
          <p:nvPr/>
        </p:nvSpPr>
        <p:spPr>
          <a:xfrm>
            <a:off x="3040291" y="3906000"/>
            <a:ext cx="917457" cy="1132179"/>
          </a:xfrm>
          <a:prstGeom prst="roundRect">
            <a:avLst>
              <a:gd name="adj" fmla="val 8192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4" name="圆角矩形 163">
            <a:extLst>
              <a:ext uri="{FF2B5EF4-FFF2-40B4-BE49-F238E27FC236}">
                <a16:creationId xmlns:a16="http://schemas.microsoft.com/office/drawing/2014/main" id="{CBF606CD-21EA-BCE4-530D-BEA8B59DD4B6}"/>
              </a:ext>
            </a:extLst>
          </p:cNvPr>
          <p:cNvSpPr/>
          <p:nvPr/>
        </p:nvSpPr>
        <p:spPr>
          <a:xfrm>
            <a:off x="879700" y="3906873"/>
            <a:ext cx="917457" cy="1132179"/>
          </a:xfrm>
          <a:prstGeom prst="roundRect">
            <a:avLst>
              <a:gd name="adj" fmla="val 8080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7" name="圆角矩形 146">
            <a:extLst>
              <a:ext uri="{FF2B5EF4-FFF2-40B4-BE49-F238E27FC236}">
                <a16:creationId xmlns:a16="http://schemas.microsoft.com/office/drawing/2014/main" id="{16E5D777-F3DB-E3CD-8CB5-424C33067121}"/>
              </a:ext>
            </a:extLst>
          </p:cNvPr>
          <p:cNvSpPr/>
          <p:nvPr/>
        </p:nvSpPr>
        <p:spPr>
          <a:xfrm>
            <a:off x="10440150" y="1872000"/>
            <a:ext cx="917457" cy="1132179"/>
          </a:xfrm>
          <a:prstGeom prst="roundRect">
            <a:avLst>
              <a:gd name="adj" fmla="val 9187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圆角矩形 123">
            <a:extLst>
              <a:ext uri="{FF2B5EF4-FFF2-40B4-BE49-F238E27FC236}">
                <a16:creationId xmlns:a16="http://schemas.microsoft.com/office/drawing/2014/main" id="{EDED464E-D734-79F4-2FB6-989B940E0D18}"/>
              </a:ext>
            </a:extLst>
          </p:cNvPr>
          <p:cNvSpPr/>
          <p:nvPr/>
        </p:nvSpPr>
        <p:spPr>
          <a:xfrm>
            <a:off x="7500274" y="1871195"/>
            <a:ext cx="917457" cy="1132179"/>
          </a:xfrm>
          <a:prstGeom prst="roundRect">
            <a:avLst>
              <a:gd name="adj" fmla="val 9018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4" name="圆角矩形 113">
            <a:extLst>
              <a:ext uri="{FF2B5EF4-FFF2-40B4-BE49-F238E27FC236}">
                <a16:creationId xmlns:a16="http://schemas.microsoft.com/office/drawing/2014/main" id="{AE347BB3-61C2-5526-70B9-F7A126F9FB9A}"/>
              </a:ext>
            </a:extLst>
          </p:cNvPr>
          <p:cNvSpPr/>
          <p:nvPr/>
        </p:nvSpPr>
        <p:spPr>
          <a:xfrm>
            <a:off x="5336765" y="1870370"/>
            <a:ext cx="917457" cy="1132179"/>
          </a:xfrm>
          <a:prstGeom prst="roundRect">
            <a:avLst>
              <a:gd name="adj" fmla="val 8143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圆角矩形 103">
            <a:extLst>
              <a:ext uri="{FF2B5EF4-FFF2-40B4-BE49-F238E27FC236}">
                <a16:creationId xmlns:a16="http://schemas.microsoft.com/office/drawing/2014/main" id="{69D36E1A-D84E-DFA9-69B9-D6A472373003}"/>
              </a:ext>
            </a:extLst>
          </p:cNvPr>
          <p:cNvSpPr/>
          <p:nvPr/>
        </p:nvSpPr>
        <p:spPr>
          <a:xfrm>
            <a:off x="3078486" y="1873357"/>
            <a:ext cx="917457" cy="1132179"/>
          </a:xfrm>
          <a:prstGeom prst="roundRect">
            <a:avLst>
              <a:gd name="adj" fmla="val 8275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AF61527A-13A0-9054-06E0-E3462731B0E2}"/>
              </a:ext>
            </a:extLst>
          </p:cNvPr>
          <p:cNvSpPr/>
          <p:nvPr/>
        </p:nvSpPr>
        <p:spPr>
          <a:xfrm>
            <a:off x="879501" y="1873357"/>
            <a:ext cx="917457" cy="1132179"/>
          </a:xfrm>
          <a:prstGeom prst="roundRect">
            <a:avLst>
              <a:gd name="adj" fmla="val 9303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75CE209-BF00-99D5-57EE-B6C81F5156A9}"/>
              </a:ext>
            </a:extLst>
          </p:cNvPr>
          <p:cNvSpPr txBox="1"/>
          <p:nvPr/>
        </p:nvSpPr>
        <p:spPr>
          <a:xfrm>
            <a:off x="1970915" y="2102020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pic>
        <p:nvPicPr>
          <p:cNvPr id="46" name="图形 45">
            <a:extLst>
              <a:ext uri="{FF2B5EF4-FFF2-40B4-BE49-F238E27FC236}">
                <a16:creationId xmlns:a16="http://schemas.microsoft.com/office/drawing/2014/main" id="{86E221A8-07C0-11A5-A15F-91A9CB2A1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0689" y="2269732"/>
            <a:ext cx="568508" cy="557362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00C308C4-EB21-45E1-6A6B-9375C69D1CCF}"/>
              </a:ext>
            </a:extLst>
          </p:cNvPr>
          <p:cNvSpPr txBox="1"/>
          <p:nvPr/>
        </p:nvSpPr>
        <p:spPr>
          <a:xfrm>
            <a:off x="2734357" y="1569600"/>
            <a:ext cx="1615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Candidate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9" name="图形 58">
            <a:extLst>
              <a:ext uri="{FF2B5EF4-FFF2-40B4-BE49-F238E27FC236}">
                <a16:creationId xmlns:a16="http://schemas.microsoft.com/office/drawing/2014/main" id="{8C187645-C8FC-019E-F6D4-0B532B3BCF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8814" y="2250554"/>
            <a:ext cx="622327" cy="610125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58DC6F36-AE55-CD08-0BE2-1A416F80F74B}"/>
              </a:ext>
            </a:extLst>
          </p:cNvPr>
          <p:cNvSpPr txBox="1"/>
          <p:nvPr/>
        </p:nvSpPr>
        <p:spPr>
          <a:xfrm>
            <a:off x="5004302" y="1569254"/>
            <a:ext cx="15717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Target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2" name="图形 61">
            <a:extLst>
              <a:ext uri="{FF2B5EF4-FFF2-40B4-BE49-F238E27FC236}">
                <a16:creationId xmlns:a16="http://schemas.microsoft.com/office/drawing/2014/main" id="{F40C77E1-6729-9E43-C7A5-1520E7E522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3083" y="2073404"/>
            <a:ext cx="279953" cy="279953"/>
          </a:xfrm>
          <a:prstGeom prst="rect">
            <a:avLst/>
          </a:prstGeom>
        </p:spPr>
      </p:pic>
      <p:cxnSp>
        <p:nvCxnSpPr>
          <p:cNvPr id="74" name="直接箭头连接符 90">
            <a:extLst>
              <a:ext uri="{FF2B5EF4-FFF2-40B4-BE49-F238E27FC236}">
                <a16:creationId xmlns:a16="http://schemas.microsoft.com/office/drawing/2014/main" id="{8AEDD8F4-8616-5CC2-33FF-AA721FB08945}"/>
              </a:ext>
            </a:extLst>
          </p:cNvPr>
          <p:cNvCxnSpPr>
            <a:cxnSpLocks/>
            <a:stCxn id="85" idx="3"/>
            <a:endCxn id="104" idx="1"/>
          </p:cNvCxnSpPr>
          <p:nvPr/>
        </p:nvCxnSpPr>
        <p:spPr>
          <a:xfrm>
            <a:off x="1796958" y="2439447"/>
            <a:ext cx="12815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图片 77">
            <a:extLst>
              <a:ext uri="{FF2B5EF4-FFF2-40B4-BE49-F238E27FC236}">
                <a16:creationId xmlns:a16="http://schemas.microsoft.com/office/drawing/2014/main" id="{BD5C97F1-BDF8-A8D8-FFC9-5A8AE2ABBD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6653" y="2213304"/>
            <a:ext cx="330554" cy="330554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9CE2D417-870F-8EB7-42B2-C8466F9ECC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988" y="2560801"/>
            <a:ext cx="398174" cy="398174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CE74B0B5-CF53-278A-3422-00E73B895F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8308" y="2191293"/>
            <a:ext cx="358823" cy="358823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3AF848A0-2404-939A-7147-F6D0C27E7C9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489" y="2590990"/>
            <a:ext cx="358824" cy="358824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A62FCBF4-B5BC-6B47-FEF9-EB044A083002}"/>
              </a:ext>
            </a:extLst>
          </p:cNvPr>
          <p:cNvSpPr txBox="1"/>
          <p:nvPr/>
        </p:nvSpPr>
        <p:spPr>
          <a:xfrm>
            <a:off x="717822" y="187119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4 used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A41D7585-24BC-A3A0-23D4-F7835D569BD9}"/>
              </a:ext>
            </a:extLst>
          </p:cNvPr>
          <p:cNvSpPr txBox="1"/>
          <p:nvPr/>
        </p:nvSpPr>
        <p:spPr>
          <a:xfrm>
            <a:off x="613645" y="1569600"/>
            <a:ext cx="1675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Selected Languages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3" name="图形 92">
            <a:extLst>
              <a:ext uri="{FF2B5EF4-FFF2-40B4-BE49-F238E27FC236}">
                <a16:creationId xmlns:a16="http://schemas.microsoft.com/office/drawing/2014/main" id="{138E3D17-4241-83B6-CE1C-483252FA686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53158" y="2639169"/>
            <a:ext cx="510164" cy="510164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514990CA-3128-4E3C-F604-643BAE230D0C}"/>
              </a:ext>
            </a:extLst>
          </p:cNvPr>
          <p:cNvSpPr txBox="1"/>
          <p:nvPr/>
        </p:nvSpPr>
        <p:spPr>
          <a:xfrm>
            <a:off x="2510307" y="1948567"/>
            <a:ext cx="2063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200 </a:t>
            </a:r>
          </a:p>
        </p:txBody>
      </p:sp>
      <p:pic>
        <p:nvPicPr>
          <p:cNvPr id="96" name="图形 95">
            <a:extLst>
              <a:ext uri="{FF2B5EF4-FFF2-40B4-BE49-F238E27FC236}">
                <a16:creationId xmlns:a16="http://schemas.microsoft.com/office/drawing/2014/main" id="{54189981-965F-E6E6-83D0-EC26FA60107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5763" y="2576769"/>
            <a:ext cx="277000" cy="277000"/>
          </a:xfrm>
          <a:prstGeom prst="rect">
            <a:avLst/>
          </a:prstGeom>
        </p:spPr>
      </p:pic>
      <p:pic>
        <p:nvPicPr>
          <p:cNvPr id="98" name="图形 97">
            <a:extLst>
              <a:ext uri="{FF2B5EF4-FFF2-40B4-BE49-F238E27FC236}">
                <a16:creationId xmlns:a16="http://schemas.microsoft.com/office/drawing/2014/main" id="{9CEB7DD5-BC9C-F93F-11F4-CDB5357ADC2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064338" y="2588225"/>
            <a:ext cx="259922" cy="259922"/>
          </a:xfrm>
          <a:prstGeom prst="rect">
            <a:avLst/>
          </a:prstGeom>
        </p:spPr>
      </p:pic>
      <p:sp>
        <p:nvSpPr>
          <p:cNvPr id="103" name="圆角矩形 102">
            <a:extLst>
              <a:ext uri="{FF2B5EF4-FFF2-40B4-BE49-F238E27FC236}">
                <a16:creationId xmlns:a16="http://schemas.microsoft.com/office/drawing/2014/main" id="{0264F6F7-4D6D-5AA4-F81B-6FF33017FC9E}"/>
              </a:ext>
            </a:extLst>
          </p:cNvPr>
          <p:cNvSpPr/>
          <p:nvPr/>
        </p:nvSpPr>
        <p:spPr>
          <a:xfrm>
            <a:off x="1995021" y="2568455"/>
            <a:ext cx="839861" cy="437081"/>
          </a:xfrm>
          <a:prstGeom prst="roundRect">
            <a:avLst>
              <a:gd name="adj" fmla="val 1435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BCB2C0C9-D6DF-CDCE-6DF5-50201278C4B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46505" y="2080482"/>
            <a:ext cx="272876" cy="272876"/>
          </a:xfrm>
          <a:prstGeom prst="rect">
            <a:avLst/>
          </a:prstGeom>
        </p:spPr>
      </p:pic>
      <p:cxnSp>
        <p:nvCxnSpPr>
          <p:cNvPr id="109" name="直接箭头连接符 90">
            <a:extLst>
              <a:ext uri="{FF2B5EF4-FFF2-40B4-BE49-F238E27FC236}">
                <a16:creationId xmlns:a16="http://schemas.microsoft.com/office/drawing/2014/main" id="{E7E79DFB-EBDD-E1D3-D52D-A5DE0C52DCC0}"/>
              </a:ext>
            </a:extLst>
          </p:cNvPr>
          <p:cNvCxnSpPr>
            <a:cxnSpLocks/>
          </p:cNvCxnSpPr>
          <p:nvPr/>
        </p:nvCxnSpPr>
        <p:spPr>
          <a:xfrm flipV="1">
            <a:off x="4007964" y="2439446"/>
            <a:ext cx="1292400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F9E02B2-6911-4A1B-53F6-9A0C9FB074BB}"/>
              </a:ext>
            </a:extLst>
          </p:cNvPr>
          <p:cNvSpPr txBox="1"/>
          <p:nvPr/>
        </p:nvSpPr>
        <p:spPr>
          <a:xfrm>
            <a:off x="4168424" y="209370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236571FA-30D5-E6F1-C15B-4B90DE58F2F8}"/>
              </a:ext>
            </a:extLst>
          </p:cNvPr>
          <p:cNvSpPr txBox="1"/>
          <p:nvPr/>
        </p:nvSpPr>
        <p:spPr>
          <a:xfrm>
            <a:off x="3913457" y="2529054"/>
            <a:ext cx="1383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Different </a:t>
            </a:r>
          </a:p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Domains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640E47BB-325C-9AAB-6469-049E49B08B68}"/>
              </a:ext>
            </a:extLst>
          </p:cNvPr>
          <p:cNvSpPr txBox="1"/>
          <p:nvPr/>
        </p:nvSpPr>
        <p:spPr>
          <a:xfrm>
            <a:off x="4604060" y="1912756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84F90A79-1779-25CF-CC01-AD1A8C0E8CD6}"/>
              </a:ext>
            </a:extLst>
          </p:cNvPr>
          <p:cNvSpPr txBox="1"/>
          <p:nvPr/>
        </p:nvSpPr>
        <p:spPr>
          <a:xfrm>
            <a:off x="5345001" y="1959579"/>
            <a:ext cx="909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8" name="直接箭头连接符 26">
            <a:extLst>
              <a:ext uri="{FF2B5EF4-FFF2-40B4-BE49-F238E27FC236}">
                <a16:creationId xmlns:a16="http://schemas.microsoft.com/office/drawing/2014/main" id="{FC28DE6D-E477-5AB4-603D-AA0007652BAD}"/>
              </a:ext>
            </a:extLst>
          </p:cNvPr>
          <p:cNvCxnSpPr>
            <a:cxnSpLocks/>
            <a:stCxn id="114" idx="3"/>
            <a:endCxn id="124" idx="1"/>
          </p:cNvCxnSpPr>
          <p:nvPr/>
        </p:nvCxnSpPr>
        <p:spPr>
          <a:xfrm>
            <a:off x="6254222" y="2436460"/>
            <a:ext cx="1246052" cy="8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图形 118">
            <a:extLst>
              <a:ext uri="{FF2B5EF4-FFF2-40B4-BE49-F238E27FC236}">
                <a16:creationId xmlns:a16="http://schemas.microsoft.com/office/drawing/2014/main" id="{50E3B320-C508-4032-F440-7FFAA1B2ADA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28408" y="2079213"/>
            <a:ext cx="270012" cy="270012"/>
          </a:xfrm>
          <a:prstGeom prst="rect">
            <a:avLst/>
          </a:prstGeom>
        </p:spPr>
      </p:pic>
      <p:pic>
        <p:nvPicPr>
          <p:cNvPr id="122" name="图形 121">
            <a:extLst>
              <a:ext uri="{FF2B5EF4-FFF2-40B4-BE49-F238E27FC236}">
                <a16:creationId xmlns:a16="http://schemas.microsoft.com/office/drawing/2014/main" id="{0B67A78F-9229-2C4A-BEAA-1359B18EB02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720349" y="2353516"/>
            <a:ext cx="560724" cy="560724"/>
          </a:xfrm>
          <a:prstGeom prst="rect">
            <a:avLst/>
          </a:prstGeom>
        </p:spPr>
      </p:pic>
      <p:sp>
        <p:nvSpPr>
          <p:cNvPr id="125" name="文本框 124">
            <a:extLst>
              <a:ext uri="{FF2B5EF4-FFF2-40B4-BE49-F238E27FC236}">
                <a16:creationId xmlns:a16="http://schemas.microsoft.com/office/drawing/2014/main" id="{D8B68D89-BCFB-46EF-166D-223D6111E950}"/>
              </a:ext>
            </a:extLst>
          </p:cNvPr>
          <p:cNvSpPr txBox="1"/>
          <p:nvPr/>
        </p:nvSpPr>
        <p:spPr>
          <a:xfrm>
            <a:off x="6414536" y="209775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FCBAFD58-FF93-E0AD-50E5-14FE8C7AF02E}"/>
              </a:ext>
            </a:extLst>
          </p:cNvPr>
          <p:cNvSpPr txBox="1"/>
          <p:nvPr/>
        </p:nvSpPr>
        <p:spPr>
          <a:xfrm>
            <a:off x="6253304" y="2529055"/>
            <a:ext cx="1246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GitHub API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0A541036-0B5A-38CC-A69F-931E48550228}"/>
              </a:ext>
            </a:extLst>
          </p:cNvPr>
          <p:cNvSpPr txBox="1"/>
          <p:nvPr/>
        </p:nvSpPr>
        <p:spPr>
          <a:xfrm>
            <a:off x="7389019" y="1569600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Raw PRs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B7C68AFC-8CAA-22F6-9525-B7CE0DBD63CA}"/>
              </a:ext>
            </a:extLst>
          </p:cNvPr>
          <p:cNvSpPr txBox="1"/>
          <p:nvPr/>
        </p:nvSpPr>
        <p:spPr>
          <a:xfrm>
            <a:off x="7499357" y="1892798"/>
            <a:ext cx="917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5" name="直接箭头连接符 26">
            <a:extLst>
              <a:ext uri="{FF2B5EF4-FFF2-40B4-BE49-F238E27FC236}">
                <a16:creationId xmlns:a16="http://schemas.microsoft.com/office/drawing/2014/main" id="{A1FB9328-EE59-F60D-E6FE-7016F17E8E01}"/>
              </a:ext>
            </a:extLst>
          </p:cNvPr>
          <p:cNvCxnSpPr>
            <a:cxnSpLocks/>
          </p:cNvCxnSpPr>
          <p:nvPr/>
        </p:nvCxnSpPr>
        <p:spPr>
          <a:xfrm flipV="1">
            <a:off x="8469097" y="2408047"/>
            <a:ext cx="19601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7" name="图形 136">
            <a:extLst>
              <a:ext uri="{FF2B5EF4-FFF2-40B4-BE49-F238E27FC236}">
                <a16:creationId xmlns:a16="http://schemas.microsoft.com/office/drawing/2014/main" id="{F75DE14D-6FA0-92B9-7F68-C6F24044D78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538777" y="2059220"/>
            <a:ext cx="279953" cy="279953"/>
          </a:xfrm>
          <a:prstGeom prst="rect">
            <a:avLst/>
          </a:prstGeom>
        </p:spPr>
      </p:pic>
      <p:sp>
        <p:nvSpPr>
          <p:cNvPr id="138" name="文本框 137">
            <a:extLst>
              <a:ext uri="{FF2B5EF4-FFF2-40B4-BE49-F238E27FC236}">
                <a16:creationId xmlns:a16="http://schemas.microsoft.com/office/drawing/2014/main" id="{606068E2-B8C9-6BD0-8605-EA3F847EA99B}"/>
              </a:ext>
            </a:extLst>
          </p:cNvPr>
          <p:cNvSpPr txBox="1"/>
          <p:nvPr/>
        </p:nvSpPr>
        <p:spPr>
          <a:xfrm>
            <a:off x="8633473" y="2072226"/>
            <a:ext cx="1735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Attribute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4907BDEB-BAB3-BB5C-267B-AC7B54BC2F1C}"/>
              </a:ext>
            </a:extLst>
          </p:cNvPr>
          <p:cNvSpPr txBox="1"/>
          <p:nvPr/>
        </p:nvSpPr>
        <p:spPr>
          <a:xfrm>
            <a:off x="8575411" y="2493403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Related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Issues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122929F7-7E58-F727-D434-19DB0BC833CD}"/>
              </a:ext>
            </a:extLst>
          </p:cNvPr>
          <p:cNvSpPr txBox="1"/>
          <p:nvPr/>
        </p:nvSpPr>
        <p:spPr>
          <a:xfrm>
            <a:off x="8592896" y="2755752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Changed Tests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4" name="图片 143">
            <a:extLst>
              <a:ext uri="{FF2B5EF4-FFF2-40B4-BE49-F238E27FC236}">
                <a16:creationId xmlns:a16="http://schemas.microsoft.com/office/drawing/2014/main" id="{4D42776A-8B18-F2BA-E8C0-DCF8797ED373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45745" y="2520483"/>
            <a:ext cx="189719" cy="189719"/>
          </a:xfrm>
          <a:prstGeom prst="rect">
            <a:avLst/>
          </a:prstGeom>
        </p:spPr>
      </p:pic>
      <p:pic>
        <p:nvPicPr>
          <p:cNvPr id="145" name="图片 144">
            <a:extLst>
              <a:ext uri="{FF2B5EF4-FFF2-40B4-BE49-F238E27FC236}">
                <a16:creationId xmlns:a16="http://schemas.microsoft.com/office/drawing/2014/main" id="{805237D8-9520-2598-01C3-94D444E76C4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45745" y="2767951"/>
            <a:ext cx="187971" cy="187971"/>
          </a:xfrm>
          <a:prstGeom prst="rect">
            <a:avLst/>
          </a:prstGeom>
        </p:spPr>
      </p:pic>
      <p:sp>
        <p:nvSpPr>
          <p:cNvPr id="148" name="文本框 147">
            <a:extLst>
              <a:ext uri="{FF2B5EF4-FFF2-40B4-BE49-F238E27FC236}">
                <a16:creationId xmlns:a16="http://schemas.microsoft.com/office/drawing/2014/main" id="{23D86028-1A78-910A-7892-27A6FDE82069}"/>
              </a:ext>
            </a:extLst>
          </p:cNvPr>
          <p:cNvSpPr txBox="1"/>
          <p:nvPr/>
        </p:nvSpPr>
        <p:spPr>
          <a:xfrm>
            <a:off x="10323999" y="1569089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PRs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9" name="图形 148">
            <a:extLst>
              <a:ext uri="{FF2B5EF4-FFF2-40B4-BE49-F238E27FC236}">
                <a16:creationId xmlns:a16="http://schemas.microsoft.com/office/drawing/2014/main" id="{98330B0B-6EF6-C760-6EF6-8B08AACA67D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633928" y="2360395"/>
            <a:ext cx="576923" cy="576923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FFEC770F-BE6D-2F02-B386-FCE6B7D256FC}"/>
              </a:ext>
            </a:extLst>
          </p:cNvPr>
          <p:cNvSpPr txBox="1"/>
          <p:nvPr/>
        </p:nvSpPr>
        <p:spPr>
          <a:xfrm>
            <a:off x="10461418" y="1918023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953E3B33-A327-57E9-34C2-413B7007CDD1}"/>
              </a:ext>
            </a:extLst>
          </p:cNvPr>
          <p:cNvSpPr txBox="1"/>
          <p:nvPr/>
        </p:nvSpPr>
        <p:spPr>
          <a:xfrm>
            <a:off x="757953" y="3600000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PRs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6" name="图形 165">
            <a:extLst>
              <a:ext uri="{FF2B5EF4-FFF2-40B4-BE49-F238E27FC236}">
                <a16:creationId xmlns:a16="http://schemas.microsoft.com/office/drawing/2014/main" id="{00A95198-C4DB-E4D6-4403-1A4C0DA914A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46013" y="4357105"/>
            <a:ext cx="586453" cy="586453"/>
          </a:xfrm>
          <a:prstGeom prst="rect">
            <a:avLst/>
          </a:prstGeom>
        </p:spPr>
      </p:pic>
      <p:sp>
        <p:nvSpPr>
          <p:cNvPr id="167" name="文本框 166">
            <a:extLst>
              <a:ext uri="{FF2B5EF4-FFF2-40B4-BE49-F238E27FC236}">
                <a16:creationId xmlns:a16="http://schemas.microsoft.com/office/drawing/2014/main" id="{84418562-798F-EE0C-7AB8-D8F6CE60D3E7}"/>
              </a:ext>
            </a:extLst>
          </p:cNvPr>
          <p:cNvSpPr txBox="1"/>
          <p:nvPr/>
        </p:nvSpPr>
        <p:spPr>
          <a:xfrm>
            <a:off x="900969" y="3939108"/>
            <a:ext cx="88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0" name="直接箭头连接符 90">
            <a:extLst>
              <a:ext uri="{FF2B5EF4-FFF2-40B4-BE49-F238E27FC236}">
                <a16:creationId xmlns:a16="http://schemas.microsoft.com/office/drawing/2014/main" id="{A3F6D1D2-3D29-7021-5904-DD9EE4C25EA8}"/>
              </a:ext>
            </a:extLst>
          </p:cNvPr>
          <p:cNvCxnSpPr>
            <a:cxnSpLocks/>
            <a:endCxn id="171" idx="1"/>
          </p:cNvCxnSpPr>
          <p:nvPr/>
        </p:nvCxnSpPr>
        <p:spPr>
          <a:xfrm>
            <a:off x="1805968" y="4458815"/>
            <a:ext cx="12343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>
            <a:extLst>
              <a:ext uri="{FF2B5EF4-FFF2-40B4-BE49-F238E27FC236}">
                <a16:creationId xmlns:a16="http://schemas.microsoft.com/office/drawing/2014/main" id="{4085D73F-B08B-DADF-16DA-611D73C3F4DA}"/>
              </a:ext>
            </a:extLst>
          </p:cNvPr>
          <p:cNvSpPr txBox="1"/>
          <p:nvPr/>
        </p:nvSpPr>
        <p:spPr>
          <a:xfrm>
            <a:off x="2784757" y="3600000"/>
            <a:ext cx="1520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Built 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C264C147-1429-B8A1-7DE4-209E26B3D8B1}"/>
              </a:ext>
            </a:extLst>
          </p:cNvPr>
          <p:cNvSpPr txBox="1"/>
          <p:nvPr/>
        </p:nvSpPr>
        <p:spPr>
          <a:xfrm>
            <a:off x="3061559" y="3964119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2007F680-57F4-6651-36A3-10DC71B5D8C3}"/>
              </a:ext>
            </a:extLst>
          </p:cNvPr>
          <p:cNvSpPr txBox="1"/>
          <p:nvPr/>
        </p:nvSpPr>
        <p:spPr>
          <a:xfrm>
            <a:off x="1948018" y="4115818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Extracting</a:t>
            </a:r>
          </a:p>
        </p:txBody>
      </p:sp>
      <p:pic>
        <p:nvPicPr>
          <p:cNvPr id="177" name="图片 176">
            <a:extLst>
              <a:ext uri="{FF2B5EF4-FFF2-40B4-BE49-F238E27FC236}">
                <a16:creationId xmlns:a16="http://schemas.microsoft.com/office/drawing/2014/main" id="{5D3D9F68-22C6-D3D0-8E84-35D6BE52F54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65855" y="4115818"/>
            <a:ext cx="286337" cy="286337"/>
          </a:xfrm>
          <a:prstGeom prst="rect">
            <a:avLst/>
          </a:prstGeom>
        </p:spPr>
      </p:pic>
      <p:pic>
        <p:nvPicPr>
          <p:cNvPr id="179" name="图片 178">
            <a:extLst>
              <a:ext uri="{FF2B5EF4-FFF2-40B4-BE49-F238E27FC236}">
                <a16:creationId xmlns:a16="http://schemas.microsoft.com/office/drawing/2014/main" id="{6AC364CE-7559-9071-BBE1-F7BED793E5FB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34218" y="4450395"/>
            <a:ext cx="491310" cy="491310"/>
          </a:xfrm>
          <a:prstGeom prst="rect">
            <a:avLst/>
          </a:prstGeom>
        </p:spPr>
      </p:pic>
      <p:pic>
        <p:nvPicPr>
          <p:cNvPr id="181" name="图片 180">
            <a:extLst>
              <a:ext uri="{FF2B5EF4-FFF2-40B4-BE49-F238E27FC236}">
                <a16:creationId xmlns:a16="http://schemas.microsoft.com/office/drawing/2014/main" id="{07739542-4F94-6BD1-B6C2-2D45B5A62268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235061" y="4400718"/>
            <a:ext cx="542840" cy="542840"/>
          </a:xfrm>
          <a:prstGeom prst="rect">
            <a:avLst/>
          </a:prstGeom>
        </p:spPr>
      </p:pic>
      <p:sp>
        <p:nvSpPr>
          <p:cNvPr id="182" name="文本框 181">
            <a:extLst>
              <a:ext uri="{FF2B5EF4-FFF2-40B4-BE49-F238E27FC236}">
                <a16:creationId xmlns:a16="http://schemas.microsoft.com/office/drawing/2014/main" id="{366AB56C-BA5C-4720-2E3B-A9B8E22E282C}"/>
              </a:ext>
            </a:extLst>
          </p:cNvPr>
          <p:cNvSpPr txBox="1"/>
          <p:nvPr/>
        </p:nvSpPr>
        <p:spPr>
          <a:xfrm>
            <a:off x="1762885" y="4543770"/>
            <a:ext cx="1215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 Issue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Information</a:t>
            </a:r>
          </a:p>
        </p:txBody>
      </p:sp>
      <p:cxnSp>
        <p:nvCxnSpPr>
          <p:cNvPr id="183" name="直接箭头连接符 90">
            <a:extLst>
              <a:ext uri="{FF2B5EF4-FFF2-40B4-BE49-F238E27FC236}">
                <a16:creationId xmlns:a16="http://schemas.microsoft.com/office/drawing/2014/main" id="{EFC87EA8-4902-FEAE-5B28-03D2EF001231}"/>
              </a:ext>
            </a:extLst>
          </p:cNvPr>
          <p:cNvCxnSpPr>
            <a:cxnSpLocks/>
          </p:cNvCxnSpPr>
          <p:nvPr/>
        </p:nvCxnSpPr>
        <p:spPr>
          <a:xfrm>
            <a:off x="3971471" y="4472962"/>
            <a:ext cx="147599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文本框 184">
            <a:extLst>
              <a:ext uri="{FF2B5EF4-FFF2-40B4-BE49-F238E27FC236}">
                <a16:creationId xmlns:a16="http://schemas.microsoft.com/office/drawing/2014/main" id="{B678B221-E4A9-564D-4300-0B9D36722BFC}"/>
              </a:ext>
            </a:extLst>
          </p:cNvPr>
          <p:cNvSpPr txBox="1"/>
          <p:nvPr/>
        </p:nvSpPr>
        <p:spPr>
          <a:xfrm>
            <a:off x="7848696" y="3600000"/>
            <a:ext cx="1662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Result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9BE90486-71A7-BD99-55E1-AD9FA376A6C1}"/>
              </a:ext>
            </a:extLst>
          </p:cNvPr>
          <p:cNvSpPr txBox="1"/>
          <p:nvPr/>
        </p:nvSpPr>
        <p:spPr>
          <a:xfrm>
            <a:off x="8242413" y="3988730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A640BA13-470E-8A79-6E95-C15F1431FBDB}"/>
              </a:ext>
            </a:extLst>
          </p:cNvPr>
          <p:cNvSpPr txBox="1"/>
          <p:nvPr/>
        </p:nvSpPr>
        <p:spPr>
          <a:xfrm>
            <a:off x="4971918" y="3600000"/>
            <a:ext cx="2089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Constructed Environment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DB4D7A04-1E0F-911C-E369-0487FCCCC580}"/>
              </a:ext>
            </a:extLst>
          </p:cNvPr>
          <p:cNvSpPr txBox="1"/>
          <p:nvPr/>
        </p:nvSpPr>
        <p:spPr>
          <a:xfrm>
            <a:off x="5352815" y="3988730"/>
            <a:ext cx="1123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Execution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Environment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2" name="直接箭头连接符 26">
            <a:extLst>
              <a:ext uri="{FF2B5EF4-FFF2-40B4-BE49-F238E27FC236}">
                <a16:creationId xmlns:a16="http://schemas.microsoft.com/office/drawing/2014/main" id="{996CCC3E-9F0F-7A93-AFED-AE04A6538ABE}"/>
              </a:ext>
            </a:extLst>
          </p:cNvPr>
          <p:cNvCxnSpPr>
            <a:cxnSpLocks/>
            <a:stCxn id="189" idx="3"/>
          </p:cNvCxnSpPr>
          <p:nvPr/>
        </p:nvCxnSpPr>
        <p:spPr>
          <a:xfrm>
            <a:off x="6412627" y="4472090"/>
            <a:ext cx="180000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文本框 194">
            <a:extLst>
              <a:ext uri="{FF2B5EF4-FFF2-40B4-BE49-F238E27FC236}">
                <a16:creationId xmlns:a16="http://schemas.microsoft.com/office/drawing/2014/main" id="{AF7EA2CB-F392-3899-3BF0-A487B094BA74}"/>
              </a:ext>
            </a:extLst>
          </p:cNvPr>
          <p:cNvSpPr txBox="1"/>
          <p:nvPr/>
        </p:nvSpPr>
        <p:spPr>
          <a:xfrm>
            <a:off x="6243825" y="4054568"/>
            <a:ext cx="2332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Execution-based 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Verification</a:t>
            </a:r>
          </a:p>
        </p:txBody>
      </p:sp>
      <p:pic>
        <p:nvPicPr>
          <p:cNvPr id="199" name="图片 198">
            <a:extLst>
              <a:ext uri="{FF2B5EF4-FFF2-40B4-BE49-F238E27FC236}">
                <a16:creationId xmlns:a16="http://schemas.microsoft.com/office/drawing/2014/main" id="{09D71CFA-9FB9-3575-AA6B-606B871F699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43176" y="4614473"/>
            <a:ext cx="298074" cy="298074"/>
          </a:xfrm>
          <a:prstGeom prst="rect">
            <a:avLst/>
          </a:prstGeom>
        </p:spPr>
      </p:pic>
      <p:pic>
        <p:nvPicPr>
          <p:cNvPr id="201" name="图片 200">
            <a:extLst>
              <a:ext uri="{FF2B5EF4-FFF2-40B4-BE49-F238E27FC236}">
                <a16:creationId xmlns:a16="http://schemas.microsoft.com/office/drawing/2014/main" id="{E801CD07-8B9E-D471-5CCA-4A6C84817D05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440027" y="4144539"/>
            <a:ext cx="296326" cy="296326"/>
          </a:xfrm>
          <a:prstGeom prst="rect">
            <a:avLst/>
          </a:prstGeom>
        </p:spPr>
      </p:pic>
      <p:sp>
        <p:nvSpPr>
          <p:cNvPr id="202" name="文本框 201">
            <a:extLst>
              <a:ext uri="{FF2B5EF4-FFF2-40B4-BE49-F238E27FC236}">
                <a16:creationId xmlns:a16="http://schemas.microsoft.com/office/drawing/2014/main" id="{FB2D09C4-0E9B-3E6A-C3F3-33127FA47538}"/>
              </a:ext>
            </a:extLst>
          </p:cNvPr>
          <p:cNvSpPr txBox="1"/>
          <p:nvPr/>
        </p:nvSpPr>
        <p:spPr>
          <a:xfrm>
            <a:off x="6678691" y="4592582"/>
            <a:ext cx="1584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Existing Tests from Fail to Pass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6" name="图片 205">
            <a:extLst>
              <a:ext uri="{FF2B5EF4-FFF2-40B4-BE49-F238E27FC236}">
                <a16:creationId xmlns:a16="http://schemas.microsoft.com/office/drawing/2014/main" id="{D850EDA4-2AD5-903D-258E-A7208A6ED4DA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611702" y="4392817"/>
            <a:ext cx="608031" cy="608031"/>
          </a:xfrm>
          <a:prstGeom prst="rect">
            <a:avLst/>
          </a:prstGeom>
        </p:spPr>
      </p:pic>
      <p:pic>
        <p:nvPicPr>
          <p:cNvPr id="208" name="图片 207">
            <a:extLst>
              <a:ext uri="{FF2B5EF4-FFF2-40B4-BE49-F238E27FC236}">
                <a16:creationId xmlns:a16="http://schemas.microsoft.com/office/drawing/2014/main" id="{8D9A8B0F-B9F1-3B38-B985-7B058CA9178A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14862" y="4128560"/>
            <a:ext cx="272157" cy="272157"/>
          </a:xfrm>
          <a:prstGeom prst="rect">
            <a:avLst/>
          </a:prstGeom>
        </p:spPr>
      </p:pic>
      <p:sp>
        <p:nvSpPr>
          <p:cNvPr id="209" name="文本框 208">
            <a:extLst>
              <a:ext uri="{FF2B5EF4-FFF2-40B4-BE49-F238E27FC236}">
                <a16:creationId xmlns:a16="http://schemas.microsoft.com/office/drawing/2014/main" id="{3423D3EB-4DFC-5D6B-60C8-5D1D2A624D38}"/>
              </a:ext>
            </a:extLst>
          </p:cNvPr>
          <p:cNvSpPr txBox="1"/>
          <p:nvPr/>
        </p:nvSpPr>
        <p:spPr>
          <a:xfrm>
            <a:off x="4201422" y="4135948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Constructing</a:t>
            </a:r>
          </a:p>
        </p:txBody>
      </p:sp>
      <p:pic>
        <p:nvPicPr>
          <p:cNvPr id="211" name="图片 210">
            <a:extLst>
              <a:ext uri="{FF2B5EF4-FFF2-40B4-BE49-F238E27FC236}">
                <a16:creationId xmlns:a16="http://schemas.microsoft.com/office/drawing/2014/main" id="{5CCD6F0F-CD52-D5B9-9621-4308C283A82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959039" y="4546339"/>
            <a:ext cx="366208" cy="366208"/>
          </a:xfrm>
          <a:prstGeom prst="rect">
            <a:avLst/>
          </a:prstGeom>
        </p:spPr>
      </p:pic>
      <p:sp>
        <p:nvSpPr>
          <p:cNvPr id="212" name="文本框 211">
            <a:extLst>
              <a:ext uri="{FF2B5EF4-FFF2-40B4-BE49-F238E27FC236}">
                <a16:creationId xmlns:a16="http://schemas.microsoft.com/office/drawing/2014/main" id="{4E27608D-C4A0-593C-6DAB-03CAA6D33EEA}"/>
              </a:ext>
            </a:extLst>
          </p:cNvPr>
          <p:cNvSpPr txBox="1"/>
          <p:nvPr/>
        </p:nvSpPr>
        <p:spPr>
          <a:xfrm>
            <a:off x="4111379" y="4517532"/>
            <a:ext cx="1430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Reading Repos' Documents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BA2748B0-0B49-34D9-2BAE-3E12456954C4}"/>
              </a:ext>
            </a:extLst>
          </p:cNvPr>
          <p:cNvSpPr txBox="1"/>
          <p:nvPr/>
        </p:nvSpPr>
        <p:spPr>
          <a:xfrm>
            <a:off x="1185742" y="114120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 Language and Repository Selection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F57429AF-5294-F17F-EF00-3374A6629C6A}"/>
              </a:ext>
            </a:extLst>
          </p:cNvPr>
          <p:cNvSpPr txBox="1"/>
          <p:nvPr/>
        </p:nvSpPr>
        <p:spPr>
          <a:xfrm>
            <a:off x="6350592" y="114120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 Pull Request Data Collection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72974F52-3A92-797E-6181-D0C4884B37C0}"/>
              </a:ext>
            </a:extLst>
          </p:cNvPr>
          <p:cNvSpPr txBox="1"/>
          <p:nvPr/>
        </p:nvSpPr>
        <p:spPr>
          <a:xfrm>
            <a:off x="418659" y="316800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(c) Task Instance Construction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E3B9B514-A919-247C-A331-E41E1CA0DF7C}"/>
              </a:ext>
            </a:extLst>
          </p:cNvPr>
          <p:cNvSpPr txBox="1"/>
          <p:nvPr/>
        </p:nvSpPr>
        <p:spPr>
          <a:xfrm>
            <a:off x="4036793" y="316800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(d) Execution-Based Verification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FD0097F-5B91-DE96-06D3-C10349346571}"/>
              </a:ext>
            </a:extLst>
          </p:cNvPr>
          <p:cNvSpPr/>
          <p:nvPr/>
        </p:nvSpPr>
        <p:spPr>
          <a:xfrm>
            <a:off x="10429264" y="3906000"/>
            <a:ext cx="917457" cy="1132179"/>
          </a:xfrm>
          <a:prstGeom prst="roundRect">
            <a:avLst>
              <a:gd name="adj" fmla="val 9187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0D1AC6-6557-F9E7-5D82-FFBA8774CBD3}"/>
              </a:ext>
            </a:extLst>
          </p:cNvPr>
          <p:cNvSpPr txBox="1"/>
          <p:nvPr/>
        </p:nvSpPr>
        <p:spPr>
          <a:xfrm>
            <a:off x="10313113" y="3600000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Final Results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7F7C7F-E497-672C-3A35-D5FCF36362AA}"/>
              </a:ext>
            </a:extLst>
          </p:cNvPr>
          <p:cNvSpPr txBox="1"/>
          <p:nvPr/>
        </p:nvSpPr>
        <p:spPr>
          <a:xfrm>
            <a:off x="10450532" y="3988730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Final 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26">
            <a:extLst>
              <a:ext uri="{FF2B5EF4-FFF2-40B4-BE49-F238E27FC236}">
                <a16:creationId xmlns:a16="http://schemas.microsoft.com/office/drawing/2014/main" id="{EA93B180-ACD4-78A4-71F6-6E2B56019CD6}"/>
              </a:ext>
            </a:extLst>
          </p:cNvPr>
          <p:cNvCxnSpPr>
            <a:cxnSpLocks/>
          </p:cNvCxnSpPr>
          <p:nvPr/>
        </p:nvCxnSpPr>
        <p:spPr>
          <a:xfrm>
            <a:off x="9169951" y="4529189"/>
            <a:ext cx="126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形 9">
            <a:extLst>
              <a:ext uri="{FF2B5EF4-FFF2-40B4-BE49-F238E27FC236}">
                <a16:creationId xmlns:a16="http://schemas.microsoft.com/office/drawing/2014/main" id="{2F580FE0-EC40-797A-04F4-7A6464518C0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198169" y="4182615"/>
            <a:ext cx="279953" cy="27995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0447D81-7D8A-39AB-1122-776E0CF685F9}"/>
              </a:ext>
            </a:extLst>
          </p:cNvPr>
          <p:cNvSpPr txBox="1"/>
          <p:nvPr/>
        </p:nvSpPr>
        <p:spPr>
          <a:xfrm>
            <a:off x="9303157" y="4186587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8FF4787-5C3A-DCC5-77FF-E24214CD6D30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210547" y="4660650"/>
            <a:ext cx="324455" cy="32445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B32A5BB-2FCE-1343-4FE6-075788AF17E1}"/>
              </a:ext>
            </a:extLst>
          </p:cNvPr>
          <p:cNvSpPr txBox="1"/>
          <p:nvPr/>
        </p:nvSpPr>
        <p:spPr>
          <a:xfrm>
            <a:off x="9303487" y="4603333"/>
            <a:ext cx="1246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Unnecessary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Images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89C312C-E550-E053-6B1C-BAC45A372CCF}"/>
              </a:ext>
            </a:extLst>
          </p:cNvPr>
          <p:cNvSpPr txBox="1"/>
          <p:nvPr/>
        </p:nvSpPr>
        <p:spPr>
          <a:xfrm>
            <a:off x="7672847" y="316800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(d) Unnecessary Image Filtering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D465847-B907-A711-824C-A7003E919004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51183" y="4426103"/>
            <a:ext cx="528754" cy="52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7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17136</TotalTime>
  <Words>786</Words>
  <Application>Microsoft Macintosh PowerPoint</Application>
  <PresentationFormat>宽屏</PresentationFormat>
  <Paragraphs>319</Paragraphs>
  <Slides>7</Slides>
  <Notes>7</Notes>
  <HiddenSlides>2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亮宏 郭</dc:creator>
  <cp:lastModifiedBy>亮宏 郭</cp:lastModifiedBy>
  <cp:revision>90</cp:revision>
  <cp:lastPrinted>2024-10-31T16:47:47Z</cp:lastPrinted>
  <dcterms:created xsi:type="dcterms:W3CDTF">2024-10-13T15:23:45Z</dcterms:created>
  <dcterms:modified xsi:type="dcterms:W3CDTF">2024-11-01T08:57:39Z</dcterms:modified>
</cp:coreProperties>
</file>