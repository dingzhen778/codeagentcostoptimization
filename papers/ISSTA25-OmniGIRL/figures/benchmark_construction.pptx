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72" r:id="rId3"/>
    <p:sldId id="266" r:id="rId4"/>
    <p:sldId id="27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5CC6"/>
    <a:srgbClr val="C00000"/>
    <a:srgbClr val="D7DFE6"/>
    <a:srgbClr val="1F6CC4"/>
    <a:srgbClr val="D8E0E6"/>
    <a:srgbClr val="083067"/>
    <a:srgbClr val="072F69"/>
    <a:srgbClr val="89B4CF"/>
    <a:srgbClr val="6E43BF"/>
    <a:srgbClr val="DAF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2"/>
    <p:restoredTop sz="94722"/>
  </p:normalViewPr>
  <p:slideViewPr>
    <p:cSldViewPr snapToGrid="0">
      <p:cViewPr varScale="1">
        <p:scale>
          <a:sx n="131" d="100"/>
          <a:sy n="131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AB0DB-98C9-0A40-8C7F-0CDB819CB832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3E84C-F390-2C4E-B4E7-2DF9EDA967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22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v1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056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v2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1954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v3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0974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[Yanlin]</a:t>
            </a:r>
            <a:r>
              <a:rPr lang="zh-CN" altLang="en-US"/>
              <a:t> </a:t>
            </a:r>
            <a:r>
              <a:rPr lang="en-US" altLang="zh-CN"/>
              <a:t>v4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719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02D3D-3C03-25FB-5CFB-DD8FC0D21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2C8A78-6184-7971-3E10-222B9392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7C4E8-B3F0-B14F-BA18-AB358DF0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F1643-D555-0E54-B817-1D5B18BD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C94CB-717E-0BA5-C158-E5110111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535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8EF63-F747-8148-E0FC-FD7BFCAF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A60A1-833D-4856-4F45-CD897E8D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68026-248E-6431-4003-0F7DE63B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795BDB-1E90-AE71-860E-5A516612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2E14-60F6-9198-16D0-ED1C78AE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055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CF0E1-30B4-5BF1-F445-9DA35D0D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C208E-A6BC-5248-20A1-428B907C7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CD74-5BE4-1FA1-77FF-B4073CB6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5681F-35B0-B930-889E-80E4BDBD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150BE-39B6-39E7-9482-C7E92CB4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6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852D9-9569-4A09-EF6C-AE854F27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8F5C2-FB2C-B752-A82B-C324E48F1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B995A-15E0-46A1-15FE-2AED4F56A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86D7A-F09E-A9D6-7566-7A3856A0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064FA8-E352-2B96-B2F5-178004D3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38B8C-DE82-3A0C-5571-C1E14288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79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4EA53-60D3-BD4E-FC8B-0345CE13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EE235-99D9-1C80-82EB-015033805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F1A8BA-977E-F609-FD54-6D8DFB910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50A95C-9C50-7609-0AF5-0A318452A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4E05A9-63F8-0B56-6EB9-C17B74ADB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075B0C-EEC0-9B7A-A6E9-5B461896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99A2C8-1669-FCA2-A191-6F48CF81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FBAC36-604E-6B33-E16F-59A62887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03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9630-C3C5-60E4-6D94-7F396885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564125-6218-FBD0-9366-5E61F632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01713F-1CE4-638D-00CA-FDD26E5E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A80C8C-E40D-C74C-0237-10993DAD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350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CCAC2C-5DA6-FFD5-D64D-773B0678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34ADED-C821-8B18-7A0F-30FFA5A6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0358FA-7C26-63F7-80AD-0CB7906D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166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8EADB-2466-32D8-526F-BBDA1EB7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A0727B-F6DA-870A-1634-0CA6EF6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588C22-F9B9-3CD7-3461-ED38584E6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BD0A78-0B89-FE0D-CD15-51B40D79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2233C-25E9-1ABB-8EEF-851D0002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CE572-760E-AC40-9EBE-2286B862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111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7F59F-7997-785F-4EC4-F8B3BB8C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C23628-EC96-C08B-AE46-5FBA90960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F746C-1E10-9F76-492B-9DD02311D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96498-83FB-75D7-A9E4-6BEC3C21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EDB00-CE8C-696E-BBF2-43C8DE0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09B6D-7236-8C2F-58A8-C7F75D10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94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D0496-7DB4-0932-E078-87D05C8D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78F30D-5308-E470-DA2C-0BD5352CA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2234C-37FE-FF5A-6D3E-88E8649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C760C-1174-297F-DCF3-B438A38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11E53-B8FE-669C-8D5E-39AF6415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82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9E4A1E-BFD9-F879-C367-F6453A1F3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27C87-BE8D-85B1-A828-6A264D76E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C0B87-C1B7-6F61-7EED-D9A52AC1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C7E06-537B-F290-43CC-6F1D9D68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3E246-0E76-9709-4C7A-5C2BCCBD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4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CE9ACE-882E-4864-9954-B7C8E327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0A5C3-985A-9DDB-7FBF-C6BA572DB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5C7037-F3A7-509D-E807-C89F601D6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C179B-1F8D-B908-6A42-486385E17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605FB-317E-C215-EFCE-81DE8F548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9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AD2C0428-D061-333F-0807-86C7AD37876E}"/>
              </a:ext>
            </a:extLst>
          </p:cNvPr>
          <p:cNvSpPr/>
          <p:nvPr/>
        </p:nvSpPr>
        <p:spPr>
          <a:xfrm>
            <a:off x="504041" y="1040525"/>
            <a:ext cx="11074314" cy="4162096"/>
          </a:xfrm>
          <a:prstGeom prst="roundRect">
            <a:avLst>
              <a:gd name="adj" fmla="val 528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867BDC1-90AE-09B9-3050-57BED8BCB33A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4EBF78F9-1D4A-EA0E-8E17-73F9D2731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5779" y="2173649"/>
            <a:ext cx="822364" cy="80624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A9F3042D-4F5C-2385-CB92-254D1B08DA25}"/>
              </a:ext>
            </a:extLst>
          </p:cNvPr>
          <p:cNvSpPr txBox="1"/>
          <p:nvPr/>
        </p:nvSpPr>
        <p:spPr>
          <a:xfrm>
            <a:off x="3041192" y="1436777"/>
            <a:ext cx="103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8D92C809-1314-0AD1-8869-77B758541C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3192" y="2214949"/>
            <a:ext cx="812800" cy="796864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EB914555-135A-EFBE-E4AC-9646F5121855}"/>
              </a:ext>
            </a:extLst>
          </p:cNvPr>
          <p:cNvSpPr txBox="1"/>
          <p:nvPr/>
        </p:nvSpPr>
        <p:spPr>
          <a:xfrm>
            <a:off x="5100080" y="1424123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7B374CFB-20EE-EAE4-BD10-18E493C4A9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00D33D2C-93F5-31DA-04DA-1FAE96D7991C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46D46145-91B9-7D51-037B-0126EF6785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5EED824B-E99B-C32D-5DCB-C84AB01A8F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83C7956F-6369-7F3B-92BB-1FFC5A9F10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05542D48-749C-88CA-7453-D1BD85171A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5" name="圆角矩形 84">
            <a:extLst>
              <a:ext uri="{FF2B5EF4-FFF2-40B4-BE49-F238E27FC236}">
                <a16:creationId xmlns:a16="http://schemas.microsoft.com/office/drawing/2014/main" id="{1C7FE5FB-98D3-8437-2A76-9779B7928C3E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8277629-13B8-E163-C020-1637DB68EBDE}"/>
              </a:ext>
            </a:extLst>
          </p:cNvPr>
          <p:cNvSpPr txBox="1"/>
          <p:nvPr/>
        </p:nvSpPr>
        <p:spPr>
          <a:xfrm>
            <a:off x="702641" y="184512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BB6E5EE-AB6B-2DD0-ADA7-20627DDDB519}"/>
              </a:ext>
            </a:extLst>
          </p:cNvPr>
          <p:cNvSpPr txBox="1"/>
          <p:nvPr/>
        </p:nvSpPr>
        <p:spPr>
          <a:xfrm>
            <a:off x="846773" y="1427320"/>
            <a:ext cx="1102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Languages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Selection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C23760D9-A157-F80D-099A-30AC535030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8566" y="2639170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6BAC52C0-2DFD-E620-3765-79CA6C6CD78B}"/>
              </a:ext>
            </a:extLst>
          </p:cNvPr>
          <p:cNvSpPr txBox="1"/>
          <p:nvPr/>
        </p:nvSpPr>
        <p:spPr>
          <a:xfrm>
            <a:off x="2528289" y="1958222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69509CE8-C118-803A-C8E2-F0BB396ECE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82406" y="2540563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7C02AF2B-52EE-37C0-18BC-FFA84147EED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36291" y="2559087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DE34B738-8E65-3D16-4845-4D45CB7BF1A5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F0FEFF08-6F04-4E8F-33E9-B34AE48C9B73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DF5AFF08-7260-E2A8-7388-351FA525510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98CA22C1-0A93-0309-2ECB-807220BFCF60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18656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3CD1A55-6A2A-CD2D-077E-B5F861BB8E33}"/>
              </a:ext>
            </a:extLst>
          </p:cNvPr>
          <p:cNvSpPr txBox="1"/>
          <p:nvPr/>
        </p:nvSpPr>
        <p:spPr>
          <a:xfrm>
            <a:off x="414527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DEDE6DB-B1C5-C028-72EE-7589E77689CB}"/>
              </a:ext>
            </a:extLst>
          </p:cNvPr>
          <p:cNvSpPr txBox="1"/>
          <p:nvPr/>
        </p:nvSpPr>
        <p:spPr>
          <a:xfrm>
            <a:off x="3587519" y="2519688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18345E0F-F5B5-455F-A25A-393F14236798}"/>
              </a:ext>
            </a:extLst>
          </p:cNvPr>
          <p:cNvSpPr/>
          <p:nvPr/>
        </p:nvSpPr>
        <p:spPr>
          <a:xfrm>
            <a:off x="5186290" y="1870370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7AEC41F-9307-B81E-7F81-4758263AF20C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A7DAACF-4003-B619-79B9-40A47E4DFCD3}"/>
              </a:ext>
            </a:extLst>
          </p:cNvPr>
          <p:cNvSpPr txBox="1"/>
          <p:nvPr/>
        </p:nvSpPr>
        <p:spPr>
          <a:xfrm>
            <a:off x="4630101" y="1968365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2206E33D-A385-667D-71A6-A26B088B46AF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103747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B9733631-5D3B-C900-3E9A-EA253A5BFD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7933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6F76BA3C-612D-B4F0-5EE8-DD0A37BE14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13460" y="2287423"/>
            <a:ext cx="680560" cy="680560"/>
          </a:xfrm>
          <a:prstGeom prst="rect">
            <a:avLst/>
          </a:prstGeom>
        </p:spPr>
      </p:pic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C5370A09-FCBB-0908-B54C-DB2B01E12703}"/>
              </a:ext>
            </a:extLst>
          </p:cNvPr>
          <p:cNvSpPr/>
          <p:nvPr/>
        </p:nvSpPr>
        <p:spPr>
          <a:xfrm>
            <a:off x="7349799" y="1871195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8636EFE-C005-4C07-C4AB-A75DF5493CF9}"/>
              </a:ext>
            </a:extLst>
          </p:cNvPr>
          <p:cNvSpPr txBox="1"/>
          <p:nvPr/>
        </p:nvSpPr>
        <p:spPr>
          <a:xfrm>
            <a:off x="6264061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501E4E5-D051-6025-C4CC-2582C55E6F63}"/>
              </a:ext>
            </a:extLst>
          </p:cNvPr>
          <p:cNvSpPr txBox="1"/>
          <p:nvPr/>
        </p:nvSpPr>
        <p:spPr>
          <a:xfrm>
            <a:off x="5686712" y="2529055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636F3AA-5677-6DA5-633E-FE75D7EC02F7}"/>
              </a:ext>
            </a:extLst>
          </p:cNvPr>
          <p:cNvSpPr txBox="1"/>
          <p:nvPr/>
        </p:nvSpPr>
        <p:spPr>
          <a:xfrm>
            <a:off x="7238873" y="1434413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69DADCFF-5D44-3DC7-8772-6C6F016E2976}"/>
              </a:ext>
            </a:extLst>
          </p:cNvPr>
          <p:cNvSpPr txBox="1"/>
          <p:nvPr/>
        </p:nvSpPr>
        <p:spPr>
          <a:xfrm>
            <a:off x="6793919" y="1892798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6B635A38-AAB3-0CDA-0895-A71755FB4C19}"/>
              </a:ext>
            </a:extLst>
          </p:cNvPr>
          <p:cNvCxnSpPr>
            <a:cxnSpLocks/>
          </p:cNvCxnSpPr>
          <p:nvPr/>
        </p:nvCxnSpPr>
        <p:spPr>
          <a:xfrm>
            <a:off x="8318622" y="2430030"/>
            <a:ext cx="1839917" cy="6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2CD1FC91-E821-2539-C606-9D9A33A055E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88302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C97474F8-A383-5A02-1BAF-15B41E4FB6EA}"/>
              </a:ext>
            </a:extLst>
          </p:cNvPr>
          <p:cNvSpPr txBox="1"/>
          <p:nvPr/>
        </p:nvSpPr>
        <p:spPr>
          <a:xfrm>
            <a:off x="8482998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BC9D3E85-7D02-A713-16FA-451BF2EA23A6}"/>
              </a:ext>
            </a:extLst>
          </p:cNvPr>
          <p:cNvSpPr txBox="1"/>
          <p:nvPr/>
        </p:nvSpPr>
        <p:spPr>
          <a:xfrm>
            <a:off x="8424936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0F9E494D-9BE1-2374-D72A-2BF6BABC7709}"/>
              </a:ext>
            </a:extLst>
          </p:cNvPr>
          <p:cNvSpPr txBox="1"/>
          <p:nvPr/>
        </p:nvSpPr>
        <p:spPr>
          <a:xfrm>
            <a:off x="8442421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7226F934-94AC-4ED5-B8C8-A631EC31A02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202A6F23-BC28-121C-079B-14F19F1962C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767951"/>
            <a:ext cx="187971" cy="187971"/>
          </a:xfrm>
          <a:prstGeom prst="rect">
            <a:avLst/>
          </a:prstGeom>
        </p:spPr>
      </p:pic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2BE41463-66A7-0992-9FBD-0A32C7763644}"/>
              </a:ext>
            </a:extLst>
          </p:cNvPr>
          <p:cNvSpPr/>
          <p:nvPr/>
        </p:nvSpPr>
        <p:spPr>
          <a:xfrm>
            <a:off x="10137271" y="1885788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663C8C93-00AC-7579-5B76-0D1F709C6998}"/>
              </a:ext>
            </a:extLst>
          </p:cNvPr>
          <p:cNvSpPr txBox="1"/>
          <p:nvPr/>
        </p:nvSpPr>
        <p:spPr>
          <a:xfrm>
            <a:off x="10012409" y="141804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PRs 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E20E6248-50E4-F064-4C20-2D69A8511AF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269434" y="2304239"/>
            <a:ext cx="688717" cy="688717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157DAFD2-885F-98FB-0A1A-576DBFC4ECF6}"/>
              </a:ext>
            </a:extLst>
          </p:cNvPr>
          <p:cNvSpPr txBox="1"/>
          <p:nvPr/>
        </p:nvSpPr>
        <p:spPr>
          <a:xfrm>
            <a:off x="10158539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3DED5107-942C-2917-6593-CD3D86BF6178}"/>
              </a:ext>
            </a:extLst>
          </p:cNvPr>
          <p:cNvSpPr/>
          <p:nvPr/>
        </p:nvSpPr>
        <p:spPr>
          <a:xfrm>
            <a:off x="1260700" y="3906873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5F7C59DD-FBB6-99D9-06E2-62EEDDAAD1AC}"/>
              </a:ext>
            </a:extLst>
          </p:cNvPr>
          <p:cNvSpPr txBox="1"/>
          <p:nvPr/>
        </p:nvSpPr>
        <p:spPr>
          <a:xfrm>
            <a:off x="1146473" y="346960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 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80DBD7E8-9B0A-4D3D-4C58-CA3D384FC8C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92863" y="4325324"/>
            <a:ext cx="688717" cy="688717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ABE5F263-A159-5064-47D3-B9EE7F6B6498}"/>
              </a:ext>
            </a:extLst>
          </p:cNvPr>
          <p:cNvSpPr txBox="1"/>
          <p:nvPr/>
        </p:nvSpPr>
        <p:spPr>
          <a:xfrm>
            <a:off x="1281968" y="3939108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3E5FE501-B6A3-4974-16A7-5160A562D837}"/>
              </a:ext>
            </a:extLst>
          </p:cNvPr>
          <p:cNvCxnSpPr>
            <a:cxnSpLocks/>
          </p:cNvCxnSpPr>
          <p:nvPr/>
        </p:nvCxnSpPr>
        <p:spPr>
          <a:xfrm>
            <a:off x="2206395" y="4472962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CE1990AE-6AAE-3225-5792-8591C5B18C56}"/>
              </a:ext>
            </a:extLst>
          </p:cNvPr>
          <p:cNvSpPr/>
          <p:nvPr/>
        </p:nvSpPr>
        <p:spPr>
          <a:xfrm>
            <a:off x="3522891" y="3931884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4EB9951D-AE7F-FC95-EECD-56A2B8F5AA88}"/>
              </a:ext>
            </a:extLst>
          </p:cNvPr>
          <p:cNvSpPr txBox="1"/>
          <p:nvPr/>
        </p:nvSpPr>
        <p:spPr>
          <a:xfrm>
            <a:off x="3449189" y="349483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Building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5BCD7C0-16B4-00B5-3BB5-7E3E599BD5E3}"/>
              </a:ext>
            </a:extLst>
          </p:cNvPr>
          <p:cNvSpPr txBox="1"/>
          <p:nvPr/>
        </p:nvSpPr>
        <p:spPr>
          <a:xfrm>
            <a:off x="35441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C2B76D92-3E80-9910-CD54-C36D77257C84}"/>
              </a:ext>
            </a:extLst>
          </p:cNvPr>
          <p:cNvSpPr txBox="1"/>
          <p:nvPr/>
        </p:nvSpPr>
        <p:spPr>
          <a:xfrm>
            <a:off x="2394496" y="416994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AFE9A7B1-9A9D-7D55-3F89-622A98FB3F9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103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5B5C2569-4D67-A218-3FC4-DB3E0401BA7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50882" y="4440865"/>
            <a:ext cx="568629" cy="568629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8FEC44B3-A736-4B30-E2B8-DA97AC014DE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686366" y="4400718"/>
            <a:ext cx="613324" cy="613324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20A68ECF-814C-DE79-BC8E-67B55651A7BE}"/>
              </a:ext>
            </a:extLst>
          </p:cNvPr>
          <p:cNvSpPr txBox="1"/>
          <p:nvPr/>
        </p:nvSpPr>
        <p:spPr>
          <a:xfrm>
            <a:off x="2257690" y="4545122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ABB27B0A-C541-5654-7579-FFAA6856BBCF}"/>
              </a:ext>
            </a:extLst>
          </p:cNvPr>
          <p:cNvCxnSpPr>
            <a:cxnSpLocks/>
          </p:cNvCxnSpPr>
          <p:nvPr/>
        </p:nvCxnSpPr>
        <p:spPr>
          <a:xfrm>
            <a:off x="4504870" y="4472962"/>
            <a:ext cx="1630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657B20DB-F9C2-3D58-C98E-165E00DC04FC}"/>
              </a:ext>
            </a:extLst>
          </p:cNvPr>
          <p:cNvSpPr/>
          <p:nvPr/>
        </p:nvSpPr>
        <p:spPr>
          <a:xfrm>
            <a:off x="9859445" y="3956495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9C85CEAC-70C1-B099-A72D-AAD25DA3C4BE}"/>
              </a:ext>
            </a:extLst>
          </p:cNvPr>
          <p:cNvSpPr txBox="1"/>
          <p:nvPr/>
        </p:nvSpPr>
        <p:spPr>
          <a:xfrm>
            <a:off x="9636760" y="3519441"/>
            <a:ext cx="1381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Task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908C8D4D-0A65-1C84-650C-136805ECAB1C}"/>
              </a:ext>
            </a:extLst>
          </p:cNvPr>
          <p:cNvSpPr txBox="1"/>
          <p:nvPr/>
        </p:nvSpPr>
        <p:spPr>
          <a:xfrm>
            <a:off x="98807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CFC89FF1-2D61-D34C-8F6E-FF2338852D87}"/>
              </a:ext>
            </a:extLst>
          </p:cNvPr>
          <p:cNvSpPr/>
          <p:nvPr/>
        </p:nvSpPr>
        <p:spPr>
          <a:xfrm>
            <a:off x="6183297" y="3956495"/>
            <a:ext cx="991330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A2F1FD8-2D44-894A-D1CC-335C5A27AE84}"/>
              </a:ext>
            </a:extLst>
          </p:cNvPr>
          <p:cNvSpPr txBox="1"/>
          <p:nvPr/>
        </p:nvSpPr>
        <p:spPr>
          <a:xfrm>
            <a:off x="5981379" y="3519441"/>
            <a:ext cx="1381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2874F011-6508-84EC-8055-109462FD9D0C}"/>
              </a:ext>
            </a:extLst>
          </p:cNvPr>
          <p:cNvSpPr txBox="1"/>
          <p:nvPr/>
        </p:nvSpPr>
        <p:spPr>
          <a:xfrm>
            <a:off x="6114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Executable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27BFDBAA-4409-7ACF-8DB8-76C76EAABCA9}"/>
              </a:ext>
            </a:extLst>
          </p:cNvPr>
          <p:cNvCxnSpPr>
            <a:cxnSpLocks/>
            <a:stCxn id="189" idx="3"/>
            <a:endCxn id="184" idx="1"/>
          </p:cNvCxnSpPr>
          <p:nvPr/>
        </p:nvCxnSpPr>
        <p:spPr>
          <a:xfrm>
            <a:off x="7174627" y="4522585"/>
            <a:ext cx="268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745F7BF4-A970-DF45-0675-0F3BCFE090BE}"/>
              </a:ext>
            </a:extLst>
          </p:cNvPr>
          <p:cNvSpPr txBox="1"/>
          <p:nvPr/>
        </p:nvSpPr>
        <p:spPr>
          <a:xfrm>
            <a:off x="7464968" y="4195422"/>
            <a:ext cx="2332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EDF76FB2-1A2E-59E2-4742-A8A8432CA99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19476" y="4665273"/>
            <a:ext cx="187971" cy="187971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026001FD-500E-AE0B-64B4-98CE548B4EB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655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45069217-30CE-ADD9-DABF-6F1594EF34E6}"/>
              </a:ext>
            </a:extLst>
          </p:cNvPr>
          <p:cNvSpPr txBox="1"/>
          <p:nvPr/>
        </p:nvSpPr>
        <p:spPr>
          <a:xfrm>
            <a:off x="7421634" y="4634778"/>
            <a:ext cx="2372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6DFF656B-978C-C82A-AED4-2A800B3E0A4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91212" y="4371166"/>
            <a:ext cx="667886" cy="667886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8BD2966C-8863-9E46-E5F4-CB51B4503DE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736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796E8B3C-C511-C8D2-0B9E-5962A0523237}"/>
              </a:ext>
            </a:extLst>
          </p:cNvPr>
          <p:cNvSpPr txBox="1"/>
          <p:nvPr/>
        </p:nvSpPr>
        <p:spPr>
          <a:xfrm>
            <a:off x="47729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1551E0A2-E8FF-39A4-DAD7-9245F517718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92439" y="4533639"/>
            <a:ext cx="378138" cy="37813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A7B57F45-AB7E-1F6D-6221-97DCD1628638}"/>
              </a:ext>
            </a:extLst>
          </p:cNvPr>
          <p:cNvSpPr txBox="1"/>
          <p:nvPr/>
        </p:nvSpPr>
        <p:spPr>
          <a:xfrm>
            <a:off x="4727774" y="4566609"/>
            <a:ext cx="143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 Repository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CAAFFDEA-6244-F9C8-873E-735A562CB136}"/>
              </a:ext>
            </a:extLst>
          </p:cNvPr>
          <p:cNvSpPr txBox="1"/>
          <p:nvPr/>
        </p:nvSpPr>
        <p:spPr>
          <a:xfrm>
            <a:off x="1166020" y="112256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Languages and Repositories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D0B7E291-DA63-BD26-FD7A-352869B6F6EC}"/>
              </a:ext>
            </a:extLst>
          </p:cNvPr>
          <p:cNvSpPr txBox="1"/>
          <p:nvPr/>
        </p:nvSpPr>
        <p:spPr>
          <a:xfrm>
            <a:off x="6018842" y="1151655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Requests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27282D56-D4CB-E466-86A5-CB77BAFCD865}"/>
              </a:ext>
            </a:extLst>
          </p:cNvPr>
          <p:cNvSpPr txBox="1"/>
          <p:nvPr/>
        </p:nvSpPr>
        <p:spPr>
          <a:xfrm>
            <a:off x="598745" y="3104036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Instances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066F9E4B-8C57-7E5E-5F18-E973EDB8F81B}"/>
              </a:ext>
            </a:extLst>
          </p:cNvPr>
          <p:cNvSpPr txBox="1"/>
          <p:nvPr/>
        </p:nvSpPr>
        <p:spPr>
          <a:xfrm>
            <a:off x="5981379" y="313034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5022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AD2C0428-D061-333F-0807-86C7AD37876E}"/>
              </a:ext>
            </a:extLst>
          </p:cNvPr>
          <p:cNvSpPr/>
          <p:nvPr/>
        </p:nvSpPr>
        <p:spPr>
          <a:xfrm>
            <a:off x="504041" y="1040525"/>
            <a:ext cx="11074314" cy="4162096"/>
          </a:xfrm>
          <a:prstGeom prst="roundRect">
            <a:avLst>
              <a:gd name="adj" fmla="val 528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867BDC1-90AE-09B9-3050-57BED8BCB33A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4EBF78F9-1D4A-EA0E-8E17-73F9D2731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5779" y="2173649"/>
            <a:ext cx="822364" cy="80624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A9F3042D-4F5C-2385-CB92-254D1B08DA25}"/>
              </a:ext>
            </a:extLst>
          </p:cNvPr>
          <p:cNvSpPr txBox="1"/>
          <p:nvPr/>
        </p:nvSpPr>
        <p:spPr>
          <a:xfrm>
            <a:off x="3041192" y="1436777"/>
            <a:ext cx="103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8D92C809-1314-0AD1-8869-77B758541C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3192" y="2214949"/>
            <a:ext cx="812800" cy="796864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EB914555-135A-EFBE-E4AC-9646F5121855}"/>
              </a:ext>
            </a:extLst>
          </p:cNvPr>
          <p:cNvSpPr txBox="1"/>
          <p:nvPr/>
        </p:nvSpPr>
        <p:spPr>
          <a:xfrm>
            <a:off x="5100080" y="1424123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Repos List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7B374CFB-20EE-EAE4-BD10-18E493C4A9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00D33D2C-93F5-31DA-04DA-1FAE96D7991C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46D46145-91B9-7D51-037B-0126EF6785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5EED824B-E99B-C32D-5DCB-C84AB01A8F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83C7956F-6369-7F3B-92BB-1FFC5A9F10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05542D48-749C-88CA-7453-D1BD85171A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5" name="圆角矩形 84">
            <a:extLst>
              <a:ext uri="{FF2B5EF4-FFF2-40B4-BE49-F238E27FC236}">
                <a16:creationId xmlns:a16="http://schemas.microsoft.com/office/drawing/2014/main" id="{1C7FE5FB-98D3-8437-2A76-9779B7928C3E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8277629-13B8-E163-C020-1637DB68EBDE}"/>
              </a:ext>
            </a:extLst>
          </p:cNvPr>
          <p:cNvSpPr txBox="1"/>
          <p:nvPr/>
        </p:nvSpPr>
        <p:spPr>
          <a:xfrm>
            <a:off x="702641" y="184512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BB6E5EE-AB6B-2DD0-ADA7-20627DDDB519}"/>
              </a:ext>
            </a:extLst>
          </p:cNvPr>
          <p:cNvSpPr txBox="1"/>
          <p:nvPr/>
        </p:nvSpPr>
        <p:spPr>
          <a:xfrm>
            <a:off x="787398" y="1427320"/>
            <a:ext cx="1102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Language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Selection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C23760D9-A157-F80D-099A-30AC535030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8566" y="2639170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6BAC52C0-2DFD-E620-3765-79CA6C6CD78B}"/>
              </a:ext>
            </a:extLst>
          </p:cNvPr>
          <p:cNvSpPr txBox="1"/>
          <p:nvPr/>
        </p:nvSpPr>
        <p:spPr>
          <a:xfrm>
            <a:off x="2528289" y="1958222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69509CE8-C118-803A-C8E2-F0BB396ECE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82406" y="2540563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7C02AF2B-52EE-37C0-18BC-FFA84147EED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36291" y="2559087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DE34B738-8E65-3D16-4845-4D45CB7BF1A5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F0FEFF08-6F04-4E8F-33E9-B34AE48C9B73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DF5AFF08-7260-E2A8-7388-351FA525510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98CA22C1-0A93-0309-2ECB-807220BFCF60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18656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3CD1A55-6A2A-CD2D-077E-B5F861BB8E33}"/>
              </a:ext>
            </a:extLst>
          </p:cNvPr>
          <p:cNvSpPr txBox="1"/>
          <p:nvPr/>
        </p:nvSpPr>
        <p:spPr>
          <a:xfrm>
            <a:off x="414527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DEDE6DB-B1C5-C028-72EE-7589E77689CB}"/>
              </a:ext>
            </a:extLst>
          </p:cNvPr>
          <p:cNvSpPr txBox="1"/>
          <p:nvPr/>
        </p:nvSpPr>
        <p:spPr>
          <a:xfrm>
            <a:off x="3587519" y="2519688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18345E0F-F5B5-455F-A25A-393F14236798}"/>
              </a:ext>
            </a:extLst>
          </p:cNvPr>
          <p:cNvSpPr/>
          <p:nvPr/>
        </p:nvSpPr>
        <p:spPr>
          <a:xfrm>
            <a:off x="5186290" y="1870370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7AEC41F-9307-B81E-7F81-4758263AF20C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A7DAACF-4003-B619-79B9-40A47E4DFCD3}"/>
              </a:ext>
            </a:extLst>
          </p:cNvPr>
          <p:cNvSpPr txBox="1"/>
          <p:nvPr/>
        </p:nvSpPr>
        <p:spPr>
          <a:xfrm>
            <a:off x="4630101" y="1968365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2206E33D-A385-667D-71A6-A26B088B46AF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103747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B9733631-5D3B-C900-3E9A-EA253A5BFDA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7933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6F76BA3C-612D-B4F0-5EE8-DD0A37BE149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13460" y="2287423"/>
            <a:ext cx="680560" cy="680560"/>
          </a:xfrm>
          <a:prstGeom prst="rect">
            <a:avLst/>
          </a:prstGeom>
        </p:spPr>
      </p:pic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C5370A09-FCBB-0908-B54C-DB2B01E12703}"/>
              </a:ext>
            </a:extLst>
          </p:cNvPr>
          <p:cNvSpPr/>
          <p:nvPr/>
        </p:nvSpPr>
        <p:spPr>
          <a:xfrm>
            <a:off x="7349799" y="1871195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8636EFE-C005-4C07-C4AB-A75DF5493CF9}"/>
              </a:ext>
            </a:extLst>
          </p:cNvPr>
          <p:cNvSpPr txBox="1"/>
          <p:nvPr/>
        </p:nvSpPr>
        <p:spPr>
          <a:xfrm>
            <a:off x="6264061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501E4E5-D051-6025-C4CC-2582C55E6F63}"/>
              </a:ext>
            </a:extLst>
          </p:cNvPr>
          <p:cNvSpPr txBox="1"/>
          <p:nvPr/>
        </p:nvSpPr>
        <p:spPr>
          <a:xfrm>
            <a:off x="5686712" y="2529055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636F3AA-5677-6DA5-633E-FE75D7EC02F7}"/>
              </a:ext>
            </a:extLst>
          </p:cNvPr>
          <p:cNvSpPr txBox="1"/>
          <p:nvPr/>
        </p:nvSpPr>
        <p:spPr>
          <a:xfrm>
            <a:off x="7238873" y="1434413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69DADCFF-5D44-3DC7-8772-6C6F016E2976}"/>
              </a:ext>
            </a:extLst>
          </p:cNvPr>
          <p:cNvSpPr txBox="1"/>
          <p:nvPr/>
        </p:nvSpPr>
        <p:spPr>
          <a:xfrm>
            <a:off x="6793919" y="1892798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6B635A38-AAB3-0CDA-0895-A71755FB4C19}"/>
              </a:ext>
            </a:extLst>
          </p:cNvPr>
          <p:cNvCxnSpPr>
            <a:cxnSpLocks/>
          </p:cNvCxnSpPr>
          <p:nvPr/>
        </p:nvCxnSpPr>
        <p:spPr>
          <a:xfrm>
            <a:off x="8318622" y="2430030"/>
            <a:ext cx="1839917" cy="6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2CD1FC91-E821-2539-C606-9D9A33A055E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88302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C97474F8-A383-5A02-1BAF-15B41E4FB6EA}"/>
              </a:ext>
            </a:extLst>
          </p:cNvPr>
          <p:cNvSpPr txBox="1"/>
          <p:nvPr/>
        </p:nvSpPr>
        <p:spPr>
          <a:xfrm>
            <a:off x="8482998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BC9D3E85-7D02-A713-16FA-451BF2EA23A6}"/>
              </a:ext>
            </a:extLst>
          </p:cNvPr>
          <p:cNvSpPr txBox="1"/>
          <p:nvPr/>
        </p:nvSpPr>
        <p:spPr>
          <a:xfrm>
            <a:off x="8424936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0F9E494D-9BE1-2374-D72A-2BF6BABC7709}"/>
              </a:ext>
            </a:extLst>
          </p:cNvPr>
          <p:cNvSpPr txBox="1"/>
          <p:nvPr/>
        </p:nvSpPr>
        <p:spPr>
          <a:xfrm>
            <a:off x="8442421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7226F934-94AC-4ED5-B8C8-A631EC31A02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202A6F23-BC28-121C-079B-14F19F1962C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767951"/>
            <a:ext cx="187971" cy="187971"/>
          </a:xfrm>
          <a:prstGeom prst="rect">
            <a:avLst/>
          </a:prstGeom>
        </p:spPr>
      </p:pic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2BE41463-66A7-0992-9FBD-0A32C7763644}"/>
              </a:ext>
            </a:extLst>
          </p:cNvPr>
          <p:cNvSpPr/>
          <p:nvPr/>
        </p:nvSpPr>
        <p:spPr>
          <a:xfrm>
            <a:off x="10137271" y="1885788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663C8C93-00AC-7579-5B76-0D1F709C6998}"/>
              </a:ext>
            </a:extLst>
          </p:cNvPr>
          <p:cNvSpPr txBox="1"/>
          <p:nvPr/>
        </p:nvSpPr>
        <p:spPr>
          <a:xfrm>
            <a:off x="10012409" y="141804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PRs 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E20E6248-50E4-F064-4C20-2D69A8511AF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269434" y="2304239"/>
            <a:ext cx="688717" cy="688717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157DAFD2-885F-98FB-0A1A-576DBFC4ECF6}"/>
              </a:ext>
            </a:extLst>
          </p:cNvPr>
          <p:cNvSpPr txBox="1"/>
          <p:nvPr/>
        </p:nvSpPr>
        <p:spPr>
          <a:xfrm>
            <a:off x="10158539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3DED5107-942C-2917-6593-CD3D86BF6178}"/>
              </a:ext>
            </a:extLst>
          </p:cNvPr>
          <p:cNvSpPr/>
          <p:nvPr/>
        </p:nvSpPr>
        <p:spPr>
          <a:xfrm>
            <a:off x="1260700" y="3906873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5F7C59DD-FBB6-99D9-06E2-62EEDDAAD1AC}"/>
              </a:ext>
            </a:extLst>
          </p:cNvPr>
          <p:cNvSpPr txBox="1"/>
          <p:nvPr/>
        </p:nvSpPr>
        <p:spPr>
          <a:xfrm>
            <a:off x="1146473" y="346960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</a:t>
            </a:r>
          </a:p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PRs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80DBD7E8-9B0A-4D3D-4C58-CA3D384FC8C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92863" y="4325324"/>
            <a:ext cx="688717" cy="688717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ABE5F263-A159-5064-47D3-B9EE7F6B6498}"/>
              </a:ext>
            </a:extLst>
          </p:cNvPr>
          <p:cNvSpPr txBox="1"/>
          <p:nvPr/>
        </p:nvSpPr>
        <p:spPr>
          <a:xfrm>
            <a:off x="1281968" y="3939108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3E5FE501-B6A3-4974-16A7-5160A562D837}"/>
              </a:ext>
            </a:extLst>
          </p:cNvPr>
          <p:cNvCxnSpPr>
            <a:cxnSpLocks/>
          </p:cNvCxnSpPr>
          <p:nvPr/>
        </p:nvCxnSpPr>
        <p:spPr>
          <a:xfrm>
            <a:off x="2206395" y="4472962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CE1990AE-6AAE-3225-5792-8591C5B18C56}"/>
              </a:ext>
            </a:extLst>
          </p:cNvPr>
          <p:cNvSpPr/>
          <p:nvPr/>
        </p:nvSpPr>
        <p:spPr>
          <a:xfrm>
            <a:off x="3522891" y="3931884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4EB9951D-AE7F-FC95-EECD-56A2B8F5AA88}"/>
              </a:ext>
            </a:extLst>
          </p:cNvPr>
          <p:cNvSpPr txBox="1"/>
          <p:nvPr/>
        </p:nvSpPr>
        <p:spPr>
          <a:xfrm>
            <a:off x="3449189" y="3494830"/>
            <a:ext cx="1149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Building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5BCD7C0-16B4-00B5-3BB5-7E3E599BD5E3}"/>
              </a:ext>
            </a:extLst>
          </p:cNvPr>
          <p:cNvSpPr txBox="1"/>
          <p:nvPr/>
        </p:nvSpPr>
        <p:spPr>
          <a:xfrm>
            <a:off x="35441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C2B76D92-3E80-9910-CD54-C36D77257C84}"/>
              </a:ext>
            </a:extLst>
          </p:cNvPr>
          <p:cNvSpPr txBox="1"/>
          <p:nvPr/>
        </p:nvSpPr>
        <p:spPr>
          <a:xfrm>
            <a:off x="2394496" y="416994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AFE9A7B1-9A9D-7D55-3F89-622A98FB3F9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103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5B5C2569-4D67-A218-3FC4-DB3E0401BA7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50882" y="4440865"/>
            <a:ext cx="568629" cy="568629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8FEC44B3-A736-4B30-E2B8-DA97AC014DE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686366" y="4400718"/>
            <a:ext cx="613324" cy="613324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20A68ECF-814C-DE79-BC8E-67B55651A7BE}"/>
              </a:ext>
            </a:extLst>
          </p:cNvPr>
          <p:cNvSpPr txBox="1"/>
          <p:nvPr/>
        </p:nvSpPr>
        <p:spPr>
          <a:xfrm>
            <a:off x="2222301" y="4545580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ABB27B0A-C541-5654-7579-FFAA6856BBCF}"/>
              </a:ext>
            </a:extLst>
          </p:cNvPr>
          <p:cNvCxnSpPr>
            <a:cxnSpLocks/>
          </p:cNvCxnSpPr>
          <p:nvPr/>
        </p:nvCxnSpPr>
        <p:spPr>
          <a:xfrm>
            <a:off x="4504870" y="4472962"/>
            <a:ext cx="1630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657B20DB-F9C2-3D58-C98E-165E00DC04FC}"/>
              </a:ext>
            </a:extLst>
          </p:cNvPr>
          <p:cNvSpPr/>
          <p:nvPr/>
        </p:nvSpPr>
        <p:spPr>
          <a:xfrm>
            <a:off x="9859445" y="3956495"/>
            <a:ext cx="917457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9C85CEAC-70C1-B099-A72D-AAD25DA3C4BE}"/>
              </a:ext>
            </a:extLst>
          </p:cNvPr>
          <p:cNvSpPr txBox="1"/>
          <p:nvPr/>
        </p:nvSpPr>
        <p:spPr>
          <a:xfrm>
            <a:off x="9636760" y="3519441"/>
            <a:ext cx="1381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Final Task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908C8D4D-0A65-1C84-650C-136805ECAB1C}"/>
              </a:ext>
            </a:extLst>
          </p:cNvPr>
          <p:cNvSpPr txBox="1"/>
          <p:nvPr/>
        </p:nvSpPr>
        <p:spPr>
          <a:xfrm>
            <a:off x="98807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CFC89FF1-2D61-D34C-8F6E-FF2338852D87}"/>
              </a:ext>
            </a:extLst>
          </p:cNvPr>
          <p:cNvSpPr/>
          <p:nvPr/>
        </p:nvSpPr>
        <p:spPr>
          <a:xfrm>
            <a:off x="6183297" y="3956495"/>
            <a:ext cx="991330" cy="1132179"/>
          </a:xfrm>
          <a:prstGeom prst="roundRect">
            <a:avLst>
              <a:gd name="adj" fmla="val 1435"/>
            </a:avLst>
          </a:prstGeom>
          <a:noFill/>
          <a:ln w="190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BA2F1FD8-2D44-894A-D1CC-335C5A27AE84}"/>
              </a:ext>
            </a:extLst>
          </p:cNvPr>
          <p:cNvSpPr txBox="1"/>
          <p:nvPr/>
        </p:nvSpPr>
        <p:spPr>
          <a:xfrm>
            <a:off x="5981379" y="3519441"/>
            <a:ext cx="1381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Construction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2874F011-6508-84EC-8055-109462FD9D0C}"/>
              </a:ext>
            </a:extLst>
          </p:cNvPr>
          <p:cNvSpPr txBox="1"/>
          <p:nvPr/>
        </p:nvSpPr>
        <p:spPr>
          <a:xfrm>
            <a:off x="6114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27BFDBAA-4409-7ACF-8DB8-76C76EAABCA9}"/>
              </a:ext>
            </a:extLst>
          </p:cNvPr>
          <p:cNvCxnSpPr>
            <a:cxnSpLocks/>
            <a:stCxn id="189" idx="3"/>
            <a:endCxn id="184" idx="1"/>
          </p:cNvCxnSpPr>
          <p:nvPr/>
        </p:nvCxnSpPr>
        <p:spPr>
          <a:xfrm>
            <a:off x="7174627" y="4522585"/>
            <a:ext cx="268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745F7BF4-A970-DF45-0675-0F3BCFE090BE}"/>
              </a:ext>
            </a:extLst>
          </p:cNvPr>
          <p:cNvSpPr txBox="1"/>
          <p:nvPr/>
        </p:nvSpPr>
        <p:spPr>
          <a:xfrm>
            <a:off x="7464968" y="4195422"/>
            <a:ext cx="2332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EDF76FB2-1A2E-59E2-4742-A8A8432CA99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19476" y="4665273"/>
            <a:ext cx="187971" cy="187971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026001FD-500E-AE0B-64B4-98CE548B4EB4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655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45069217-30CE-ADD9-DABF-6F1594EF34E6}"/>
              </a:ext>
            </a:extLst>
          </p:cNvPr>
          <p:cNvSpPr txBox="1"/>
          <p:nvPr/>
        </p:nvSpPr>
        <p:spPr>
          <a:xfrm>
            <a:off x="7493587" y="4649650"/>
            <a:ext cx="2372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6DFF656B-978C-C82A-AED4-2A800B3E0A4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91212" y="4371166"/>
            <a:ext cx="667886" cy="667886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8BD2966C-8863-9E46-E5F4-CB51B4503DE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736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796E8B3C-C511-C8D2-0B9E-5962A0523237}"/>
              </a:ext>
            </a:extLst>
          </p:cNvPr>
          <p:cNvSpPr txBox="1"/>
          <p:nvPr/>
        </p:nvSpPr>
        <p:spPr>
          <a:xfrm>
            <a:off x="47729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1551E0A2-E8FF-39A4-DAD7-9245F517718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92439" y="4533639"/>
            <a:ext cx="378138" cy="37813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A7B57F45-AB7E-1F6D-6221-97DCD1628638}"/>
              </a:ext>
            </a:extLst>
          </p:cNvPr>
          <p:cNvSpPr txBox="1"/>
          <p:nvPr/>
        </p:nvSpPr>
        <p:spPr>
          <a:xfrm>
            <a:off x="4598948" y="4566609"/>
            <a:ext cx="155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Reading Repo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CAAFFDEA-6244-F9C8-873E-735A562CB136}"/>
              </a:ext>
            </a:extLst>
          </p:cNvPr>
          <p:cNvSpPr txBox="1"/>
          <p:nvPr/>
        </p:nvSpPr>
        <p:spPr>
          <a:xfrm>
            <a:off x="1166020" y="112256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 and Repository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D0B7E291-DA63-BD26-FD7A-352869B6F6EC}"/>
              </a:ext>
            </a:extLst>
          </p:cNvPr>
          <p:cNvSpPr txBox="1"/>
          <p:nvPr/>
        </p:nvSpPr>
        <p:spPr>
          <a:xfrm>
            <a:off x="6018842" y="1151655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Requests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27282D56-D4CB-E466-86A5-CB77BAFCD865}"/>
              </a:ext>
            </a:extLst>
          </p:cNvPr>
          <p:cNvSpPr txBox="1"/>
          <p:nvPr/>
        </p:nvSpPr>
        <p:spPr>
          <a:xfrm>
            <a:off x="598745" y="3104036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Instances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066F9E4B-8C57-7E5E-5F18-E973EDB8F81B}"/>
              </a:ext>
            </a:extLst>
          </p:cNvPr>
          <p:cNvSpPr txBox="1"/>
          <p:nvPr/>
        </p:nvSpPr>
        <p:spPr>
          <a:xfrm>
            <a:off x="5981379" y="313034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767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34F4-E6AB-071E-675A-60EFEEAA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22F74B05-AF4E-B1EE-B4DF-984A1645C103}"/>
              </a:ext>
            </a:extLst>
          </p:cNvPr>
          <p:cNvSpPr/>
          <p:nvPr/>
        </p:nvSpPr>
        <p:spPr>
          <a:xfrm>
            <a:off x="504041" y="1040525"/>
            <a:ext cx="11074314" cy="4162096"/>
          </a:xfrm>
          <a:prstGeom prst="roundRect">
            <a:avLst>
              <a:gd name="adj" fmla="val 5285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C69025A6-6F7A-1D11-C4F2-44587E166806}"/>
              </a:ext>
            </a:extLst>
          </p:cNvPr>
          <p:cNvSpPr/>
          <p:nvPr/>
        </p:nvSpPr>
        <p:spPr>
          <a:xfrm>
            <a:off x="9859445" y="3956495"/>
            <a:ext cx="917457" cy="1132179"/>
          </a:xfrm>
          <a:prstGeom prst="roundRect">
            <a:avLst>
              <a:gd name="adj" fmla="val 7201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33BDE5B7-DD03-9D9F-6DFC-EF1675FA5467}"/>
              </a:ext>
            </a:extLst>
          </p:cNvPr>
          <p:cNvSpPr/>
          <p:nvPr/>
        </p:nvSpPr>
        <p:spPr>
          <a:xfrm>
            <a:off x="6183297" y="3956495"/>
            <a:ext cx="991330" cy="1132179"/>
          </a:xfrm>
          <a:prstGeom prst="roundRect">
            <a:avLst>
              <a:gd name="adj" fmla="val 143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BFEAEC57-F84A-AFFE-DB37-AD9C9D1B6621}"/>
              </a:ext>
            </a:extLst>
          </p:cNvPr>
          <p:cNvSpPr/>
          <p:nvPr/>
        </p:nvSpPr>
        <p:spPr>
          <a:xfrm>
            <a:off x="3522891" y="3931884"/>
            <a:ext cx="917457" cy="1132179"/>
          </a:xfrm>
          <a:prstGeom prst="roundRect">
            <a:avLst>
              <a:gd name="adj" fmla="val 8192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7D5E5E5A-F0F6-76EF-07CD-E43FD826B60D}"/>
              </a:ext>
            </a:extLst>
          </p:cNvPr>
          <p:cNvSpPr/>
          <p:nvPr/>
        </p:nvSpPr>
        <p:spPr>
          <a:xfrm>
            <a:off x="1260700" y="3906873"/>
            <a:ext cx="917457" cy="1132179"/>
          </a:xfrm>
          <a:prstGeom prst="roundRect">
            <a:avLst>
              <a:gd name="adj" fmla="val 808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F7DBA315-201E-198A-D0DB-7015CC2C17E7}"/>
              </a:ext>
            </a:extLst>
          </p:cNvPr>
          <p:cNvSpPr/>
          <p:nvPr/>
        </p:nvSpPr>
        <p:spPr>
          <a:xfrm>
            <a:off x="10137271" y="1885788"/>
            <a:ext cx="917457" cy="1132179"/>
          </a:xfrm>
          <a:prstGeom prst="roundRect">
            <a:avLst>
              <a:gd name="adj" fmla="val 9187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DE9EF385-3A80-8FF9-462F-8F65E2F3CEA4}"/>
              </a:ext>
            </a:extLst>
          </p:cNvPr>
          <p:cNvSpPr/>
          <p:nvPr/>
        </p:nvSpPr>
        <p:spPr>
          <a:xfrm>
            <a:off x="7349799" y="1871195"/>
            <a:ext cx="917457" cy="1132179"/>
          </a:xfrm>
          <a:prstGeom prst="roundRect">
            <a:avLst>
              <a:gd name="adj" fmla="val 9018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A0EECE09-21C0-1C7D-9650-4AE59DBBA232}"/>
              </a:ext>
            </a:extLst>
          </p:cNvPr>
          <p:cNvSpPr/>
          <p:nvPr/>
        </p:nvSpPr>
        <p:spPr>
          <a:xfrm>
            <a:off x="5186290" y="1870370"/>
            <a:ext cx="917457" cy="1132179"/>
          </a:xfrm>
          <a:prstGeom prst="roundRect">
            <a:avLst>
              <a:gd name="adj" fmla="val 8143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48F42EEC-066D-41B6-E0D9-ADAC05DE8594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827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CE97D5C0-FDCB-4BBD-5864-D6382CD393EC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9303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118B5C-624D-B401-532F-F9DD934124E2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FE7E11DF-C47B-E59F-EE12-49BD66915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689" y="2269732"/>
            <a:ext cx="568508" cy="557362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08AF9640-89C9-1C45-FA8E-C81A46BE3CB9}"/>
              </a:ext>
            </a:extLst>
          </p:cNvPr>
          <p:cNvSpPr txBox="1"/>
          <p:nvPr/>
        </p:nvSpPr>
        <p:spPr>
          <a:xfrm>
            <a:off x="2734357" y="1563309"/>
            <a:ext cx="1615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A2112ED1-295A-C376-B6BE-9B82C5936F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339" y="2250554"/>
            <a:ext cx="622327" cy="610125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2C0F88C7-D3E1-354A-ED38-91E38BCFCF30}"/>
              </a:ext>
            </a:extLst>
          </p:cNvPr>
          <p:cNvSpPr txBox="1"/>
          <p:nvPr/>
        </p:nvSpPr>
        <p:spPr>
          <a:xfrm>
            <a:off x="4853827" y="1569254"/>
            <a:ext cx="1571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85DB025C-B920-5A7F-935F-0B3C968177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232F10B3-1639-A36F-A660-BDD4AC277168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DD277D8D-A08D-1D26-2BF0-C4BD0C9736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94E337F3-BB60-428E-FB6D-51A4949CE1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7C190858-4A93-3021-EF1A-4233659EF7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B276CB9E-5847-1119-E861-B62FA7DFD2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23D8B8AB-E0D3-012D-3B7B-EEAFAD8537EF}"/>
              </a:ext>
            </a:extLst>
          </p:cNvPr>
          <p:cNvSpPr txBox="1"/>
          <p:nvPr/>
        </p:nvSpPr>
        <p:spPr>
          <a:xfrm>
            <a:off x="717822" y="187119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BC6FFC96-BBEC-4581-5863-592C67E3874C}"/>
              </a:ext>
            </a:extLst>
          </p:cNvPr>
          <p:cNvSpPr txBox="1"/>
          <p:nvPr/>
        </p:nvSpPr>
        <p:spPr>
          <a:xfrm>
            <a:off x="613645" y="1551084"/>
            <a:ext cx="1675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Selected Languages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BB28ED9B-5B30-767D-A66B-70F0A50C32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53158" y="2639169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828AD257-EAE1-ACA1-8546-8BA5910D152F}"/>
              </a:ext>
            </a:extLst>
          </p:cNvPr>
          <p:cNvSpPr txBox="1"/>
          <p:nvPr/>
        </p:nvSpPr>
        <p:spPr>
          <a:xfrm>
            <a:off x="2510307" y="1948567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8663F395-D042-05FE-29A9-CBB1675879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5763" y="2576769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E865724A-B268-6672-63A6-46FD49D2E05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64338" y="2588225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11AE1AA3-71B9-6AAE-8392-82D9DB0B5F2F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20382BBF-ADE9-5F86-9FBF-6220A9C5B5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1EC54974-6659-BAAC-364A-9A0A5EAC22CC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18656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32955425-45E5-868F-83F6-4ABE5BF906F0}"/>
              </a:ext>
            </a:extLst>
          </p:cNvPr>
          <p:cNvSpPr txBox="1"/>
          <p:nvPr/>
        </p:nvSpPr>
        <p:spPr>
          <a:xfrm>
            <a:off x="414527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102941B-604E-22B9-63A7-7ED3BCA90EC8}"/>
              </a:ext>
            </a:extLst>
          </p:cNvPr>
          <p:cNvSpPr txBox="1"/>
          <p:nvPr/>
        </p:nvSpPr>
        <p:spPr>
          <a:xfrm>
            <a:off x="3913457" y="2529054"/>
            <a:ext cx="138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C4EE99ED-55E7-020E-C2D2-20D06B9CD0F2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C59B042-E777-7D80-564B-7BC8CA914C4B}"/>
              </a:ext>
            </a:extLst>
          </p:cNvPr>
          <p:cNvSpPr txBox="1"/>
          <p:nvPr/>
        </p:nvSpPr>
        <p:spPr>
          <a:xfrm>
            <a:off x="5194526" y="1959579"/>
            <a:ext cx="909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18EC510E-29EC-FCC2-ED3C-3AA67E7853B8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103747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848AC65E-6A0A-C8F2-E6A3-502B186E89B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7933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3BE82647-583B-81B5-E24C-DC026BF68E6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69874" y="2353516"/>
            <a:ext cx="560724" cy="560724"/>
          </a:xfrm>
          <a:prstGeom prst="rect">
            <a:avLst/>
          </a:prstGeom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0772545E-2DF5-BC56-801F-6E279D6AC60F}"/>
              </a:ext>
            </a:extLst>
          </p:cNvPr>
          <p:cNvSpPr txBox="1"/>
          <p:nvPr/>
        </p:nvSpPr>
        <p:spPr>
          <a:xfrm>
            <a:off x="6264061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19B30FA-715B-0E3D-A3E6-C7FDB71CFB48}"/>
              </a:ext>
            </a:extLst>
          </p:cNvPr>
          <p:cNvSpPr txBox="1"/>
          <p:nvPr/>
        </p:nvSpPr>
        <p:spPr>
          <a:xfrm>
            <a:off x="6102829" y="2529055"/>
            <a:ext cx="12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E4FE6F8-C668-909C-380F-2EDE1B3CFD36}"/>
              </a:ext>
            </a:extLst>
          </p:cNvPr>
          <p:cNvSpPr txBox="1"/>
          <p:nvPr/>
        </p:nvSpPr>
        <p:spPr>
          <a:xfrm>
            <a:off x="7238544" y="1566505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EF05751D-CE7E-8A03-4F77-EC73D75B7289}"/>
              </a:ext>
            </a:extLst>
          </p:cNvPr>
          <p:cNvSpPr txBox="1"/>
          <p:nvPr/>
        </p:nvSpPr>
        <p:spPr>
          <a:xfrm>
            <a:off x="7348882" y="1892798"/>
            <a:ext cx="917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548DD1A7-2578-01F9-74F2-363D1C52354E}"/>
              </a:ext>
            </a:extLst>
          </p:cNvPr>
          <p:cNvCxnSpPr>
            <a:cxnSpLocks/>
          </p:cNvCxnSpPr>
          <p:nvPr/>
        </p:nvCxnSpPr>
        <p:spPr>
          <a:xfrm>
            <a:off x="8318622" y="2430030"/>
            <a:ext cx="1839917" cy="6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16A4ED03-C5BE-5866-275C-546BC8C9A90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88302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E9F2B354-0AF9-22E3-6DC9-D3528C13BAA3}"/>
              </a:ext>
            </a:extLst>
          </p:cNvPr>
          <p:cNvSpPr txBox="1"/>
          <p:nvPr/>
        </p:nvSpPr>
        <p:spPr>
          <a:xfrm>
            <a:off x="8482998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E72E0923-E967-FC91-1C71-9B7CE325F56C}"/>
              </a:ext>
            </a:extLst>
          </p:cNvPr>
          <p:cNvSpPr txBox="1"/>
          <p:nvPr/>
        </p:nvSpPr>
        <p:spPr>
          <a:xfrm>
            <a:off x="8424936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334A347E-68EB-67D1-676B-1647ACDDF2B7}"/>
              </a:ext>
            </a:extLst>
          </p:cNvPr>
          <p:cNvSpPr txBox="1"/>
          <p:nvPr/>
        </p:nvSpPr>
        <p:spPr>
          <a:xfrm>
            <a:off x="8442421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7D608BF6-F4F2-7D85-70F9-F8602B35485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8CDA2CBC-0985-23A9-4DF5-FFD21250AEF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767951"/>
            <a:ext cx="187971" cy="187971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9BD9424-0A7C-A238-B789-5261D0EE277D}"/>
              </a:ext>
            </a:extLst>
          </p:cNvPr>
          <p:cNvSpPr txBox="1"/>
          <p:nvPr/>
        </p:nvSpPr>
        <p:spPr>
          <a:xfrm>
            <a:off x="10021120" y="1569089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99519E9E-CFF8-5DBE-79B5-6F023F20CF1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331049" y="2360395"/>
            <a:ext cx="576923" cy="576923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538F9650-DF13-EF95-AAC3-D2C4E0232D92}"/>
              </a:ext>
            </a:extLst>
          </p:cNvPr>
          <p:cNvSpPr txBox="1"/>
          <p:nvPr/>
        </p:nvSpPr>
        <p:spPr>
          <a:xfrm>
            <a:off x="10158539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C6AAF195-789D-ED1E-B52B-9B29ED01209B}"/>
              </a:ext>
            </a:extLst>
          </p:cNvPr>
          <p:cNvSpPr txBox="1"/>
          <p:nvPr/>
        </p:nvSpPr>
        <p:spPr>
          <a:xfrm>
            <a:off x="1138953" y="3564148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6E281625-7086-0930-A172-5484FA25442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27013" y="4357105"/>
            <a:ext cx="586453" cy="586453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59C31A33-EC36-658D-AE46-93A163B9D826}"/>
              </a:ext>
            </a:extLst>
          </p:cNvPr>
          <p:cNvSpPr txBox="1"/>
          <p:nvPr/>
        </p:nvSpPr>
        <p:spPr>
          <a:xfrm>
            <a:off x="1281969" y="3939108"/>
            <a:ext cx="88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54F7E591-7685-C0C3-30DA-42A9B2B77BB7}"/>
              </a:ext>
            </a:extLst>
          </p:cNvPr>
          <p:cNvCxnSpPr>
            <a:cxnSpLocks/>
          </p:cNvCxnSpPr>
          <p:nvPr/>
        </p:nvCxnSpPr>
        <p:spPr>
          <a:xfrm>
            <a:off x="2206395" y="4472962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AB917936-D92A-BD8B-67AB-CD176BB70967}"/>
              </a:ext>
            </a:extLst>
          </p:cNvPr>
          <p:cNvSpPr txBox="1"/>
          <p:nvPr/>
        </p:nvSpPr>
        <p:spPr>
          <a:xfrm>
            <a:off x="3267357" y="3563003"/>
            <a:ext cx="1520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Built 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47238C6-F435-7B20-2265-495EBBA4FA97}"/>
              </a:ext>
            </a:extLst>
          </p:cNvPr>
          <p:cNvSpPr txBox="1"/>
          <p:nvPr/>
        </p:nvSpPr>
        <p:spPr>
          <a:xfrm>
            <a:off x="35441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37887DE-8DED-BBC7-489A-DED3F2600BAC}"/>
              </a:ext>
            </a:extLst>
          </p:cNvPr>
          <p:cNvSpPr txBox="1"/>
          <p:nvPr/>
        </p:nvSpPr>
        <p:spPr>
          <a:xfrm>
            <a:off x="2392518" y="411581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1BA49605-92C9-840C-96ED-65B7DC7B79C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103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80EFA874-9328-8DF4-6941-4CD8C323AC7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72518" y="4450395"/>
            <a:ext cx="491310" cy="491310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75C7E1FA-B665-8976-CC50-00CF1196402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17661" y="4400718"/>
            <a:ext cx="542840" cy="542840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4AE1F7D0-65DA-E8B6-EAA6-A6E8168E718E}"/>
              </a:ext>
            </a:extLst>
          </p:cNvPr>
          <p:cNvSpPr txBox="1"/>
          <p:nvPr/>
        </p:nvSpPr>
        <p:spPr>
          <a:xfrm>
            <a:off x="2207385" y="4543770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6F5E12EB-D938-EB57-7161-3D520986E237}"/>
              </a:ext>
            </a:extLst>
          </p:cNvPr>
          <p:cNvCxnSpPr>
            <a:cxnSpLocks/>
          </p:cNvCxnSpPr>
          <p:nvPr/>
        </p:nvCxnSpPr>
        <p:spPr>
          <a:xfrm>
            <a:off x="4504870" y="4472962"/>
            <a:ext cx="1630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C7DA9ADF-62B0-B7A6-E9A4-D4E3CEC0B600}"/>
              </a:ext>
            </a:extLst>
          </p:cNvPr>
          <p:cNvSpPr txBox="1"/>
          <p:nvPr/>
        </p:nvSpPr>
        <p:spPr>
          <a:xfrm>
            <a:off x="9486996" y="3570430"/>
            <a:ext cx="1662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F3A3323-6131-FC15-F3DA-B3C85516EEA3}"/>
              </a:ext>
            </a:extLst>
          </p:cNvPr>
          <p:cNvSpPr txBox="1"/>
          <p:nvPr/>
        </p:nvSpPr>
        <p:spPr>
          <a:xfrm>
            <a:off x="98807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4D0484FD-CE4B-F71B-FBC1-68B6FCE4EF72}"/>
              </a:ext>
            </a:extLst>
          </p:cNvPr>
          <p:cNvSpPr txBox="1"/>
          <p:nvPr/>
        </p:nvSpPr>
        <p:spPr>
          <a:xfrm>
            <a:off x="5645018" y="3569166"/>
            <a:ext cx="2089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Constructed 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1B9FA77C-6151-1D6F-358F-0DC5EE2FFAB3}"/>
              </a:ext>
            </a:extLst>
          </p:cNvPr>
          <p:cNvSpPr txBox="1"/>
          <p:nvPr/>
        </p:nvSpPr>
        <p:spPr>
          <a:xfrm>
            <a:off x="6114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17335828-7EBD-78F8-E173-62CF515AC269}"/>
              </a:ext>
            </a:extLst>
          </p:cNvPr>
          <p:cNvCxnSpPr>
            <a:cxnSpLocks/>
            <a:stCxn id="189" idx="3"/>
            <a:endCxn id="184" idx="1"/>
          </p:cNvCxnSpPr>
          <p:nvPr/>
        </p:nvCxnSpPr>
        <p:spPr>
          <a:xfrm>
            <a:off x="7174627" y="4522585"/>
            <a:ext cx="268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D0D1ED0F-CAF3-C32D-606C-6328BD63B1F2}"/>
              </a:ext>
            </a:extLst>
          </p:cNvPr>
          <p:cNvSpPr txBox="1"/>
          <p:nvPr/>
        </p:nvSpPr>
        <p:spPr>
          <a:xfrm>
            <a:off x="7463475" y="4156452"/>
            <a:ext cx="2332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09C8BC12-1DD6-A1C0-4BFF-03D22DFB344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19476" y="4665273"/>
            <a:ext cx="187971" cy="187971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9058289A-13A0-EBCB-4489-6109BCC6206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655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D62CBC0D-0D4E-EA63-67B4-90764B68AC2B}"/>
              </a:ext>
            </a:extLst>
          </p:cNvPr>
          <p:cNvSpPr txBox="1"/>
          <p:nvPr/>
        </p:nvSpPr>
        <p:spPr>
          <a:xfrm>
            <a:off x="7410374" y="4634778"/>
            <a:ext cx="2428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DDEF6DF6-D3B2-CB32-6B61-FBAB8748863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73702" y="4392817"/>
            <a:ext cx="608031" cy="608031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D03983B4-097D-41C7-1CB3-6DE369C4DFB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736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4B425228-36BA-9207-0D26-7F14B1AA9694}"/>
              </a:ext>
            </a:extLst>
          </p:cNvPr>
          <p:cNvSpPr txBox="1"/>
          <p:nvPr/>
        </p:nvSpPr>
        <p:spPr>
          <a:xfrm>
            <a:off x="47729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705EBEAE-DBEE-82A6-57C1-9817425F296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92439" y="4533639"/>
            <a:ext cx="378138" cy="37813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880CED5C-ACFC-A5AB-DF76-5BC1A1100A94}"/>
              </a:ext>
            </a:extLst>
          </p:cNvPr>
          <p:cNvSpPr txBox="1"/>
          <p:nvPr/>
        </p:nvSpPr>
        <p:spPr>
          <a:xfrm>
            <a:off x="4733679" y="4517532"/>
            <a:ext cx="143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Reading Repos'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0474637C-64C4-FED4-5B1E-7AFA3EE39AEA}"/>
              </a:ext>
            </a:extLst>
          </p:cNvPr>
          <p:cNvSpPr txBox="1"/>
          <p:nvPr/>
        </p:nvSpPr>
        <p:spPr>
          <a:xfrm>
            <a:off x="1166020" y="112256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 and Repository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5A263EAC-0171-1CEB-7B36-C3FE6D3204E6}"/>
              </a:ext>
            </a:extLst>
          </p:cNvPr>
          <p:cNvSpPr txBox="1"/>
          <p:nvPr/>
        </p:nvSpPr>
        <p:spPr>
          <a:xfrm>
            <a:off x="6018842" y="1151655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74CB04C8-8777-4672-0175-E1CECA589891}"/>
              </a:ext>
            </a:extLst>
          </p:cNvPr>
          <p:cNvSpPr txBox="1"/>
          <p:nvPr/>
        </p:nvSpPr>
        <p:spPr>
          <a:xfrm>
            <a:off x="598745" y="3104036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3AA12B1B-220D-32BE-8522-5352648044C0}"/>
              </a:ext>
            </a:extLst>
          </p:cNvPr>
          <p:cNvSpPr txBox="1"/>
          <p:nvPr/>
        </p:nvSpPr>
        <p:spPr>
          <a:xfrm>
            <a:off x="5981379" y="313034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364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34F4-E6AB-071E-675A-60EFEEAA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: 圆角 5">
            <a:extLst>
              <a:ext uri="{FF2B5EF4-FFF2-40B4-BE49-F238E27FC236}">
                <a16:creationId xmlns:a16="http://schemas.microsoft.com/office/drawing/2014/main" id="{22F74B05-AF4E-B1EE-B4DF-984A1645C103}"/>
              </a:ext>
            </a:extLst>
          </p:cNvPr>
          <p:cNvSpPr/>
          <p:nvPr/>
        </p:nvSpPr>
        <p:spPr>
          <a:xfrm>
            <a:off x="504041" y="1040525"/>
            <a:ext cx="11074314" cy="4162096"/>
          </a:xfrm>
          <a:prstGeom prst="roundRect">
            <a:avLst>
              <a:gd name="adj" fmla="val 5285"/>
            </a:avLst>
          </a:prstGeom>
          <a:solidFill>
            <a:srgbClr val="835CC6">
              <a:alpha val="0"/>
            </a:srgbClr>
          </a:solidFill>
          <a:ln w="19050">
            <a:solidFill>
              <a:srgbClr val="835CC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4" name="圆角矩形 183">
            <a:extLst>
              <a:ext uri="{FF2B5EF4-FFF2-40B4-BE49-F238E27FC236}">
                <a16:creationId xmlns:a16="http://schemas.microsoft.com/office/drawing/2014/main" id="{C69025A6-6F7A-1D11-C4F2-44587E166806}"/>
              </a:ext>
            </a:extLst>
          </p:cNvPr>
          <p:cNvSpPr/>
          <p:nvPr/>
        </p:nvSpPr>
        <p:spPr>
          <a:xfrm>
            <a:off x="9859445" y="3956495"/>
            <a:ext cx="917457" cy="1132179"/>
          </a:xfrm>
          <a:prstGeom prst="roundRect">
            <a:avLst>
              <a:gd name="adj" fmla="val 7201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33BDE5B7-DD03-9D9F-6DFC-EF1675FA5467}"/>
              </a:ext>
            </a:extLst>
          </p:cNvPr>
          <p:cNvSpPr/>
          <p:nvPr/>
        </p:nvSpPr>
        <p:spPr>
          <a:xfrm>
            <a:off x="6183297" y="3956495"/>
            <a:ext cx="991330" cy="1132179"/>
          </a:xfrm>
          <a:prstGeom prst="roundRect">
            <a:avLst>
              <a:gd name="adj" fmla="val 1435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BFEAEC57-F84A-AFFE-DB37-AD9C9D1B6621}"/>
              </a:ext>
            </a:extLst>
          </p:cNvPr>
          <p:cNvSpPr/>
          <p:nvPr/>
        </p:nvSpPr>
        <p:spPr>
          <a:xfrm>
            <a:off x="3522891" y="3931884"/>
            <a:ext cx="917457" cy="1132179"/>
          </a:xfrm>
          <a:prstGeom prst="roundRect">
            <a:avLst>
              <a:gd name="adj" fmla="val 8192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圆角矩形 163">
            <a:extLst>
              <a:ext uri="{FF2B5EF4-FFF2-40B4-BE49-F238E27FC236}">
                <a16:creationId xmlns:a16="http://schemas.microsoft.com/office/drawing/2014/main" id="{7D5E5E5A-F0F6-76EF-07CD-E43FD826B60D}"/>
              </a:ext>
            </a:extLst>
          </p:cNvPr>
          <p:cNvSpPr/>
          <p:nvPr/>
        </p:nvSpPr>
        <p:spPr>
          <a:xfrm>
            <a:off x="1260700" y="3906873"/>
            <a:ext cx="917457" cy="1132179"/>
          </a:xfrm>
          <a:prstGeom prst="roundRect">
            <a:avLst>
              <a:gd name="adj" fmla="val 8080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F7DBA315-201E-198A-D0DB-7015CC2C17E7}"/>
              </a:ext>
            </a:extLst>
          </p:cNvPr>
          <p:cNvSpPr/>
          <p:nvPr/>
        </p:nvSpPr>
        <p:spPr>
          <a:xfrm>
            <a:off x="10137271" y="1885788"/>
            <a:ext cx="917457" cy="1132179"/>
          </a:xfrm>
          <a:prstGeom prst="roundRect">
            <a:avLst>
              <a:gd name="adj" fmla="val 9187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4" name="圆角矩形 123">
            <a:extLst>
              <a:ext uri="{FF2B5EF4-FFF2-40B4-BE49-F238E27FC236}">
                <a16:creationId xmlns:a16="http://schemas.microsoft.com/office/drawing/2014/main" id="{DE9EF385-3A80-8FF9-462F-8F65E2F3CEA4}"/>
              </a:ext>
            </a:extLst>
          </p:cNvPr>
          <p:cNvSpPr/>
          <p:nvPr/>
        </p:nvSpPr>
        <p:spPr>
          <a:xfrm>
            <a:off x="7349799" y="1871195"/>
            <a:ext cx="917457" cy="1132179"/>
          </a:xfrm>
          <a:prstGeom prst="roundRect">
            <a:avLst>
              <a:gd name="adj" fmla="val 9018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圆角矩形 113">
            <a:extLst>
              <a:ext uri="{FF2B5EF4-FFF2-40B4-BE49-F238E27FC236}">
                <a16:creationId xmlns:a16="http://schemas.microsoft.com/office/drawing/2014/main" id="{A0EECE09-21C0-1C7D-9650-4AE59DBBA232}"/>
              </a:ext>
            </a:extLst>
          </p:cNvPr>
          <p:cNvSpPr/>
          <p:nvPr/>
        </p:nvSpPr>
        <p:spPr>
          <a:xfrm>
            <a:off x="5186290" y="1870370"/>
            <a:ext cx="917457" cy="1132179"/>
          </a:xfrm>
          <a:prstGeom prst="roundRect">
            <a:avLst>
              <a:gd name="adj" fmla="val 8143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48F42EEC-066D-41B6-E0D9-ADAC05DE8594}"/>
              </a:ext>
            </a:extLst>
          </p:cNvPr>
          <p:cNvSpPr/>
          <p:nvPr/>
        </p:nvSpPr>
        <p:spPr>
          <a:xfrm>
            <a:off x="3078486" y="1873357"/>
            <a:ext cx="917457" cy="1132179"/>
          </a:xfrm>
          <a:prstGeom prst="roundRect">
            <a:avLst>
              <a:gd name="adj" fmla="val 8275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CE97D5C0-FDCB-4BBD-5864-D6382CD393EC}"/>
              </a:ext>
            </a:extLst>
          </p:cNvPr>
          <p:cNvSpPr/>
          <p:nvPr/>
        </p:nvSpPr>
        <p:spPr>
          <a:xfrm>
            <a:off x="879501" y="1873357"/>
            <a:ext cx="917457" cy="1132179"/>
          </a:xfrm>
          <a:prstGeom prst="roundRect">
            <a:avLst>
              <a:gd name="adj" fmla="val 9303"/>
            </a:avLst>
          </a:prstGeom>
          <a:solidFill>
            <a:srgbClr val="835CC6">
              <a:alpha val="19990"/>
            </a:srgbClr>
          </a:solidFill>
          <a:ln w="1905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118B5C-624D-B401-532F-F9DD934124E2}"/>
              </a:ext>
            </a:extLst>
          </p:cNvPr>
          <p:cNvSpPr txBox="1"/>
          <p:nvPr/>
        </p:nvSpPr>
        <p:spPr>
          <a:xfrm>
            <a:off x="1970915" y="2102020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pic>
        <p:nvPicPr>
          <p:cNvPr id="46" name="图形 45">
            <a:extLst>
              <a:ext uri="{FF2B5EF4-FFF2-40B4-BE49-F238E27FC236}">
                <a16:creationId xmlns:a16="http://schemas.microsoft.com/office/drawing/2014/main" id="{FE7E11DF-C47B-E59F-EE12-49BD66915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689" y="2269732"/>
            <a:ext cx="568508" cy="557362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08AF9640-89C9-1C45-FA8E-C81A46BE3CB9}"/>
              </a:ext>
            </a:extLst>
          </p:cNvPr>
          <p:cNvSpPr txBox="1"/>
          <p:nvPr/>
        </p:nvSpPr>
        <p:spPr>
          <a:xfrm>
            <a:off x="2734357" y="1563309"/>
            <a:ext cx="1615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Candidate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图形 58">
            <a:extLst>
              <a:ext uri="{FF2B5EF4-FFF2-40B4-BE49-F238E27FC236}">
                <a16:creationId xmlns:a16="http://schemas.microsoft.com/office/drawing/2014/main" id="{A2112ED1-295A-C376-B6BE-9B82C5936F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8339" y="2250554"/>
            <a:ext cx="622327" cy="610125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2C0F88C7-D3E1-354A-ED38-91E38BCFCF30}"/>
              </a:ext>
            </a:extLst>
          </p:cNvPr>
          <p:cNvSpPr txBox="1"/>
          <p:nvPr/>
        </p:nvSpPr>
        <p:spPr>
          <a:xfrm>
            <a:off x="4853827" y="1569254"/>
            <a:ext cx="1571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Target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85DB025C-B920-5A7F-935F-0B3C968177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083" y="2073404"/>
            <a:ext cx="279953" cy="279953"/>
          </a:xfrm>
          <a:prstGeom prst="rect">
            <a:avLst/>
          </a:prstGeom>
        </p:spPr>
      </p:pic>
      <p:cxnSp>
        <p:nvCxnSpPr>
          <p:cNvPr id="74" name="直接箭头连接符 90">
            <a:extLst>
              <a:ext uri="{FF2B5EF4-FFF2-40B4-BE49-F238E27FC236}">
                <a16:creationId xmlns:a16="http://schemas.microsoft.com/office/drawing/2014/main" id="{232F10B3-1639-A36F-A660-BDD4AC277168}"/>
              </a:ext>
            </a:extLst>
          </p:cNvPr>
          <p:cNvCxnSpPr>
            <a:cxnSpLocks/>
            <a:stCxn id="85" idx="3"/>
            <a:endCxn id="104" idx="1"/>
          </p:cNvCxnSpPr>
          <p:nvPr/>
        </p:nvCxnSpPr>
        <p:spPr>
          <a:xfrm>
            <a:off x="1796958" y="2439447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DD277D8D-A08D-1D26-2BF0-C4BD0C9736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653" y="2213304"/>
            <a:ext cx="330554" cy="330554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94E337F3-BB60-428E-FB6D-51A4949CE1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2988" y="2560801"/>
            <a:ext cx="398174" cy="398174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7C190858-4A93-3021-EF1A-4233659EF7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8308" y="2191293"/>
            <a:ext cx="358823" cy="358823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B276CB9E-5847-1119-E861-B62FA7DFD2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489" y="2590990"/>
            <a:ext cx="358824" cy="358824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23D8B8AB-E0D3-012D-3B7B-EEAFAD8537EF}"/>
              </a:ext>
            </a:extLst>
          </p:cNvPr>
          <p:cNvSpPr txBox="1"/>
          <p:nvPr/>
        </p:nvSpPr>
        <p:spPr>
          <a:xfrm>
            <a:off x="717822" y="187119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4 used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BC6FFC96-BBEC-4581-5863-592C67E3874C}"/>
              </a:ext>
            </a:extLst>
          </p:cNvPr>
          <p:cNvSpPr txBox="1"/>
          <p:nvPr/>
        </p:nvSpPr>
        <p:spPr>
          <a:xfrm>
            <a:off x="613645" y="1551084"/>
            <a:ext cx="1675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Selected Languages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BB28ED9B-5B30-767D-A66B-70F0A50C322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53158" y="2639169"/>
            <a:ext cx="510164" cy="510164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828AD257-EAE1-ACA1-8546-8BA5910D152F}"/>
              </a:ext>
            </a:extLst>
          </p:cNvPr>
          <p:cNvSpPr txBox="1"/>
          <p:nvPr/>
        </p:nvSpPr>
        <p:spPr>
          <a:xfrm>
            <a:off x="2510307" y="1948567"/>
            <a:ext cx="20636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200 </a:t>
            </a:r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8663F395-D042-05FE-29A9-CBB1675879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5763" y="2576769"/>
            <a:ext cx="277000" cy="277000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E865724A-B268-6672-63A6-46FD49D2E05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64338" y="2588225"/>
            <a:ext cx="259922" cy="259922"/>
          </a:xfrm>
          <a:prstGeom prst="rect">
            <a:avLst/>
          </a:prstGeom>
        </p:spPr>
      </p:pic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11AE1AA3-71B9-6AAE-8392-82D9DB0B5F2F}"/>
              </a:ext>
            </a:extLst>
          </p:cNvPr>
          <p:cNvSpPr/>
          <p:nvPr/>
        </p:nvSpPr>
        <p:spPr>
          <a:xfrm>
            <a:off x="1995021" y="2568455"/>
            <a:ext cx="839861" cy="437081"/>
          </a:xfrm>
          <a:prstGeom prst="roundRect">
            <a:avLst>
              <a:gd name="adj" fmla="val 1435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8" name="图片 107">
            <a:extLst>
              <a:ext uri="{FF2B5EF4-FFF2-40B4-BE49-F238E27FC236}">
                <a16:creationId xmlns:a16="http://schemas.microsoft.com/office/drawing/2014/main" id="{20382BBF-ADE9-5F86-9FBF-6220A9C5B5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46505" y="2080482"/>
            <a:ext cx="272876" cy="272876"/>
          </a:xfrm>
          <a:prstGeom prst="rect">
            <a:avLst/>
          </a:prstGeom>
        </p:spPr>
      </p:pic>
      <p:cxnSp>
        <p:nvCxnSpPr>
          <p:cNvPr id="109" name="直接箭头连接符 90">
            <a:extLst>
              <a:ext uri="{FF2B5EF4-FFF2-40B4-BE49-F238E27FC236}">
                <a16:creationId xmlns:a16="http://schemas.microsoft.com/office/drawing/2014/main" id="{1EC54974-6659-BAAC-364A-9A0A5EAC22CC}"/>
              </a:ext>
            </a:extLst>
          </p:cNvPr>
          <p:cNvCxnSpPr>
            <a:cxnSpLocks/>
          </p:cNvCxnSpPr>
          <p:nvPr/>
        </p:nvCxnSpPr>
        <p:spPr>
          <a:xfrm flipV="1">
            <a:off x="4007964" y="2439446"/>
            <a:ext cx="1186562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32955425-45E5-868F-83F6-4ABE5BF906F0}"/>
              </a:ext>
            </a:extLst>
          </p:cNvPr>
          <p:cNvSpPr txBox="1"/>
          <p:nvPr/>
        </p:nvSpPr>
        <p:spPr>
          <a:xfrm>
            <a:off x="4145274" y="209370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102941B-604E-22B9-63A7-7ED3BCA90EC8}"/>
              </a:ext>
            </a:extLst>
          </p:cNvPr>
          <p:cNvSpPr txBox="1"/>
          <p:nvPr/>
        </p:nvSpPr>
        <p:spPr>
          <a:xfrm>
            <a:off x="3913457" y="2529054"/>
            <a:ext cx="138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Different </a:t>
            </a:r>
          </a:p>
          <a:p>
            <a:pPr algn="ctr"/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Domains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C4EE99ED-55E7-020E-C2D2-20D06B9CD0F2}"/>
              </a:ext>
            </a:extLst>
          </p:cNvPr>
          <p:cNvSpPr txBox="1"/>
          <p:nvPr/>
        </p:nvSpPr>
        <p:spPr>
          <a:xfrm>
            <a:off x="4604060" y="1912756"/>
            <a:ext cx="20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C59B042-E777-7D80-564B-7BC8CA914C4B}"/>
              </a:ext>
            </a:extLst>
          </p:cNvPr>
          <p:cNvSpPr txBox="1"/>
          <p:nvPr/>
        </p:nvSpPr>
        <p:spPr>
          <a:xfrm>
            <a:off x="5194526" y="1959579"/>
            <a:ext cx="909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Repos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8" name="直接箭头连接符 26">
            <a:extLst>
              <a:ext uri="{FF2B5EF4-FFF2-40B4-BE49-F238E27FC236}">
                <a16:creationId xmlns:a16="http://schemas.microsoft.com/office/drawing/2014/main" id="{18EC510E-29EC-FCC2-ED3C-3AA67E7853B8}"/>
              </a:ext>
            </a:extLst>
          </p:cNvPr>
          <p:cNvCxnSpPr>
            <a:cxnSpLocks/>
            <a:stCxn id="114" idx="3"/>
            <a:endCxn id="124" idx="1"/>
          </p:cNvCxnSpPr>
          <p:nvPr/>
        </p:nvCxnSpPr>
        <p:spPr>
          <a:xfrm>
            <a:off x="6103747" y="2436460"/>
            <a:ext cx="1246052" cy="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形 118">
            <a:extLst>
              <a:ext uri="{FF2B5EF4-FFF2-40B4-BE49-F238E27FC236}">
                <a16:creationId xmlns:a16="http://schemas.microsoft.com/office/drawing/2014/main" id="{848AC65E-6A0A-C8F2-E6A3-502B186E89B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7933" y="2079213"/>
            <a:ext cx="270012" cy="270012"/>
          </a:xfrm>
          <a:prstGeom prst="rect">
            <a:avLst/>
          </a:prstGeom>
        </p:spPr>
      </p:pic>
      <p:pic>
        <p:nvPicPr>
          <p:cNvPr id="122" name="图形 121">
            <a:extLst>
              <a:ext uri="{FF2B5EF4-FFF2-40B4-BE49-F238E27FC236}">
                <a16:creationId xmlns:a16="http://schemas.microsoft.com/office/drawing/2014/main" id="{3BE82647-583B-81B5-E24C-DC026BF68E6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69874" y="2353516"/>
            <a:ext cx="560724" cy="560724"/>
          </a:xfrm>
          <a:prstGeom prst="rect">
            <a:avLst/>
          </a:prstGeom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0772545E-2DF5-BC56-801F-6E279D6AC60F}"/>
              </a:ext>
            </a:extLst>
          </p:cNvPr>
          <p:cNvSpPr txBox="1"/>
          <p:nvPr/>
        </p:nvSpPr>
        <p:spPr>
          <a:xfrm>
            <a:off x="6264061" y="2097755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Collecting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19B30FA-715B-0E3D-A3E6-C7FDB71CFB48}"/>
              </a:ext>
            </a:extLst>
          </p:cNvPr>
          <p:cNvSpPr txBox="1"/>
          <p:nvPr/>
        </p:nvSpPr>
        <p:spPr>
          <a:xfrm>
            <a:off x="6102829" y="2529055"/>
            <a:ext cx="124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API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EE4FE6F8-C668-909C-380F-2EDE1B3CFD36}"/>
              </a:ext>
            </a:extLst>
          </p:cNvPr>
          <p:cNvSpPr txBox="1"/>
          <p:nvPr/>
        </p:nvSpPr>
        <p:spPr>
          <a:xfrm>
            <a:off x="7238544" y="1566505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Raw PRs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EF05751D-CE7E-8A03-4F77-EC73D75B7289}"/>
              </a:ext>
            </a:extLst>
          </p:cNvPr>
          <p:cNvSpPr txBox="1"/>
          <p:nvPr/>
        </p:nvSpPr>
        <p:spPr>
          <a:xfrm>
            <a:off x="7348882" y="1892798"/>
            <a:ext cx="917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5" name="直接箭头连接符 26">
            <a:extLst>
              <a:ext uri="{FF2B5EF4-FFF2-40B4-BE49-F238E27FC236}">
                <a16:creationId xmlns:a16="http://schemas.microsoft.com/office/drawing/2014/main" id="{548DD1A7-2578-01F9-74F2-363D1C52354E}"/>
              </a:ext>
            </a:extLst>
          </p:cNvPr>
          <p:cNvCxnSpPr>
            <a:cxnSpLocks/>
          </p:cNvCxnSpPr>
          <p:nvPr/>
        </p:nvCxnSpPr>
        <p:spPr>
          <a:xfrm>
            <a:off x="8318622" y="2430030"/>
            <a:ext cx="1839917" cy="6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图形 136">
            <a:extLst>
              <a:ext uri="{FF2B5EF4-FFF2-40B4-BE49-F238E27FC236}">
                <a16:creationId xmlns:a16="http://schemas.microsoft.com/office/drawing/2014/main" id="{16A4ED03-C5BE-5866-275C-546BC8C9A90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88302" y="2059220"/>
            <a:ext cx="279953" cy="279953"/>
          </a:xfrm>
          <a:prstGeom prst="rect">
            <a:avLst/>
          </a:prstGeom>
        </p:spPr>
      </p:pic>
      <p:sp>
        <p:nvSpPr>
          <p:cNvPr id="138" name="文本框 137">
            <a:extLst>
              <a:ext uri="{FF2B5EF4-FFF2-40B4-BE49-F238E27FC236}">
                <a16:creationId xmlns:a16="http://schemas.microsoft.com/office/drawing/2014/main" id="{E9F2B354-0AF9-22E3-6DC9-D3528C13BAA3}"/>
              </a:ext>
            </a:extLst>
          </p:cNvPr>
          <p:cNvSpPr txBox="1"/>
          <p:nvPr/>
        </p:nvSpPr>
        <p:spPr>
          <a:xfrm>
            <a:off x="8482998" y="2072226"/>
            <a:ext cx="1735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Attribute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Filtering</a:t>
            </a: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E72E0923-E967-FC91-1C71-9B7CE325F56C}"/>
              </a:ext>
            </a:extLst>
          </p:cNvPr>
          <p:cNvSpPr txBox="1"/>
          <p:nvPr/>
        </p:nvSpPr>
        <p:spPr>
          <a:xfrm>
            <a:off x="8424936" y="2493403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Related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334A347E-68EB-67D1-676B-1647ACDDF2B7}"/>
              </a:ext>
            </a:extLst>
          </p:cNvPr>
          <p:cNvSpPr txBox="1"/>
          <p:nvPr/>
        </p:nvSpPr>
        <p:spPr>
          <a:xfrm>
            <a:off x="8442421" y="2755752"/>
            <a:ext cx="1801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Changed Tests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7D608BF6-F4F2-7D85-70F9-F8602B35485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520483"/>
            <a:ext cx="189719" cy="189719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8CDA2CBC-0985-23A9-4DF5-FFD21250AEF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95270" y="2767951"/>
            <a:ext cx="187971" cy="187971"/>
          </a:xfrm>
          <a:prstGeom prst="rect">
            <a:avLst/>
          </a:prstGeom>
        </p:spPr>
      </p:pic>
      <p:sp>
        <p:nvSpPr>
          <p:cNvPr id="148" name="文本框 147">
            <a:extLst>
              <a:ext uri="{FF2B5EF4-FFF2-40B4-BE49-F238E27FC236}">
                <a16:creationId xmlns:a16="http://schemas.microsoft.com/office/drawing/2014/main" id="{89BD9424-0A7C-A238-B789-5261D0EE277D}"/>
              </a:ext>
            </a:extLst>
          </p:cNvPr>
          <p:cNvSpPr txBox="1"/>
          <p:nvPr/>
        </p:nvSpPr>
        <p:spPr>
          <a:xfrm>
            <a:off x="10021120" y="1569089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9" name="图形 148">
            <a:extLst>
              <a:ext uri="{FF2B5EF4-FFF2-40B4-BE49-F238E27FC236}">
                <a16:creationId xmlns:a16="http://schemas.microsoft.com/office/drawing/2014/main" id="{99519E9E-CFF8-5DBE-79B5-6F023F20CF1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331049" y="2360395"/>
            <a:ext cx="576923" cy="576923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538F9650-DF13-EF95-AAC3-D2C4E0232D92}"/>
              </a:ext>
            </a:extLst>
          </p:cNvPr>
          <p:cNvSpPr txBox="1"/>
          <p:nvPr/>
        </p:nvSpPr>
        <p:spPr>
          <a:xfrm>
            <a:off x="10158539" y="1918023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C6AAF195-789D-ED1E-B52B-9B29ED01209B}"/>
              </a:ext>
            </a:extLst>
          </p:cNvPr>
          <p:cNvSpPr txBox="1"/>
          <p:nvPr/>
        </p:nvSpPr>
        <p:spPr>
          <a:xfrm>
            <a:off x="1138953" y="3564148"/>
            <a:ext cx="11497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Filtered PRs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6E281625-7086-0930-A172-5484FA25442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427013" y="4357105"/>
            <a:ext cx="586453" cy="586453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59C31A33-EC36-658D-AE46-93A163B9D826}"/>
              </a:ext>
            </a:extLst>
          </p:cNvPr>
          <p:cNvSpPr txBox="1"/>
          <p:nvPr/>
        </p:nvSpPr>
        <p:spPr>
          <a:xfrm>
            <a:off x="1281969" y="3939108"/>
            <a:ext cx="88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Pull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Requests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0" name="直接箭头连接符 90">
            <a:extLst>
              <a:ext uri="{FF2B5EF4-FFF2-40B4-BE49-F238E27FC236}">
                <a16:creationId xmlns:a16="http://schemas.microsoft.com/office/drawing/2014/main" id="{54F7E591-7685-C0C3-30DA-42A9B2B77BB7}"/>
              </a:ext>
            </a:extLst>
          </p:cNvPr>
          <p:cNvCxnSpPr>
            <a:cxnSpLocks/>
          </p:cNvCxnSpPr>
          <p:nvPr/>
        </p:nvCxnSpPr>
        <p:spPr>
          <a:xfrm>
            <a:off x="2206395" y="4472962"/>
            <a:ext cx="128152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文本框 171">
            <a:extLst>
              <a:ext uri="{FF2B5EF4-FFF2-40B4-BE49-F238E27FC236}">
                <a16:creationId xmlns:a16="http://schemas.microsoft.com/office/drawing/2014/main" id="{AB917936-D92A-BD8B-67AB-CD176BB70967}"/>
              </a:ext>
            </a:extLst>
          </p:cNvPr>
          <p:cNvSpPr txBox="1"/>
          <p:nvPr/>
        </p:nvSpPr>
        <p:spPr>
          <a:xfrm>
            <a:off x="3267357" y="3563003"/>
            <a:ext cx="1520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Built 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347238C6-F435-7B20-2265-495EBBA4FA97}"/>
              </a:ext>
            </a:extLst>
          </p:cNvPr>
          <p:cNvSpPr txBox="1"/>
          <p:nvPr/>
        </p:nvSpPr>
        <p:spPr>
          <a:xfrm>
            <a:off x="3544159" y="3964119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37887DE-8DED-BBC7-489A-DED3F2600BAC}"/>
              </a:ext>
            </a:extLst>
          </p:cNvPr>
          <p:cNvSpPr txBox="1"/>
          <p:nvPr/>
        </p:nvSpPr>
        <p:spPr>
          <a:xfrm>
            <a:off x="2392518" y="411581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Extracting</a:t>
            </a: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1BA49605-92C9-840C-96ED-65B7DC7B79C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310355" y="4115818"/>
            <a:ext cx="286337" cy="286337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80EFA874-9328-8DF4-6941-4CD8C323AC7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72518" y="4450395"/>
            <a:ext cx="491310" cy="491310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75C7E1FA-B665-8976-CC50-00CF1196402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17661" y="4400718"/>
            <a:ext cx="542840" cy="542840"/>
          </a:xfrm>
          <a:prstGeom prst="rect">
            <a:avLst/>
          </a:prstGeom>
        </p:spPr>
      </p:pic>
      <p:sp>
        <p:nvSpPr>
          <p:cNvPr id="182" name="文本框 181">
            <a:extLst>
              <a:ext uri="{FF2B5EF4-FFF2-40B4-BE49-F238E27FC236}">
                <a16:creationId xmlns:a16="http://schemas.microsoft.com/office/drawing/2014/main" id="{4AE1F7D0-65DA-E8B6-EAA6-A6E8168E718E}"/>
              </a:ext>
            </a:extLst>
          </p:cNvPr>
          <p:cNvSpPr txBox="1"/>
          <p:nvPr/>
        </p:nvSpPr>
        <p:spPr>
          <a:xfrm>
            <a:off x="2207385" y="4543770"/>
            <a:ext cx="1215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 Issue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Information</a:t>
            </a:r>
          </a:p>
        </p:txBody>
      </p:sp>
      <p:cxnSp>
        <p:nvCxnSpPr>
          <p:cNvPr id="183" name="直接箭头连接符 90">
            <a:extLst>
              <a:ext uri="{FF2B5EF4-FFF2-40B4-BE49-F238E27FC236}">
                <a16:creationId xmlns:a16="http://schemas.microsoft.com/office/drawing/2014/main" id="{6F5E12EB-D938-EB57-7161-3D520986E237}"/>
              </a:ext>
            </a:extLst>
          </p:cNvPr>
          <p:cNvCxnSpPr>
            <a:cxnSpLocks/>
          </p:cNvCxnSpPr>
          <p:nvPr/>
        </p:nvCxnSpPr>
        <p:spPr>
          <a:xfrm>
            <a:off x="4504870" y="4472962"/>
            <a:ext cx="16306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C7DA9ADF-62B0-B7A6-E9A4-D4E3CEC0B600}"/>
              </a:ext>
            </a:extLst>
          </p:cNvPr>
          <p:cNvSpPr txBox="1"/>
          <p:nvPr/>
        </p:nvSpPr>
        <p:spPr>
          <a:xfrm>
            <a:off x="9486996" y="3570430"/>
            <a:ext cx="16623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F3A3323-6131-FC15-F3DA-B3C85516EEA3}"/>
              </a:ext>
            </a:extLst>
          </p:cNvPr>
          <p:cNvSpPr txBox="1"/>
          <p:nvPr/>
        </p:nvSpPr>
        <p:spPr>
          <a:xfrm>
            <a:off x="9880713" y="3988730"/>
            <a:ext cx="935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Instances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4D0484FD-CE4B-F71B-FBC1-68B6FCE4EF72}"/>
              </a:ext>
            </a:extLst>
          </p:cNvPr>
          <p:cNvSpPr txBox="1"/>
          <p:nvPr/>
        </p:nvSpPr>
        <p:spPr>
          <a:xfrm>
            <a:off x="5645018" y="3569166"/>
            <a:ext cx="2089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Constructed 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1B9FA77C-6151-1D6F-358F-0DC5EE2FFAB3}"/>
              </a:ext>
            </a:extLst>
          </p:cNvPr>
          <p:cNvSpPr txBox="1"/>
          <p:nvPr/>
        </p:nvSpPr>
        <p:spPr>
          <a:xfrm>
            <a:off x="6114815" y="3988730"/>
            <a:ext cx="1123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2" name="直接箭头连接符 26">
            <a:extLst>
              <a:ext uri="{FF2B5EF4-FFF2-40B4-BE49-F238E27FC236}">
                <a16:creationId xmlns:a16="http://schemas.microsoft.com/office/drawing/2014/main" id="{17335828-7EBD-78F8-E173-62CF515AC269}"/>
              </a:ext>
            </a:extLst>
          </p:cNvPr>
          <p:cNvCxnSpPr>
            <a:cxnSpLocks/>
            <a:stCxn id="189" idx="3"/>
            <a:endCxn id="184" idx="1"/>
          </p:cNvCxnSpPr>
          <p:nvPr/>
        </p:nvCxnSpPr>
        <p:spPr>
          <a:xfrm>
            <a:off x="7174627" y="4522585"/>
            <a:ext cx="26848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D0D1ED0F-CAF3-C32D-606C-6328BD63B1F2}"/>
              </a:ext>
            </a:extLst>
          </p:cNvPr>
          <p:cNvSpPr txBox="1"/>
          <p:nvPr/>
        </p:nvSpPr>
        <p:spPr>
          <a:xfrm>
            <a:off x="7463475" y="4156452"/>
            <a:ext cx="2332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Execution-based Verification</a:t>
            </a:r>
          </a:p>
        </p:txBody>
      </p:sp>
      <p:pic>
        <p:nvPicPr>
          <p:cNvPr id="199" name="图片 198">
            <a:extLst>
              <a:ext uri="{FF2B5EF4-FFF2-40B4-BE49-F238E27FC236}">
                <a16:creationId xmlns:a16="http://schemas.microsoft.com/office/drawing/2014/main" id="{09C8BC12-1DD6-A1C0-4BFF-03D22DFB344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19476" y="4665273"/>
            <a:ext cx="187971" cy="187971"/>
          </a:xfrm>
          <a:prstGeom prst="rect">
            <a:avLst/>
          </a:prstGeom>
        </p:spPr>
      </p:pic>
      <p:pic>
        <p:nvPicPr>
          <p:cNvPr id="201" name="图片 200">
            <a:extLst>
              <a:ext uri="{FF2B5EF4-FFF2-40B4-BE49-F238E27FC236}">
                <a16:creationId xmlns:a16="http://schemas.microsoft.com/office/drawing/2014/main" id="{9058289A-13A0-EBCB-4489-6109BCC6206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265527" y="4144539"/>
            <a:ext cx="296326" cy="296326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D62CBC0D-0D4E-EA63-67B4-90764B68AC2B}"/>
              </a:ext>
            </a:extLst>
          </p:cNvPr>
          <p:cNvSpPr txBox="1"/>
          <p:nvPr/>
        </p:nvSpPr>
        <p:spPr>
          <a:xfrm>
            <a:off x="7410374" y="4634778"/>
            <a:ext cx="24287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Existing Tests from Fail to Pass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6" name="图片 205">
            <a:extLst>
              <a:ext uri="{FF2B5EF4-FFF2-40B4-BE49-F238E27FC236}">
                <a16:creationId xmlns:a16="http://schemas.microsoft.com/office/drawing/2014/main" id="{DDEF6DF6-D3B2-CB32-6B61-FBAB8748863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73702" y="4392817"/>
            <a:ext cx="608031" cy="608031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D03983B4-097D-41C7-1CB3-6DE369C4DFB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73662" y="4128560"/>
            <a:ext cx="272157" cy="272157"/>
          </a:xfrm>
          <a:prstGeom prst="rect">
            <a:avLst/>
          </a:prstGeom>
        </p:spPr>
      </p:pic>
      <p:sp>
        <p:nvSpPr>
          <p:cNvPr id="209" name="文本框 208">
            <a:extLst>
              <a:ext uri="{FF2B5EF4-FFF2-40B4-BE49-F238E27FC236}">
                <a16:creationId xmlns:a16="http://schemas.microsoft.com/office/drawing/2014/main" id="{4B425228-36BA-9207-0D26-7F14B1AA9694}"/>
              </a:ext>
            </a:extLst>
          </p:cNvPr>
          <p:cNvSpPr txBox="1"/>
          <p:nvPr/>
        </p:nvSpPr>
        <p:spPr>
          <a:xfrm>
            <a:off x="4772922" y="4135948"/>
            <a:ext cx="1215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Constructing</a:t>
            </a: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705EBEAE-DBEE-82A6-57C1-9817425F296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92439" y="4533639"/>
            <a:ext cx="378138" cy="378138"/>
          </a:xfrm>
          <a:prstGeom prst="rect">
            <a:avLst/>
          </a:prstGeom>
        </p:spPr>
      </p:pic>
      <p:sp>
        <p:nvSpPr>
          <p:cNvPr id="212" name="文本框 211">
            <a:extLst>
              <a:ext uri="{FF2B5EF4-FFF2-40B4-BE49-F238E27FC236}">
                <a16:creationId xmlns:a16="http://schemas.microsoft.com/office/drawing/2014/main" id="{880CED5C-ACFC-A5AB-DF76-5BC1A1100A94}"/>
              </a:ext>
            </a:extLst>
          </p:cNvPr>
          <p:cNvSpPr txBox="1"/>
          <p:nvPr/>
        </p:nvSpPr>
        <p:spPr>
          <a:xfrm>
            <a:off x="4733679" y="4517532"/>
            <a:ext cx="143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Reading Repos' Documents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0474637C-64C4-FED4-5B1E-7AFA3EE39AEA}"/>
              </a:ext>
            </a:extLst>
          </p:cNvPr>
          <p:cNvSpPr txBox="1"/>
          <p:nvPr/>
        </p:nvSpPr>
        <p:spPr>
          <a:xfrm>
            <a:off x="1166020" y="112256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Language and Repository Selection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5A263EAC-0171-1CEB-7B36-C3FE6D3204E6}"/>
              </a:ext>
            </a:extLst>
          </p:cNvPr>
          <p:cNvSpPr txBox="1"/>
          <p:nvPr/>
        </p:nvSpPr>
        <p:spPr>
          <a:xfrm>
            <a:off x="6018842" y="1151655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 Pull Request Data Collection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74CB04C8-8777-4672-0175-E1CECA589891}"/>
              </a:ext>
            </a:extLst>
          </p:cNvPr>
          <p:cNvSpPr txBox="1"/>
          <p:nvPr/>
        </p:nvSpPr>
        <p:spPr>
          <a:xfrm>
            <a:off x="598745" y="3104036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 Task Instance Construction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3AA12B1B-220D-32BE-8522-5352648044C0}"/>
              </a:ext>
            </a:extLst>
          </p:cNvPr>
          <p:cNvSpPr txBox="1"/>
          <p:nvPr/>
        </p:nvSpPr>
        <p:spPr>
          <a:xfrm>
            <a:off x="5981379" y="3130340"/>
            <a:ext cx="4496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1579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23158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4736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46315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07894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9473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31051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92630" algn="l" defTabSz="1123158" rtl="0" eaLnBrk="1" latinLnBrk="0" hangingPunct="1">
              <a:defRPr sz="22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(d) Execution-Based Verification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1013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16372</TotalTime>
  <Words>429</Words>
  <Application>Microsoft Macintosh PowerPoint</Application>
  <PresentationFormat>Widescreen</PresentationFormat>
  <Paragraphs>178</Paragraphs>
  <Slides>4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亮宏 郭</dc:creator>
  <cp:lastModifiedBy>Yanlin Wang</cp:lastModifiedBy>
  <cp:revision>76</cp:revision>
  <cp:lastPrinted>2024-10-31T16:47:47Z</cp:lastPrinted>
  <dcterms:created xsi:type="dcterms:W3CDTF">2024-10-13T15:23:45Z</dcterms:created>
  <dcterms:modified xsi:type="dcterms:W3CDTF">2024-10-31T16:50:35Z</dcterms:modified>
</cp:coreProperties>
</file>