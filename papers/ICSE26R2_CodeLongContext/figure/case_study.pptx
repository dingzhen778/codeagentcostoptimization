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notesMasterIdLst>
    <p:notesMasterId r:id="rId4"/>
  </p:notesMasterIdLst>
  <p:sldIdLst>
    <p:sldId id="285" r:id="rId2"/>
    <p:sldId id="284" r:id="rId3"/>
  </p:sldIdLst>
  <p:sldSz cx="14400213" cy="8999538"/>
  <p:notesSz cx="6858000" cy="9144000"/>
  <p:defaultTextStyle>
    <a:defPPr>
      <a:defRPr lang="zh-CN"/>
    </a:defPPr>
    <a:lvl1pPr marL="0" algn="l" defTabSz="1123315" rtl="0" eaLnBrk="1" latinLnBrk="0" hangingPunct="1">
      <a:defRPr sz="2210" kern="1200">
        <a:solidFill>
          <a:schemeClr val="tx1"/>
        </a:solidFill>
        <a:latin typeface="+mn-lt"/>
        <a:ea typeface="+mn-ea"/>
        <a:cs typeface="+mn-cs"/>
      </a:defRPr>
    </a:lvl1pPr>
    <a:lvl2pPr marL="561340" algn="l" defTabSz="1123315" rtl="0" eaLnBrk="1" latinLnBrk="0" hangingPunct="1">
      <a:defRPr sz="2210" kern="1200">
        <a:solidFill>
          <a:schemeClr val="tx1"/>
        </a:solidFill>
        <a:latin typeface="+mn-lt"/>
        <a:ea typeface="+mn-ea"/>
        <a:cs typeface="+mn-cs"/>
      </a:defRPr>
    </a:lvl2pPr>
    <a:lvl3pPr marL="1123315" algn="l" defTabSz="1123315" rtl="0" eaLnBrk="1" latinLnBrk="0" hangingPunct="1">
      <a:defRPr sz="2210" kern="1200">
        <a:solidFill>
          <a:schemeClr val="tx1"/>
        </a:solidFill>
        <a:latin typeface="+mn-lt"/>
        <a:ea typeface="+mn-ea"/>
        <a:cs typeface="+mn-cs"/>
      </a:defRPr>
    </a:lvl3pPr>
    <a:lvl4pPr marL="1684655" algn="l" defTabSz="1123315" rtl="0" eaLnBrk="1" latinLnBrk="0" hangingPunct="1">
      <a:defRPr sz="2210" kern="1200">
        <a:solidFill>
          <a:schemeClr val="tx1"/>
        </a:solidFill>
        <a:latin typeface="+mn-lt"/>
        <a:ea typeface="+mn-ea"/>
        <a:cs typeface="+mn-cs"/>
      </a:defRPr>
    </a:lvl4pPr>
    <a:lvl5pPr marL="2246630" algn="l" defTabSz="1123315" rtl="0" eaLnBrk="1" latinLnBrk="0" hangingPunct="1">
      <a:defRPr sz="2210" kern="1200">
        <a:solidFill>
          <a:schemeClr val="tx1"/>
        </a:solidFill>
        <a:latin typeface="+mn-lt"/>
        <a:ea typeface="+mn-ea"/>
        <a:cs typeface="+mn-cs"/>
      </a:defRPr>
    </a:lvl5pPr>
    <a:lvl6pPr marL="2807970" algn="l" defTabSz="1123315" rtl="0" eaLnBrk="1" latinLnBrk="0" hangingPunct="1">
      <a:defRPr sz="2210" kern="1200">
        <a:solidFill>
          <a:schemeClr val="tx1"/>
        </a:solidFill>
        <a:latin typeface="+mn-lt"/>
        <a:ea typeface="+mn-ea"/>
        <a:cs typeface="+mn-cs"/>
      </a:defRPr>
    </a:lvl6pPr>
    <a:lvl7pPr marL="3369310" algn="l" defTabSz="1123315" rtl="0" eaLnBrk="1" latinLnBrk="0" hangingPunct="1">
      <a:defRPr sz="2210" kern="1200">
        <a:solidFill>
          <a:schemeClr val="tx1"/>
        </a:solidFill>
        <a:latin typeface="+mn-lt"/>
        <a:ea typeface="+mn-ea"/>
        <a:cs typeface="+mn-cs"/>
      </a:defRPr>
    </a:lvl7pPr>
    <a:lvl8pPr marL="3931285" algn="l" defTabSz="1123315" rtl="0" eaLnBrk="1" latinLnBrk="0" hangingPunct="1">
      <a:defRPr sz="2210" kern="1200">
        <a:solidFill>
          <a:schemeClr val="tx1"/>
        </a:solidFill>
        <a:latin typeface="+mn-lt"/>
        <a:ea typeface="+mn-ea"/>
        <a:cs typeface="+mn-cs"/>
      </a:defRPr>
    </a:lvl8pPr>
    <a:lvl9pPr marL="4492625" algn="l" defTabSz="1123315" rtl="0" eaLnBrk="1" latinLnBrk="0" hangingPunct="1">
      <a:defRPr sz="221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9D18E"/>
    <a:srgbClr val="F6F2FA"/>
    <a:srgbClr val="DDDBF5"/>
    <a:srgbClr val="F2CBCA"/>
    <a:srgbClr val="AFDDED"/>
    <a:srgbClr val="C0ABED"/>
    <a:srgbClr val="E19BEB"/>
    <a:srgbClr val="F2FBF8"/>
    <a:srgbClr val="F4F4FB"/>
    <a:srgbClr val="F7FC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05"/>
    <p:restoredTop sz="83201"/>
  </p:normalViewPr>
  <p:slideViewPr>
    <p:cSldViewPr snapToGrid="0">
      <p:cViewPr>
        <p:scale>
          <a:sx n="98" d="100"/>
          <a:sy n="98" d="100"/>
        </p:scale>
        <p:origin x="88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6BF462-FBF2-7942-A741-0FD41AF772FF}" type="datetimeFigureOut">
              <a:rPr lang="zh-CN" altLang="en-US"/>
              <a:t>2025/7/19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7B5B8D-C629-9E4B-8C08-D26562274213}" type="slidenum">
              <a:r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123315" rtl="0" eaLnBrk="1" latinLnBrk="0" hangingPunct="1">
      <a:defRPr sz="1475" kern="1200">
        <a:solidFill>
          <a:schemeClr val="tx1"/>
        </a:solidFill>
        <a:latin typeface="+mn-lt"/>
        <a:ea typeface="+mn-ea"/>
        <a:cs typeface="+mn-cs"/>
      </a:defRPr>
    </a:lvl1pPr>
    <a:lvl2pPr marL="561340" algn="l" defTabSz="1123315" rtl="0" eaLnBrk="1" latinLnBrk="0" hangingPunct="1">
      <a:defRPr sz="1475" kern="1200">
        <a:solidFill>
          <a:schemeClr val="tx1"/>
        </a:solidFill>
        <a:latin typeface="+mn-lt"/>
        <a:ea typeface="+mn-ea"/>
        <a:cs typeface="+mn-cs"/>
      </a:defRPr>
    </a:lvl2pPr>
    <a:lvl3pPr marL="1123315" algn="l" defTabSz="1123315" rtl="0" eaLnBrk="1" latinLnBrk="0" hangingPunct="1">
      <a:defRPr sz="1475" kern="1200">
        <a:solidFill>
          <a:schemeClr val="tx1"/>
        </a:solidFill>
        <a:latin typeface="+mn-lt"/>
        <a:ea typeface="+mn-ea"/>
        <a:cs typeface="+mn-cs"/>
      </a:defRPr>
    </a:lvl3pPr>
    <a:lvl4pPr marL="1684655" algn="l" defTabSz="1123315" rtl="0" eaLnBrk="1" latinLnBrk="0" hangingPunct="1">
      <a:defRPr sz="1475" kern="1200">
        <a:solidFill>
          <a:schemeClr val="tx1"/>
        </a:solidFill>
        <a:latin typeface="+mn-lt"/>
        <a:ea typeface="+mn-ea"/>
        <a:cs typeface="+mn-cs"/>
      </a:defRPr>
    </a:lvl4pPr>
    <a:lvl5pPr marL="2246630" algn="l" defTabSz="1123315" rtl="0" eaLnBrk="1" latinLnBrk="0" hangingPunct="1">
      <a:defRPr sz="1475" kern="1200">
        <a:solidFill>
          <a:schemeClr val="tx1"/>
        </a:solidFill>
        <a:latin typeface="+mn-lt"/>
        <a:ea typeface="+mn-ea"/>
        <a:cs typeface="+mn-cs"/>
      </a:defRPr>
    </a:lvl5pPr>
    <a:lvl6pPr marL="2807970" algn="l" defTabSz="1123315" rtl="0" eaLnBrk="1" latinLnBrk="0" hangingPunct="1">
      <a:defRPr sz="1475" kern="1200">
        <a:solidFill>
          <a:schemeClr val="tx1"/>
        </a:solidFill>
        <a:latin typeface="+mn-lt"/>
        <a:ea typeface="+mn-ea"/>
        <a:cs typeface="+mn-cs"/>
      </a:defRPr>
    </a:lvl6pPr>
    <a:lvl7pPr marL="3369310" algn="l" defTabSz="1123315" rtl="0" eaLnBrk="1" latinLnBrk="0" hangingPunct="1">
      <a:defRPr sz="1475" kern="1200">
        <a:solidFill>
          <a:schemeClr val="tx1"/>
        </a:solidFill>
        <a:latin typeface="+mn-lt"/>
        <a:ea typeface="+mn-ea"/>
        <a:cs typeface="+mn-cs"/>
      </a:defRPr>
    </a:lvl7pPr>
    <a:lvl8pPr marL="3931285" algn="l" defTabSz="1123315" rtl="0" eaLnBrk="1" latinLnBrk="0" hangingPunct="1">
      <a:defRPr sz="1475" kern="1200">
        <a:solidFill>
          <a:schemeClr val="tx1"/>
        </a:solidFill>
        <a:latin typeface="+mn-lt"/>
        <a:ea typeface="+mn-ea"/>
        <a:cs typeface="+mn-cs"/>
      </a:defRPr>
    </a:lvl8pPr>
    <a:lvl9pPr marL="4492625" algn="l" defTabSz="1123315" rtl="0" eaLnBrk="1" latinLnBrk="0" hangingPunct="1">
      <a:defRPr sz="1475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/>
              <a:t>v1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7B5B8D-C629-9E4B-8C08-D26562274213}" type="slidenum">
              <a:rPr lang="en-CN"/>
              <a:t>1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401542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v0</a:t>
            </a:r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7B5B8D-C629-9E4B-8C08-D26562274213}" type="slidenum">
              <a:rPr lang="en-CN"/>
              <a:t>2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377847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00027" y="1472842"/>
            <a:ext cx="10800160" cy="3133172"/>
          </a:xfrm>
        </p:spPr>
        <p:txBody>
          <a:bodyPr anchor="b"/>
          <a:lstStyle>
            <a:lvl1pPr algn="ctr">
              <a:defRPr sz="7085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00027" y="4726842"/>
            <a:ext cx="10800160" cy="2172804"/>
          </a:xfrm>
        </p:spPr>
        <p:txBody>
          <a:bodyPr/>
          <a:lstStyle>
            <a:lvl1pPr marL="0" indent="0" algn="ctr">
              <a:buNone/>
              <a:defRPr sz="2835"/>
            </a:lvl1pPr>
            <a:lvl2pPr marL="539750" indent="0" algn="ctr">
              <a:buNone/>
              <a:defRPr sz="2360"/>
            </a:lvl2pPr>
            <a:lvl3pPr marL="1080135" indent="0" algn="ctr">
              <a:buNone/>
              <a:defRPr sz="2125"/>
            </a:lvl3pPr>
            <a:lvl4pPr marL="1619885" indent="0" algn="ctr">
              <a:buNone/>
              <a:defRPr sz="1890"/>
            </a:lvl4pPr>
            <a:lvl5pPr marL="2160270" indent="0" algn="ctr">
              <a:buNone/>
              <a:defRPr sz="1890"/>
            </a:lvl5pPr>
            <a:lvl6pPr marL="2700020" indent="0" algn="ctr">
              <a:buNone/>
              <a:defRPr sz="1890"/>
            </a:lvl6pPr>
            <a:lvl7pPr marL="3239770" indent="0" algn="ctr">
              <a:buNone/>
              <a:defRPr sz="1890"/>
            </a:lvl7pPr>
            <a:lvl8pPr marL="3780155" indent="0" algn="ctr">
              <a:buNone/>
              <a:defRPr sz="1890"/>
            </a:lvl8pPr>
            <a:lvl9pPr marL="4319905" indent="0" algn="ctr">
              <a:buNone/>
              <a:defRPr sz="189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66E28-61FB-4222-8EB1-14A0AFE0B3B7}" type="datetimeFigureOut">
              <a:rPr lang="zh-CN" altLang="en-US" smtClean="0"/>
              <a:t>2025/7/19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18EAE-2E04-4A40-8958-0BC35092CC8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66E28-61FB-4222-8EB1-14A0AFE0B3B7}" type="datetimeFigureOut">
              <a:rPr lang="zh-CN" altLang="en-US" smtClean="0"/>
              <a:t>2025/7/19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18EAE-2E04-4A40-8958-0BC35092CC8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514" y="2243636"/>
            <a:ext cx="12420184" cy="3743557"/>
          </a:xfrm>
        </p:spPr>
        <p:txBody>
          <a:bodyPr anchor="b"/>
          <a:lstStyle>
            <a:lvl1pPr>
              <a:defRPr sz="7085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514" y="6022609"/>
            <a:ext cx="12420184" cy="1968648"/>
          </a:xfrm>
        </p:spPr>
        <p:txBody>
          <a:bodyPr/>
          <a:lstStyle>
            <a:lvl1pPr marL="0" indent="0">
              <a:buNone/>
              <a:defRPr sz="2835">
                <a:solidFill>
                  <a:schemeClr val="tx1">
                    <a:tint val="75000"/>
                  </a:schemeClr>
                </a:solidFill>
              </a:defRPr>
            </a:lvl1pPr>
            <a:lvl2pPr marL="539750" indent="0">
              <a:buNone/>
              <a:defRPr sz="2360">
                <a:solidFill>
                  <a:schemeClr val="tx1">
                    <a:tint val="75000"/>
                  </a:schemeClr>
                </a:solidFill>
              </a:defRPr>
            </a:lvl2pPr>
            <a:lvl3pPr marL="1080135" indent="0">
              <a:buNone/>
              <a:defRPr sz="2125">
                <a:solidFill>
                  <a:schemeClr val="tx1">
                    <a:tint val="75000"/>
                  </a:schemeClr>
                </a:solidFill>
              </a:defRPr>
            </a:lvl3pPr>
            <a:lvl4pPr marL="1619885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4pPr>
            <a:lvl5pPr marL="2160270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5pPr>
            <a:lvl6pPr marL="2700020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6pPr>
            <a:lvl7pPr marL="3239770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7pPr>
            <a:lvl8pPr marL="3780155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8pPr>
            <a:lvl9pPr marL="4319905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66E28-61FB-4222-8EB1-14A0AFE0B3B7}" type="datetimeFigureOut">
              <a:rPr lang="zh-CN" altLang="en-US" smtClean="0"/>
              <a:t>2025/7/19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18EAE-2E04-4A40-8958-0BC35092CC8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90014" y="2395710"/>
            <a:ext cx="6120091" cy="571012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90108" y="2395710"/>
            <a:ext cx="6120091" cy="571012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66E28-61FB-4222-8EB1-14A0AFE0B3B7}" type="datetimeFigureOut">
              <a:rPr lang="zh-CN" altLang="en-US" smtClean="0"/>
              <a:t>2025/7/19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18EAE-2E04-4A40-8958-0BC35092CC8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479143"/>
            <a:ext cx="12420184" cy="173949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1891" y="2206137"/>
            <a:ext cx="6091965" cy="1081194"/>
          </a:xfrm>
        </p:spPr>
        <p:txBody>
          <a:bodyPr anchor="b"/>
          <a:lstStyle>
            <a:lvl1pPr marL="0" indent="0">
              <a:buNone/>
              <a:defRPr sz="2835" b="1"/>
            </a:lvl1pPr>
            <a:lvl2pPr marL="539750" indent="0">
              <a:buNone/>
              <a:defRPr sz="2360" b="1"/>
            </a:lvl2pPr>
            <a:lvl3pPr marL="1080135" indent="0">
              <a:buNone/>
              <a:defRPr sz="2125" b="1"/>
            </a:lvl3pPr>
            <a:lvl4pPr marL="1619885" indent="0">
              <a:buNone/>
              <a:defRPr sz="1890" b="1"/>
            </a:lvl4pPr>
            <a:lvl5pPr marL="2160270" indent="0">
              <a:buNone/>
              <a:defRPr sz="1890" b="1"/>
            </a:lvl5pPr>
            <a:lvl6pPr marL="2700020" indent="0">
              <a:buNone/>
              <a:defRPr sz="1890" b="1"/>
            </a:lvl6pPr>
            <a:lvl7pPr marL="3239770" indent="0">
              <a:buNone/>
              <a:defRPr sz="1890" b="1"/>
            </a:lvl7pPr>
            <a:lvl8pPr marL="3780155" indent="0">
              <a:buNone/>
              <a:defRPr sz="1890" b="1"/>
            </a:lvl8pPr>
            <a:lvl9pPr marL="4319905" indent="0">
              <a:buNone/>
              <a:defRPr sz="189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91891" y="3287331"/>
            <a:ext cx="6091965" cy="483516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290108" y="2206137"/>
            <a:ext cx="6121966" cy="1081194"/>
          </a:xfrm>
        </p:spPr>
        <p:txBody>
          <a:bodyPr anchor="b"/>
          <a:lstStyle>
            <a:lvl1pPr marL="0" indent="0">
              <a:buNone/>
              <a:defRPr sz="2835" b="1"/>
            </a:lvl1pPr>
            <a:lvl2pPr marL="539750" indent="0">
              <a:buNone/>
              <a:defRPr sz="2360" b="1"/>
            </a:lvl2pPr>
            <a:lvl3pPr marL="1080135" indent="0">
              <a:buNone/>
              <a:defRPr sz="2125" b="1"/>
            </a:lvl3pPr>
            <a:lvl4pPr marL="1619885" indent="0">
              <a:buNone/>
              <a:defRPr sz="1890" b="1"/>
            </a:lvl4pPr>
            <a:lvl5pPr marL="2160270" indent="0">
              <a:buNone/>
              <a:defRPr sz="1890" b="1"/>
            </a:lvl5pPr>
            <a:lvl6pPr marL="2700020" indent="0">
              <a:buNone/>
              <a:defRPr sz="1890" b="1"/>
            </a:lvl6pPr>
            <a:lvl7pPr marL="3239770" indent="0">
              <a:buNone/>
              <a:defRPr sz="1890" b="1"/>
            </a:lvl7pPr>
            <a:lvl8pPr marL="3780155" indent="0">
              <a:buNone/>
              <a:defRPr sz="1890" b="1"/>
            </a:lvl8pPr>
            <a:lvl9pPr marL="4319905" indent="0">
              <a:buNone/>
              <a:defRPr sz="189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290108" y="3287331"/>
            <a:ext cx="6121966" cy="483516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66E28-61FB-4222-8EB1-14A0AFE0B3B7}" type="datetimeFigureOut">
              <a:rPr lang="zh-CN" altLang="en-US" smtClean="0"/>
              <a:t>2025/7/19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18EAE-2E04-4A40-8958-0BC35092CC8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66E28-61FB-4222-8EB1-14A0AFE0B3B7}" type="datetimeFigureOut">
              <a:rPr lang="zh-CN" altLang="en-US" smtClean="0"/>
              <a:t>2025/7/19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18EAE-2E04-4A40-8958-0BC35092CC8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66E28-61FB-4222-8EB1-14A0AFE0B3B7}" type="datetimeFigureOut">
              <a:rPr lang="zh-CN" altLang="en-US" smtClean="0"/>
              <a:t>2025/7/19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18EAE-2E04-4A40-8958-0BC35092CC8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1" y="599969"/>
            <a:ext cx="4644443" cy="2099892"/>
          </a:xfrm>
        </p:spPr>
        <p:txBody>
          <a:bodyPr anchor="b"/>
          <a:lstStyle>
            <a:lvl1pPr>
              <a:defRPr sz="378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1966" y="1295767"/>
            <a:ext cx="7290108" cy="6395505"/>
          </a:xfrm>
        </p:spPr>
        <p:txBody>
          <a:bodyPr/>
          <a:lstStyle>
            <a:lvl1pPr>
              <a:defRPr sz="3780"/>
            </a:lvl1pPr>
            <a:lvl2pPr>
              <a:defRPr sz="3305"/>
            </a:lvl2pPr>
            <a:lvl3pPr>
              <a:defRPr sz="2835"/>
            </a:lvl3pPr>
            <a:lvl4pPr>
              <a:defRPr sz="2360"/>
            </a:lvl4pPr>
            <a:lvl5pPr>
              <a:defRPr sz="2360"/>
            </a:lvl5pPr>
            <a:lvl6pPr>
              <a:defRPr sz="2360"/>
            </a:lvl6pPr>
            <a:lvl7pPr>
              <a:defRPr sz="2360"/>
            </a:lvl7pPr>
            <a:lvl8pPr>
              <a:defRPr sz="2360"/>
            </a:lvl8pPr>
            <a:lvl9pPr>
              <a:defRPr sz="236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1" y="2699862"/>
            <a:ext cx="4644443" cy="5001827"/>
          </a:xfrm>
        </p:spPr>
        <p:txBody>
          <a:bodyPr/>
          <a:lstStyle>
            <a:lvl1pPr marL="0" indent="0">
              <a:buNone/>
              <a:defRPr sz="1890"/>
            </a:lvl1pPr>
            <a:lvl2pPr marL="539750" indent="0">
              <a:buNone/>
              <a:defRPr sz="1655"/>
            </a:lvl2pPr>
            <a:lvl3pPr marL="1080135" indent="0">
              <a:buNone/>
              <a:defRPr sz="1415"/>
            </a:lvl3pPr>
            <a:lvl4pPr marL="1619885" indent="0">
              <a:buNone/>
              <a:defRPr sz="1180"/>
            </a:lvl4pPr>
            <a:lvl5pPr marL="2160270" indent="0">
              <a:buNone/>
              <a:defRPr sz="1180"/>
            </a:lvl5pPr>
            <a:lvl6pPr marL="2700020" indent="0">
              <a:buNone/>
              <a:defRPr sz="1180"/>
            </a:lvl6pPr>
            <a:lvl7pPr marL="3239770" indent="0">
              <a:buNone/>
              <a:defRPr sz="1180"/>
            </a:lvl7pPr>
            <a:lvl8pPr marL="3780155" indent="0">
              <a:buNone/>
              <a:defRPr sz="1180"/>
            </a:lvl8pPr>
            <a:lvl9pPr marL="4319905" indent="0">
              <a:buNone/>
              <a:defRPr sz="118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66E28-61FB-4222-8EB1-14A0AFE0B3B7}" type="datetimeFigureOut">
              <a:rPr lang="zh-CN" altLang="en-US" smtClean="0"/>
              <a:t>2025/7/19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18EAE-2E04-4A40-8958-0BC35092CC8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1" y="599969"/>
            <a:ext cx="4644443" cy="2099892"/>
          </a:xfrm>
        </p:spPr>
        <p:txBody>
          <a:bodyPr anchor="b"/>
          <a:lstStyle>
            <a:lvl1pPr>
              <a:defRPr sz="378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121966" y="1295767"/>
            <a:ext cx="7290108" cy="6395505"/>
          </a:xfrm>
        </p:spPr>
        <p:txBody>
          <a:bodyPr anchor="t"/>
          <a:lstStyle>
            <a:lvl1pPr marL="0" indent="0">
              <a:buNone/>
              <a:defRPr sz="3780"/>
            </a:lvl1pPr>
            <a:lvl2pPr marL="539750" indent="0">
              <a:buNone/>
              <a:defRPr sz="3305"/>
            </a:lvl2pPr>
            <a:lvl3pPr marL="1080135" indent="0">
              <a:buNone/>
              <a:defRPr sz="2835"/>
            </a:lvl3pPr>
            <a:lvl4pPr marL="1619885" indent="0">
              <a:buNone/>
              <a:defRPr sz="2360"/>
            </a:lvl4pPr>
            <a:lvl5pPr marL="2160270" indent="0">
              <a:buNone/>
              <a:defRPr sz="2360"/>
            </a:lvl5pPr>
            <a:lvl6pPr marL="2700020" indent="0">
              <a:buNone/>
              <a:defRPr sz="2360"/>
            </a:lvl6pPr>
            <a:lvl7pPr marL="3239770" indent="0">
              <a:buNone/>
              <a:defRPr sz="2360"/>
            </a:lvl7pPr>
            <a:lvl8pPr marL="3780155" indent="0">
              <a:buNone/>
              <a:defRPr sz="2360"/>
            </a:lvl8pPr>
            <a:lvl9pPr marL="4319905" indent="0">
              <a:buNone/>
              <a:defRPr sz="236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1" y="2699862"/>
            <a:ext cx="4644443" cy="5001827"/>
          </a:xfrm>
        </p:spPr>
        <p:txBody>
          <a:bodyPr/>
          <a:lstStyle>
            <a:lvl1pPr marL="0" indent="0">
              <a:buNone/>
              <a:defRPr sz="1890"/>
            </a:lvl1pPr>
            <a:lvl2pPr marL="539750" indent="0">
              <a:buNone/>
              <a:defRPr sz="1655"/>
            </a:lvl2pPr>
            <a:lvl3pPr marL="1080135" indent="0">
              <a:buNone/>
              <a:defRPr sz="1415"/>
            </a:lvl3pPr>
            <a:lvl4pPr marL="1619885" indent="0">
              <a:buNone/>
              <a:defRPr sz="1180"/>
            </a:lvl4pPr>
            <a:lvl5pPr marL="2160270" indent="0">
              <a:buNone/>
              <a:defRPr sz="1180"/>
            </a:lvl5pPr>
            <a:lvl6pPr marL="2700020" indent="0">
              <a:buNone/>
              <a:defRPr sz="1180"/>
            </a:lvl6pPr>
            <a:lvl7pPr marL="3239770" indent="0">
              <a:buNone/>
              <a:defRPr sz="1180"/>
            </a:lvl7pPr>
            <a:lvl8pPr marL="3780155" indent="0">
              <a:buNone/>
              <a:defRPr sz="1180"/>
            </a:lvl8pPr>
            <a:lvl9pPr marL="4319905" indent="0">
              <a:buNone/>
              <a:defRPr sz="118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66E28-61FB-4222-8EB1-14A0AFE0B3B7}" type="datetimeFigureOut">
              <a:rPr lang="zh-CN" altLang="en-US" smtClean="0"/>
              <a:t>2025/7/19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18EAE-2E04-4A40-8958-0BC35092CC8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66E28-61FB-4222-8EB1-14A0AFE0B3B7}" type="datetimeFigureOut">
              <a:rPr lang="zh-CN" altLang="en-US" smtClean="0"/>
              <a:t>2025/7/19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18EAE-2E04-4A40-8958-0BC35092CC8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05152" y="479142"/>
            <a:ext cx="3105046" cy="7626692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015" y="479142"/>
            <a:ext cx="9135135" cy="7626692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66E28-61FB-4222-8EB1-14A0AFE0B3B7}" type="datetimeFigureOut">
              <a:rPr lang="zh-CN" altLang="en-US" smtClean="0"/>
              <a:t>2025/7/19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18EAE-2E04-4A40-8958-0BC35092CC8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90015" y="479143"/>
            <a:ext cx="12420184" cy="17394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0015" y="2395710"/>
            <a:ext cx="12420184" cy="5710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015" y="8341239"/>
            <a:ext cx="3240048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366E28-61FB-4222-8EB1-14A0AFE0B3B7}" type="datetimeFigureOut">
              <a:rPr lang="zh-CN" altLang="en-US" smtClean="0"/>
              <a:t>2025/7/19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70071" y="8341239"/>
            <a:ext cx="4860072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70150" y="8341239"/>
            <a:ext cx="3240048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F18EAE-2E04-4A40-8958-0BC35092CC8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080135" rtl="0" eaLnBrk="1" latinLnBrk="0" hangingPunct="1">
        <a:lnSpc>
          <a:spcPct val="90000"/>
        </a:lnSpc>
        <a:spcBef>
          <a:spcPct val="0"/>
        </a:spcBef>
        <a:buNone/>
        <a:defRPr sz="519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9875" indent="-269875" algn="l" defTabSz="1080135" rtl="0" eaLnBrk="1" latinLnBrk="0" hangingPunct="1">
        <a:lnSpc>
          <a:spcPct val="90000"/>
        </a:lnSpc>
        <a:spcBef>
          <a:spcPts val="1180"/>
        </a:spcBef>
        <a:buFont typeface="Arial" panose="020B0604020202090204" pitchFamily="34" charset="0"/>
        <a:buChar char="•"/>
        <a:defRPr sz="3305" kern="1200">
          <a:solidFill>
            <a:schemeClr val="tx1"/>
          </a:solidFill>
          <a:latin typeface="+mn-lt"/>
          <a:ea typeface="+mn-ea"/>
          <a:cs typeface="+mn-cs"/>
        </a:defRPr>
      </a:lvl1pPr>
      <a:lvl2pPr marL="810260" indent="-269875" algn="l" defTabSz="1080135" rtl="0" eaLnBrk="1" latinLnBrk="0" hangingPunct="1">
        <a:lnSpc>
          <a:spcPct val="90000"/>
        </a:lnSpc>
        <a:spcBef>
          <a:spcPts val="590"/>
        </a:spcBef>
        <a:buFont typeface="Arial" panose="020B060402020209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2pPr>
      <a:lvl3pPr marL="1350010" indent="-269875" algn="l" defTabSz="1080135" rtl="0" eaLnBrk="1" latinLnBrk="0" hangingPunct="1">
        <a:lnSpc>
          <a:spcPct val="90000"/>
        </a:lnSpc>
        <a:spcBef>
          <a:spcPts val="590"/>
        </a:spcBef>
        <a:buFont typeface="Arial" panose="020B0604020202090204" pitchFamily="34" charset="0"/>
        <a:buChar char="•"/>
        <a:defRPr sz="2360" kern="1200">
          <a:solidFill>
            <a:schemeClr val="tx1"/>
          </a:solidFill>
          <a:latin typeface="+mn-lt"/>
          <a:ea typeface="+mn-ea"/>
          <a:cs typeface="+mn-cs"/>
        </a:defRPr>
      </a:lvl3pPr>
      <a:lvl4pPr marL="1889760" indent="-269875" algn="l" defTabSz="1080135" rtl="0" eaLnBrk="1" latinLnBrk="0" hangingPunct="1">
        <a:lnSpc>
          <a:spcPct val="90000"/>
        </a:lnSpc>
        <a:spcBef>
          <a:spcPts val="590"/>
        </a:spcBef>
        <a:buFont typeface="Arial" panose="020B0604020202090204" pitchFamily="34" charset="0"/>
        <a:buChar char="•"/>
        <a:defRPr sz="2125" kern="1200">
          <a:solidFill>
            <a:schemeClr val="tx1"/>
          </a:solidFill>
          <a:latin typeface="+mn-lt"/>
          <a:ea typeface="+mn-ea"/>
          <a:cs typeface="+mn-cs"/>
        </a:defRPr>
      </a:lvl4pPr>
      <a:lvl5pPr marL="2430145" indent="-269875" algn="l" defTabSz="1080135" rtl="0" eaLnBrk="1" latinLnBrk="0" hangingPunct="1">
        <a:lnSpc>
          <a:spcPct val="90000"/>
        </a:lnSpc>
        <a:spcBef>
          <a:spcPts val="590"/>
        </a:spcBef>
        <a:buFont typeface="Arial" panose="020B0604020202090204" pitchFamily="34" charset="0"/>
        <a:buChar char="•"/>
        <a:defRPr sz="2125" kern="1200">
          <a:solidFill>
            <a:schemeClr val="tx1"/>
          </a:solidFill>
          <a:latin typeface="+mn-lt"/>
          <a:ea typeface="+mn-ea"/>
          <a:cs typeface="+mn-cs"/>
        </a:defRPr>
      </a:lvl5pPr>
      <a:lvl6pPr marL="2969895" indent="-269875" algn="l" defTabSz="1080135" rtl="0" eaLnBrk="1" latinLnBrk="0" hangingPunct="1">
        <a:lnSpc>
          <a:spcPct val="90000"/>
        </a:lnSpc>
        <a:spcBef>
          <a:spcPts val="590"/>
        </a:spcBef>
        <a:buFont typeface="Arial" panose="020B0604020202090204" pitchFamily="34" charset="0"/>
        <a:buChar char="•"/>
        <a:defRPr sz="2125" kern="1200">
          <a:solidFill>
            <a:schemeClr val="tx1"/>
          </a:solidFill>
          <a:latin typeface="+mn-lt"/>
          <a:ea typeface="+mn-ea"/>
          <a:cs typeface="+mn-cs"/>
        </a:defRPr>
      </a:lvl6pPr>
      <a:lvl7pPr marL="3510280" indent="-269875" algn="l" defTabSz="1080135" rtl="0" eaLnBrk="1" latinLnBrk="0" hangingPunct="1">
        <a:lnSpc>
          <a:spcPct val="90000"/>
        </a:lnSpc>
        <a:spcBef>
          <a:spcPts val="590"/>
        </a:spcBef>
        <a:buFont typeface="Arial" panose="020B0604020202090204" pitchFamily="34" charset="0"/>
        <a:buChar char="•"/>
        <a:defRPr sz="2125" kern="1200">
          <a:solidFill>
            <a:schemeClr val="tx1"/>
          </a:solidFill>
          <a:latin typeface="+mn-lt"/>
          <a:ea typeface="+mn-ea"/>
          <a:cs typeface="+mn-cs"/>
        </a:defRPr>
      </a:lvl7pPr>
      <a:lvl8pPr marL="4050030" indent="-269875" algn="l" defTabSz="1080135" rtl="0" eaLnBrk="1" latinLnBrk="0" hangingPunct="1">
        <a:lnSpc>
          <a:spcPct val="90000"/>
        </a:lnSpc>
        <a:spcBef>
          <a:spcPts val="590"/>
        </a:spcBef>
        <a:buFont typeface="Arial" panose="020B0604020202090204" pitchFamily="34" charset="0"/>
        <a:buChar char="•"/>
        <a:defRPr sz="2125" kern="1200">
          <a:solidFill>
            <a:schemeClr val="tx1"/>
          </a:solidFill>
          <a:latin typeface="+mn-lt"/>
          <a:ea typeface="+mn-ea"/>
          <a:cs typeface="+mn-cs"/>
        </a:defRPr>
      </a:lvl8pPr>
      <a:lvl9pPr marL="4589780" indent="-269875" algn="l" defTabSz="1080135" rtl="0" eaLnBrk="1" latinLnBrk="0" hangingPunct="1">
        <a:lnSpc>
          <a:spcPct val="90000"/>
        </a:lnSpc>
        <a:spcBef>
          <a:spcPts val="590"/>
        </a:spcBef>
        <a:buFont typeface="Arial" panose="020B0604020202090204" pitchFamily="34" charset="0"/>
        <a:buChar char="•"/>
        <a:defRPr sz="21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80135" rtl="0" eaLnBrk="1" latinLnBrk="0" hangingPunct="1">
        <a:defRPr sz="2125" kern="1200">
          <a:solidFill>
            <a:schemeClr val="tx1"/>
          </a:solidFill>
          <a:latin typeface="+mn-lt"/>
          <a:ea typeface="+mn-ea"/>
          <a:cs typeface="+mn-cs"/>
        </a:defRPr>
      </a:lvl1pPr>
      <a:lvl2pPr marL="539750" algn="l" defTabSz="1080135" rtl="0" eaLnBrk="1" latinLnBrk="0" hangingPunct="1">
        <a:defRPr sz="2125" kern="1200">
          <a:solidFill>
            <a:schemeClr val="tx1"/>
          </a:solidFill>
          <a:latin typeface="+mn-lt"/>
          <a:ea typeface="+mn-ea"/>
          <a:cs typeface="+mn-cs"/>
        </a:defRPr>
      </a:lvl2pPr>
      <a:lvl3pPr marL="1080135" algn="l" defTabSz="1080135" rtl="0" eaLnBrk="1" latinLnBrk="0" hangingPunct="1">
        <a:defRPr sz="2125" kern="1200">
          <a:solidFill>
            <a:schemeClr val="tx1"/>
          </a:solidFill>
          <a:latin typeface="+mn-lt"/>
          <a:ea typeface="+mn-ea"/>
          <a:cs typeface="+mn-cs"/>
        </a:defRPr>
      </a:lvl3pPr>
      <a:lvl4pPr marL="1619885" algn="l" defTabSz="1080135" rtl="0" eaLnBrk="1" latinLnBrk="0" hangingPunct="1">
        <a:defRPr sz="2125" kern="1200">
          <a:solidFill>
            <a:schemeClr val="tx1"/>
          </a:solidFill>
          <a:latin typeface="+mn-lt"/>
          <a:ea typeface="+mn-ea"/>
          <a:cs typeface="+mn-cs"/>
        </a:defRPr>
      </a:lvl4pPr>
      <a:lvl5pPr marL="2160270" algn="l" defTabSz="1080135" rtl="0" eaLnBrk="1" latinLnBrk="0" hangingPunct="1">
        <a:defRPr sz="2125" kern="1200">
          <a:solidFill>
            <a:schemeClr val="tx1"/>
          </a:solidFill>
          <a:latin typeface="+mn-lt"/>
          <a:ea typeface="+mn-ea"/>
          <a:cs typeface="+mn-cs"/>
        </a:defRPr>
      </a:lvl5pPr>
      <a:lvl6pPr marL="2700020" algn="l" defTabSz="1080135" rtl="0" eaLnBrk="1" latinLnBrk="0" hangingPunct="1">
        <a:defRPr sz="2125" kern="1200">
          <a:solidFill>
            <a:schemeClr val="tx1"/>
          </a:solidFill>
          <a:latin typeface="+mn-lt"/>
          <a:ea typeface="+mn-ea"/>
          <a:cs typeface="+mn-cs"/>
        </a:defRPr>
      </a:lvl6pPr>
      <a:lvl7pPr marL="3239770" algn="l" defTabSz="1080135" rtl="0" eaLnBrk="1" latinLnBrk="0" hangingPunct="1">
        <a:defRPr sz="2125" kern="1200">
          <a:solidFill>
            <a:schemeClr val="tx1"/>
          </a:solidFill>
          <a:latin typeface="+mn-lt"/>
          <a:ea typeface="+mn-ea"/>
          <a:cs typeface="+mn-cs"/>
        </a:defRPr>
      </a:lvl7pPr>
      <a:lvl8pPr marL="3780155" algn="l" defTabSz="1080135" rtl="0" eaLnBrk="1" latinLnBrk="0" hangingPunct="1">
        <a:defRPr sz="2125" kern="1200">
          <a:solidFill>
            <a:schemeClr val="tx1"/>
          </a:solidFill>
          <a:latin typeface="+mn-lt"/>
          <a:ea typeface="+mn-ea"/>
          <a:cs typeface="+mn-cs"/>
        </a:defRPr>
      </a:lvl8pPr>
      <a:lvl9pPr marL="4319905" algn="l" defTabSz="1080135" rtl="0" eaLnBrk="1" latinLnBrk="0" hangingPunct="1">
        <a:defRPr sz="212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0C405-2FC1-98EF-AD36-F6487F980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8">
            <a:extLst>
              <a:ext uri="{FF2B5EF4-FFF2-40B4-BE49-F238E27FC236}">
                <a16:creationId xmlns:a16="http://schemas.microsoft.com/office/drawing/2014/main" id="{D14121C2-BE5D-220C-AE9C-FDABE0814E1E}"/>
              </a:ext>
            </a:extLst>
          </p:cNvPr>
          <p:cNvSpPr/>
          <p:nvPr/>
        </p:nvSpPr>
        <p:spPr>
          <a:xfrm>
            <a:off x="7012909" y="1023954"/>
            <a:ext cx="6465021" cy="3757165"/>
          </a:xfrm>
          <a:prstGeom prst="rect">
            <a:avLst/>
          </a:prstGeom>
          <a:solidFill>
            <a:srgbClr val="F2CBCA">
              <a:alpha val="5211"/>
            </a:srgbClr>
          </a:solidFill>
        </p:spPr>
        <p:txBody>
          <a:bodyPr wrap="square" rtlCol="0">
            <a:noAutofit/>
          </a:bodyPr>
          <a:lstStyle/>
          <a:p>
            <a:pPr defTabSz="457200"/>
            <a:endParaRPr lang="en" altLang="zh-CN" sz="1600" b="1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矩形 15">
            <a:extLst>
              <a:ext uri="{FF2B5EF4-FFF2-40B4-BE49-F238E27FC236}">
                <a16:creationId xmlns:a16="http://schemas.microsoft.com/office/drawing/2014/main" id="{7C239F89-012F-1103-F386-C482AFEF8D91}"/>
              </a:ext>
            </a:extLst>
          </p:cNvPr>
          <p:cNvSpPr/>
          <p:nvPr/>
        </p:nvSpPr>
        <p:spPr>
          <a:xfrm>
            <a:off x="1403383" y="1023955"/>
            <a:ext cx="5634602" cy="3654542"/>
          </a:xfrm>
          <a:prstGeom prst="rect">
            <a:avLst/>
          </a:prstGeom>
          <a:solidFill>
            <a:srgbClr val="A9D18E">
              <a:alpha val="8996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 defTabSz="457200"/>
            <a:endParaRPr lang="en-US" altLang="zh-CN" sz="1400" kern="0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  <a:cs typeface="Consolas" panose="020B0609020204030204" pitchFamily="49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C335B1C-9706-DC38-1911-33965E5A34C2}"/>
              </a:ext>
            </a:extLst>
          </p:cNvPr>
          <p:cNvSpPr/>
          <p:nvPr/>
        </p:nvSpPr>
        <p:spPr>
          <a:xfrm>
            <a:off x="1567929" y="1151353"/>
            <a:ext cx="5570549" cy="334841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>
              <a:lnSpc>
                <a:spcPts val="1350"/>
              </a:lnSpc>
              <a:buNone/>
            </a:pPr>
            <a:r>
              <a:rPr lang="en" altLang="zh-CN" sz="1400" b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import </a:t>
            </a:r>
            <a:r>
              <a:rPr lang="en" altLang="zh-CN" sz="1400" b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os</a:t>
            </a:r>
            <a:endParaRPr lang="en" altLang="zh-CN" sz="1400" b="0">
              <a:solidFill>
                <a:srgbClr val="000000"/>
              </a:solidFill>
              <a:effectLst/>
              <a:latin typeface="Consolas" panose="020B0609020204030204" pitchFamily="49" charset="0"/>
              <a:ea typeface="Microsoft YaHei" panose="020B0503020204020204" pitchFamily="34" charset="-122"/>
              <a:cs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zh-CN" sz="1400" b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import </a:t>
            </a:r>
            <a:r>
              <a:rPr lang="en" altLang="zh-CN" sz="1400" b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sys</a:t>
            </a:r>
            <a:endParaRPr lang="en" altLang="zh-CN" sz="1400" b="0">
              <a:solidFill>
                <a:srgbClr val="000000"/>
              </a:solidFill>
              <a:effectLst/>
              <a:latin typeface="Consolas" panose="020B0609020204030204" pitchFamily="49" charset="0"/>
              <a:ea typeface="Microsoft YaHei" panose="020B0503020204020204" pitchFamily="34" charset="-122"/>
              <a:cs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zh-CN" sz="1400" b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import </a:t>
            </a:r>
            <a:r>
              <a:rPr lang="en" altLang="zh-CN" sz="1400" b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copy</a:t>
            </a:r>
            <a:endParaRPr lang="en" altLang="zh-CN" sz="1400" b="0">
              <a:solidFill>
                <a:srgbClr val="000000"/>
              </a:solidFill>
              <a:effectLst/>
              <a:latin typeface="Consolas" panose="020B0609020204030204" pitchFamily="49" charset="0"/>
              <a:ea typeface="Microsoft YaHei" panose="020B0503020204020204" pitchFamily="34" charset="-122"/>
              <a:cs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zh-CN" sz="1400" b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import </a:t>
            </a:r>
            <a:r>
              <a:rPr lang="en" altLang="zh-CN" sz="1400" b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time</a:t>
            </a:r>
            <a:endParaRPr lang="en" altLang="zh-CN" sz="1400" b="0">
              <a:solidFill>
                <a:srgbClr val="000000"/>
              </a:solidFill>
              <a:effectLst/>
              <a:latin typeface="Consolas" panose="020B0609020204030204" pitchFamily="49" charset="0"/>
              <a:ea typeface="Microsoft YaHei" panose="020B0503020204020204" pitchFamily="34" charset="-122"/>
              <a:cs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zh-CN" sz="1400" b="0">
                <a:effectLst/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... ...</a:t>
            </a:r>
          </a:p>
          <a:p>
            <a:pPr>
              <a:lnSpc>
                <a:spcPts val="1350"/>
              </a:lnSpc>
              <a:buNone/>
            </a:pPr>
            <a:br>
              <a:rPr lang="en" altLang="zh-CN" sz="1400" b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</a:br>
            <a:r>
              <a:rPr lang="en" altLang="zh-CN" sz="1400" b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def </a:t>
            </a:r>
            <a:r>
              <a:rPr lang="en" altLang="zh-CN" sz="1400" b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parseOptions</a:t>
            </a:r>
            <a:r>
              <a:rPr lang="en" altLang="zh-CN" sz="1400" b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(args)</a:t>
            </a:r>
            <a:r>
              <a:rPr lang="en" altLang="zh-CN" sz="1400" b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:</a:t>
            </a:r>
            <a:endParaRPr lang="en" altLang="zh-CN" sz="1400" b="0">
              <a:solidFill>
                <a:srgbClr val="000000"/>
              </a:solidFill>
              <a:effectLst/>
              <a:latin typeface="Consolas" panose="020B0609020204030204" pitchFamily="49" charset="0"/>
              <a:ea typeface="Microsoft YaHei" panose="020B0503020204020204" pitchFamily="34" charset="-122"/>
              <a:cs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zh-CN" sz="1400" b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config </a:t>
            </a:r>
            <a:r>
              <a:rPr lang="en" altLang="zh-CN" sz="1400" b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=</a:t>
            </a:r>
            <a:r>
              <a:rPr lang="en" altLang="zh-CN" sz="1400" b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b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{}</a:t>
            </a:r>
            <a:endParaRPr lang="en" altLang="zh-CN" sz="1400" b="0">
              <a:solidFill>
                <a:srgbClr val="000000"/>
              </a:solidFill>
              <a:effectLst/>
              <a:latin typeface="Consolas" panose="020B0609020204030204" pitchFamily="49" charset="0"/>
              <a:ea typeface="Microsoft YaHei" panose="020B0503020204020204" pitchFamily="34" charset="-122"/>
              <a:cs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zh-CN" sz="1400" b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config[</a:t>
            </a:r>
            <a:r>
              <a:rPr lang="en" altLang="zh-CN" sz="1400" b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'configFile'</a:t>
            </a:r>
            <a:r>
              <a:rPr lang="en" altLang="zh-CN" sz="1400" b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] </a:t>
            </a:r>
            <a:r>
              <a:rPr lang="en" altLang="zh-CN" sz="1400" b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=</a:t>
            </a:r>
            <a:r>
              <a:rPr lang="en" altLang="zh-CN" sz="1400" b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b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'satTracker200.config'</a:t>
            </a:r>
            <a:endParaRPr lang="en" altLang="zh-CN" sz="1400" b="0">
              <a:solidFill>
                <a:srgbClr val="000000"/>
              </a:solidFill>
              <a:effectLst/>
              <a:latin typeface="Consolas" panose="020B0609020204030204" pitchFamily="49" charset="0"/>
              <a:ea typeface="Microsoft YaHei" panose="020B0503020204020204" pitchFamily="34" charset="-122"/>
              <a:cs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zh-CN" sz="1400" b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config[</a:t>
            </a:r>
            <a:r>
              <a:rPr lang="en" altLang="zh-CN" sz="1400" b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'predictorMode'</a:t>
            </a:r>
            <a:r>
              <a:rPr lang="en" altLang="zh-CN" sz="1400" b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] </a:t>
            </a:r>
            <a:r>
              <a:rPr lang="en" altLang="zh-CN" sz="1400" b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=</a:t>
            </a:r>
            <a:r>
              <a:rPr lang="en" altLang="zh-CN" sz="1400" b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b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False</a:t>
            </a:r>
            <a:endParaRPr lang="en" altLang="zh-CN" sz="1400" b="0">
              <a:solidFill>
                <a:srgbClr val="000000"/>
              </a:solidFill>
              <a:effectLst/>
              <a:latin typeface="Consolas" panose="020B0609020204030204" pitchFamily="49" charset="0"/>
              <a:ea typeface="Microsoft YaHei" panose="020B0503020204020204" pitchFamily="34" charset="-122"/>
              <a:cs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zh-CN" sz="1400" b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config[</a:t>
            </a:r>
            <a:r>
              <a:rPr lang="en" altLang="zh-CN" sz="1400" b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'predictorDate'</a:t>
            </a:r>
            <a:r>
              <a:rPr lang="en" altLang="zh-CN" sz="1400" b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] </a:t>
            </a:r>
            <a:r>
              <a:rPr lang="en" altLang="zh-CN" sz="1400" b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=</a:t>
            </a:r>
            <a:r>
              <a:rPr lang="en" altLang="zh-CN" sz="1400" b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b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None</a:t>
            </a:r>
            <a:endParaRPr lang="en" altLang="zh-CN" sz="1400" b="0">
              <a:solidFill>
                <a:srgbClr val="000000"/>
              </a:solidFill>
              <a:effectLst/>
              <a:latin typeface="Consolas" panose="020B0609020204030204" pitchFamily="49" charset="0"/>
              <a:ea typeface="Microsoft YaHei" panose="020B0503020204020204" pitchFamily="34" charset="-122"/>
              <a:cs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zh-CN" sz="1400" b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config[</a:t>
            </a:r>
            <a:r>
              <a:rPr lang="en" altLang="zh-CN" sz="1400" b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'predictorTime'</a:t>
            </a:r>
            <a:r>
              <a:rPr lang="en" altLang="zh-CN" sz="1400" b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] </a:t>
            </a:r>
            <a:r>
              <a:rPr lang="en" altLang="zh-CN" sz="1400" b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=</a:t>
            </a:r>
            <a:r>
              <a:rPr lang="en" altLang="zh-CN" sz="1400" b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b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None</a:t>
            </a:r>
            <a:endParaRPr lang="en" altLang="zh-CN" sz="1400" b="0">
              <a:solidFill>
                <a:srgbClr val="000000"/>
              </a:solidFill>
              <a:effectLst/>
              <a:latin typeface="Consolas" panose="020B0609020204030204" pitchFamily="49" charset="0"/>
              <a:ea typeface="Microsoft YaHei" panose="020B0503020204020204" pitchFamily="34" charset="-122"/>
              <a:cs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zh-CN" sz="1400" b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config[</a:t>
            </a:r>
            <a:r>
              <a:rPr lang="en" altLang="zh-CN" sz="1400" b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'predictorInterval'</a:t>
            </a:r>
            <a:r>
              <a:rPr lang="en" altLang="zh-CN" sz="1400" b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] </a:t>
            </a:r>
            <a:r>
              <a:rPr lang="en" altLang="zh-CN" sz="1400" b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=</a:t>
            </a:r>
            <a:r>
              <a:rPr lang="en" altLang="zh-CN" sz="1400" b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b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180.0</a:t>
            </a:r>
            <a:endParaRPr lang="en" altLang="zh-CN" sz="1400" b="0">
              <a:solidFill>
                <a:srgbClr val="000000"/>
              </a:solidFill>
              <a:effectLst/>
              <a:latin typeface="Consolas" panose="020B0609020204030204" pitchFamily="49" charset="0"/>
              <a:ea typeface="Microsoft YaHei" panose="020B0503020204020204" pitchFamily="34" charset="-122"/>
              <a:cs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zh-CN" sz="1400" b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config[</a:t>
            </a:r>
            <a:r>
              <a:rPr lang="en" altLang="zh-CN" sz="1400" b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'predictorMagLimit'</a:t>
            </a:r>
            <a:r>
              <a:rPr lang="en" altLang="zh-CN" sz="1400" b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] </a:t>
            </a:r>
            <a:r>
              <a:rPr lang="en" altLang="zh-CN" sz="1400" b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=</a:t>
            </a:r>
            <a:r>
              <a:rPr lang="en" altLang="zh-CN" sz="1400" b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b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None</a:t>
            </a:r>
            <a:endParaRPr lang="en" altLang="zh-CN" sz="1400" b="0">
              <a:solidFill>
                <a:srgbClr val="000000"/>
              </a:solidFill>
              <a:effectLst/>
              <a:latin typeface="Consolas" panose="020B0609020204030204" pitchFamily="49" charset="0"/>
              <a:ea typeface="Microsoft YaHei" panose="020B0503020204020204" pitchFamily="34" charset="-122"/>
              <a:cs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zh-CN" sz="1400" b="0">
                <a:effectLst/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... ...</a:t>
            </a:r>
          </a:p>
          <a:p>
            <a:pPr>
              <a:lnSpc>
                <a:spcPts val="1350"/>
              </a:lnSpc>
              <a:buNone/>
            </a:pPr>
            <a:br>
              <a:rPr lang="en" altLang="zh-CN" sz="1400" b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</a:br>
            <a:endParaRPr lang="en" altLang="zh-CN" sz="1400" b="0">
              <a:solidFill>
                <a:srgbClr val="000000"/>
              </a:solidFill>
              <a:effectLst/>
              <a:latin typeface="Consolas" panose="020B0609020204030204" pitchFamily="49" charset="0"/>
              <a:ea typeface="Microsoft YaHei" panose="020B0503020204020204" pitchFamily="34" charset="-122"/>
              <a:cs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zh-CN" sz="1400" b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def </a:t>
            </a:r>
            <a:r>
              <a:rPr lang="en" altLang="zh-CN" sz="1400" b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main</a:t>
            </a:r>
            <a:r>
              <a:rPr lang="en" altLang="zh-CN" sz="1400" b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(args)</a:t>
            </a:r>
            <a:r>
              <a:rPr lang="en" altLang="zh-CN" sz="1400" b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:</a:t>
            </a:r>
            <a:endParaRPr lang="en" altLang="zh-CN" sz="1400" b="0">
              <a:solidFill>
                <a:srgbClr val="000000"/>
              </a:solidFill>
              <a:effectLst/>
              <a:latin typeface="Consolas" panose="020B0609020204030204" pitchFamily="49" charset="0"/>
              <a:ea typeface="Microsoft YaHei" panose="020B0503020204020204" pitchFamily="34" charset="-122"/>
              <a:cs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zh-CN" sz="1400" b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    # Parse the command line</a:t>
            </a:r>
            <a:endParaRPr lang="en" altLang="zh-CN" sz="1100" b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0E9D857-2DEA-7528-949E-99CC9AAFDE4E}"/>
              </a:ext>
            </a:extLst>
          </p:cNvPr>
          <p:cNvSpPr txBox="1"/>
          <p:nvPr/>
        </p:nvSpPr>
        <p:spPr>
          <a:xfrm>
            <a:off x="5605338" y="4297845"/>
            <a:ext cx="1414170" cy="338554"/>
          </a:xfrm>
          <a:prstGeom prst="rect">
            <a:avLst/>
          </a:prstGeom>
          <a:solidFill>
            <a:srgbClr val="00B050">
              <a:alpha val="74149"/>
            </a:srgbClr>
          </a:solidFill>
        </p:spPr>
        <p:txBody>
          <a:bodyPr wrap="none" rtlCol="0">
            <a:spAutoFit/>
          </a:bodyPr>
          <a:lstStyle/>
          <a:p>
            <a:pPr defTabSz="457200"/>
            <a:r>
              <a:rPr lang="en-US" altLang="zh-CN" sz="1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Initial context</a:t>
            </a:r>
            <a:endParaRPr lang="zh-CN" altLang="en-US" sz="16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50FDE39-C050-2240-A8CC-CAD0612F36B4}"/>
              </a:ext>
            </a:extLst>
          </p:cNvPr>
          <p:cNvSpPr/>
          <p:nvPr/>
        </p:nvSpPr>
        <p:spPr>
          <a:xfrm>
            <a:off x="1398213" y="4636399"/>
            <a:ext cx="5627948" cy="476564"/>
          </a:xfrm>
          <a:prstGeom prst="rect">
            <a:avLst/>
          </a:prstGeom>
          <a:solidFill>
            <a:srgbClr val="00B050">
              <a:alpha val="15501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>
              <a:lnSpc>
                <a:spcPts val="1350"/>
              </a:lnSpc>
            </a:pPr>
            <a:r>
              <a:rPr lang="en" altLang="zh-CN" sz="1400">
                <a:solidFill>
                  <a:srgbClr val="000000"/>
                </a:solidFill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" altLang="zh-CN" sz="1400" b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config </a:t>
            </a:r>
            <a:r>
              <a:rPr lang="en" altLang="zh-CN" sz="1400" b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=</a:t>
            </a:r>
            <a:r>
              <a:rPr lang="en" altLang="zh-CN" sz="1400" b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b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parseOptions</a:t>
            </a:r>
            <a:r>
              <a:rPr lang="en" altLang="zh-CN" sz="1400" b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(args)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9A0D9B7-CCE7-BBCC-E8F1-159ECF8546D9}"/>
              </a:ext>
            </a:extLst>
          </p:cNvPr>
          <p:cNvSpPr txBox="1"/>
          <p:nvPr/>
        </p:nvSpPr>
        <p:spPr>
          <a:xfrm>
            <a:off x="1613885" y="2103899"/>
            <a:ext cx="4592513" cy="1802850"/>
          </a:xfrm>
          <a:prstGeom prst="rect">
            <a:avLst/>
          </a:prstGeom>
          <a:noFill/>
          <a:ln w="28575">
            <a:solidFill>
              <a:srgbClr val="00B050"/>
            </a:solidFill>
            <a:prstDash val="sysDash"/>
          </a:ln>
        </p:spPr>
        <p:txBody>
          <a:bodyPr wrap="square" rtlCol="0">
            <a:noAutofit/>
          </a:bodyPr>
          <a:lstStyle/>
          <a:p>
            <a:endParaRPr kumimoji="1" lang="zh-CN" altLang="en-US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0FE6A4A-23D0-360E-B023-F2FDC96E77F2}"/>
              </a:ext>
            </a:extLst>
          </p:cNvPr>
          <p:cNvSpPr txBox="1"/>
          <p:nvPr/>
        </p:nvSpPr>
        <p:spPr>
          <a:xfrm>
            <a:off x="3537547" y="1684959"/>
            <a:ext cx="36044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600" b="1" i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Key information to assist</a:t>
            </a:r>
            <a:r>
              <a:rPr lang="zh-CN" altLang="en-US" sz="1600" b="1" i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" altLang="zh-CN" sz="1600" b="1" i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completion</a:t>
            </a:r>
            <a:endParaRPr kumimoji="1" lang="zh-CN" altLang="en-US" sz="1600">
              <a:solidFill>
                <a:srgbClr val="00B050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7" name="图片 6" descr="图标&#10;&#10;AI 生成的内容可能不正确。">
            <a:extLst>
              <a:ext uri="{FF2B5EF4-FFF2-40B4-BE49-F238E27FC236}">
                <a16:creationId xmlns:a16="http://schemas.microsoft.com/office/drawing/2014/main" id="{AEF77D66-1664-9870-1050-A9A6827956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6045" y="2001748"/>
            <a:ext cx="374754" cy="374754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3A9282E6-968D-FA9C-3EFC-BEB63601FD8A}"/>
              </a:ext>
            </a:extLst>
          </p:cNvPr>
          <p:cNvSpPr/>
          <p:nvPr/>
        </p:nvSpPr>
        <p:spPr>
          <a:xfrm>
            <a:off x="7214046" y="1023955"/>
            <a:ext cx="6465021" cy="3723119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>
              <a:lnSpc>
                <a:spcPts val="1350"/>
              </a:lnSpc>
              <a:buNone/>
            </a:pPr>
            <a:r>
              <a:rPr lang="en" altLang="zh-CN" sz="1400" b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fromfrom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400" b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import</a:t>
            </a:r>
            <a:br>
              <a:rPr lang="en" altLang="zh-CN" sz="1400" b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</a:br>
            <a:r>
              <a:rPr lang="en" altLang="zh-CN" sz="1400" b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import </a:t>
            </a:r>
            <a:r>
              <a:rPr lang="en" altLang="zh-CN" sz="1400" b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cIO</a:t>
            </a:r>
            <a:endParaRPr lang="en" altLang="zh-CN" sz="1400" b="0">
              <a:solidFill>
                <a:srgbClr val="000000"/>
              </a:solidFill>
              <a:effectLst/>
              <a:latin typeface="Consolas" panose="020B0609020204030204" pitchFamily="49" charset="0"/>
              <a:ea typeface="Microsoft YaHei" panose="020B0503020204020204" pitchFamily="34" charset="-122"/>
              <a:cs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zh-CN" sz="1400" b="0">
                <a:effectLst/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... ...</a:t>
            </a:r>
          </a:p>
          <a:p>
            <a:pPr>
              <a:lnSpc>
                <a:spcPts val="1350"/>
              </a:lnSpc>
              <a:buNone/>
            </a:pPr>
            <a:endParaRPr lang="en" altLang="zh-CN" sz="1400" b="0">
              <a:effectLst/>
              <a:latin typeface="Consolas" panose="020B0609020204030204" pitchFamily="49" charset="0"/>
              <a:ea typeface="Microsoft YaHei" panose="020B0503020204020204" pitchFamily="34" charset="-122"/>
              <a:cs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zh-CN" sz="1400" b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def </a:t>
            </a:r>
            <a:r>
              <a:rPr lang="en" altLang="zh-CN" sz="1400" b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parse</a:t>
            </a:r>
            <a:r>
              <a:rPr lang="en" altLang="zh-CN" sz="1400" b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(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400" b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=[</a:t>
            </a:r>
            <a:r>
              <a:rPr lang="en" altLang="zh-CN" sz="1400" b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'config '</a:t>
            </a:r>
            <a:r>
              <a:rPr lang="en" altLang="zh-CN" sz="1400" b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Tracker.[</a:t>
            </a:r>
            <a:r>
              <a:rPr lang="en" altLang="zh-CN" sz="1400" b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'redict =['</a:t>
            </a:r>
            <a:r>
              <a:rPr lang="en" altLang="zh-CN" sz="1400" b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ororor </a:t>
            </a:r>
            <a:r>
              <a:rPr lang="en" altLang="zh-CN" sz="1400" b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180</a:t>
            </a:r>
            <a:r>
              <a:rPr lang="en" altLang="zh-CN" sz="1400" b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orMag</a:t>
            </a:r>
            <a:endParaRPr lang="en" altLang="zh-CN" sz="1400" b="0">
              <a:solidFill>
                <a:srgbClr val="000000"/>
              </a:solidFill>
              <a:effectLst/>
              <a:latin typeface="Consolas" panose="020B0609020204030204" pitchFamily="49" charset="0"/>
              <a:ea typeface="Microsoft YaHei" panose="020B0503020204020204" pitchFamily="34" charset="-122"/>
              <a:cs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zh-CN" sz="1400" b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":configredict</a:t>
            </a:r>
            <a:endParaRPr lang="en" altLang="zh-CN" sz="1400" b="0">
              <a:solidFill>
                <a:srgbClr val="000000"/>
              </a:solidFill>
              <a:effectLst/>
              <a:latin typeface="Consolas" panose="020B0609020204030204" pitchFamily="49" charset="0"/>
              <a:ea typeface="Microsoft YaHei" panose="020B0503020204020204" pitchFamily="34" charset="-122"/>
              <a:cs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zh-CN" sz="1400" b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# recognized</a:t>
            </a:r>
            <a:endParaRPr lang="en" altLang="zh-CN" sz="1400" b="0">
              <a:solidFill>
                <a:srgbClr val="000000"/>
              </a:solidFill>
              <a:effectLst/>
              <a:latin typeface="Consolas" panose="020B0609020204030204" pitchFamily="49" charset="0"/>
              <a:ea typeface="Microsoft YaHei" panose="020B0503020204020204" pitchFamily="34" charset="-122"/>
              <a:cs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br>
              <a:rPr lang="en" altLang="zh-CN" sz="1400" b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</a:br>
            <a:r>
              <a:rPr lang="en" altLang="zh-CN" sz="1400" b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usage(=</a:t>
            </a:r>
            <a:endParaRPr lang="en" altLang="zh-CN" sz="1400" b="0">
              <a:solidFill>
                <a:srgbClr val="000000"/>
              </a:solidFill>
              <a:effectLst/>
              <a:latin typeface="Consolas" panose="020B0609020204030204" pitchFamily="49" charset="0"/>
              <a:ea typeface="Microsoft YaHei" panose="020B0503020204020204" pitchFamily="34" charset="-122"/>
              <a:cs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zh-CN" sz="1400" b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# Work through,configconfigconfig =-redictor =-['-m-'</a:t>
            </a:r>
            <a:endParaRPr lang="en" altLang="zh-CN" sz="1400" b="0">
              <a:solidFill>
                <a:srgbClr val="000000"/>
              </a:solidFill>
              <a:effectLst/>
              <a:latin typeface="Consolas" panose="020B0609020204030204" pitchFamily="49" charset="0"/>
              <a:ea typeface="Microsoft YaHei" panose="020B0503020204020204" pitchFamily="34" charset="-122"/>
              <a:cs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zh-CN" sz="1400" b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config['or =(</a:t>
            </a:r>
            <a:endParaRPr lang="en" altLang="zh-CN" sz="1400" b="0">
              <a:solidFill>
                <a:srgbClr val="000000"/>
              </a:solidFill>
              <a:effectLst/>
              <a:latin typeface="Consolas" panose="020B0609020204030204" pitchFamily="49" charset="0"/>
              <a:ea typeface="Microsoft YaHei" panose="020B0503020204020204" pitchFamily="34" charset="-122"/>
              <a:cs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zh-CN" sz="1400" b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# Add in</a:t>
            </a:r>
            <a:endParaRPr lang="en" altLang="zh-CN" sz="1400" b="0">
              <a:solidFill>
                <a:srgbClr val="000000"/>
              </a:solidFill>
              <a:effectLst/>
              <a:latin typeface="Consolas" panose="020B0609020204030204" pitchFamily="49" charset="0"/>
              <a:ea typeface="Microsoft YaHei" panose="020B0503020204020204" pitchFamily="34" charset="-122"/>
              <a:cs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zh-CN" sz="1400" b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['#</a:t>
            </a:r>
            <a:endParaRPr lang="en" altLang="zh-CN" sz="1400" b="0">
              <a:solidFill>
                <a:srgbClr val="000000"/>
              </a:solidFill>
              <a:effectLst/>
              <a:latin typeface="Consolas" panose="020B0609020204030204" pitchFamily="49" charset="0"/>
              <a:ea typeface="Microsoft YaHei" panose="020B0503020204020204" pitchFamily="34" charset="-122"/>
              <a:cs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zh-CN" sz="1400" b="0">
                <a:effectLst/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... ...</a:t>
            </a:r>
          </a:p>
          <a:p>
            <a:pPr>
              <a:lnSpc>
                <a:spcPts val="1350"/>
              </a:lnSpc>
              <a:buNone/>
            </a:pPr>
            <a:endParaRPr lang="en" altLang="zh-CN" sz="1400" b="0">
              <a:effectLst/>
              <a:latin typeface="Consolas" panose="020B0609020204030204" pitchFamily="49" charset="0"/>
              <a:ea typeface="Microsoft YaHei" panose="020B0503020204020204" pitchFamily="34" charset="-122"/>
              <a:cs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zh-CN" sz="1400" b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def </a:t>
            </a:r>
            <a:r>
              <a:rPr lang="en" altLang="zh-CN" sz="1400" b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main</a:t>
            </a:r>
            <a:r>
              <a:rPr lang="en" altLang="zh-CN" sz="1400" b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(args)</a:t>
            </a:r>
            <a:r>
              <a:rPr lang="en" altLang="zh-CN" sz="1400" b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:</a:t>
            </a:r>
            <a:endParaRPr lang="en" altLang="zh-CN" sz="1400" b="0">
              <a:solidFill>
                <a:srgbClr val="000000"/>
              </a:solidFill>
              <a:effectLst/>
              <a:latin typeface="Consolas" panose="020B0609020204030204" pitchFamily="49" charset="0"/>
              <a:ea typeface="Microsoft YaHei" panose="020B0503020204020204" pitchFamily="34" charset="-122"/>
              <a:cs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zh-CN" sz="1400" b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    # Parse the command line</a:t>
            </a:r>
            <a:endParaRPr lang="en" altLang="zh-CN" sz="1400" b="0">
              <a:solidFill>
                <a:srgbClr val="000000"/>
              </a:solidFill>
              <a:effectLst/>
              <a:latin typeface="Consolas" panose="020B0609020204030204" pitchFamily="49" charset="0"/>
              <a:ea typeface="Microsoft YaHei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69D5C3E-EBB5-F53C-BC9D-53D97F52F162}"/>
              </a:ext>
            </a:extLst>
          </p:cNvPr>
          <p:cNvSpPr txBox="1"/>
          <p:nvPr/>
        </p:nvSpPr>
        <p:spPr>
          <a:xfrm>
            <a:off x="10537791" y="4334037"/>
            <a:ext cx="2941318" cy="338554"/>
          </a:xfrm>
          <a:prstGeom prst="rect">
            <a:avLst/>
          </a:prstGeom>
          <a:solidFill>
            <a:srgbClr val="F2CBCA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defTabSz="457200">
              <a:defRPr sz="1600" b="1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Compressed context</a:t>
            </a:r>
            <a:r>
              <a:rPr lang="zh-CN" altLang="en-US" dirty="0"/>
              <a:t> </a:t>
            </a:r>
            <a:r>
              <a:rPr lang="en-US" altLang="zh-CN" dirty="0"/>
              <a:t>(ratio=0.2)</a:t>
            </a:r>
            <a:endParaRPr lang="zh-CN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FC38A8C-2D5D-0EA9-0D69-F665DE7BB124}"/>
              </a:ext>
            </a:extLst>
          </p:cNvPr>
          <p:cNvSpPr/>
          <p:nvPr/>
        </p:nvSpPr>
        <p:spPr>
          <a:xfrm>
            <a:off x="7254845" y="1970408"/>
            <a:ext cx="5321467" cy="1948989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28" name="图片 27" descr="图标&#10;&#10;AI 生成的内容可能不正确。">
            <a:extLst>
              <a:ext uri="{FF2B5EF4-FFF2-40B4-BE49-F238E27FC236}">
                <a16:creationId xmlns:a16="http://schemas.microsoft.com/office/drawing/2014/main" id="{013BA0BD-A13D-28E0-66E8-FA80551DB7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4086" y="1359249"/>
            <a:ext cx="518580" cy="518580"/>
          </a:xfrm>
          <a:prstGeom prst="rect">
            <a:avLst/>
          </a:prstGeom>
        </p:spPr>
      </p:pic>
      <p:sp>
        <p:nvSpPr>
          <p:cNvPr id="29" name="文本框 28">
            <a:extLst>
              <a:ext uri="{FF2B5EF4-FFF2-40B4-BE49-F238E27FC236}">
                <a16:creationId xmlns:a16="http://schemas.microsoft.com/office/drawing/2014/main" id="{370447B3-36B4-9501-433E-62C8EC327D59}"/>
              </a:ext>
            </a:extLst>
          </p:cNvPr>
          <p:cNvSpPr txBox="1"/>
          <p:nvPr/>
        </p:nvSpPr>
        <p:spPr>
          <a:xfrm>
            <a:off x="10959995" y="1515364"/>
            <a:ext cx="26703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600" b="1" i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loss of key information</a:t>
            </a:r>
            <a:endParaRPr kumimoji="1" lang="zh-CN" altLang="en-US" sz="1600" b="1">
              <a:solidFill>
                <a:srgbClr val="FF0000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15" name="Graphic 14" descr="Checkmark with solid fill">
            <a:extLst>
              <a:ext uri="{FF2B5EF4-FFF2-40B4-BE49-F238E27FC236}">
                <a16:creationId xmlns:a16="http://schemas.microsoft.com/office/drawing/2014/main" id="{87C01DFC-0267-325C-E816-1222363F6A7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01955" y="4659157"/>
            <a:ext cx="400276" cy="400276"/>
          </a:xfrm>
          <a:prstGeom prst="rect">
            <a:avLst/>
          </a:prstGeom>
        </p:spPr>
      </p:pic>
      <p:sp>
        <p:nvSpPr>
          <p:cNvPr id="22" name="文本框 19">
            <a:extLst>
              <a:ext uri="{FF2B5EF4-FFF2-40B4-BE49-F238E27FC236}">
                <a16:creationId xmlns:a16="http://schemas.microsoft.com/office/drawing/2014/main" id="{EA7B13C2-07C0-0EAD-408D-D501C7444E06}"/>
              </a:ext>
            </a:extLst>
          </p:cNvPr>
          <p:cNvSpPr txBox="1"/>
          <p:nvPr/>
        </p:nvSpPr>
        <p:spPr>
          <a:xfrm>
            <a:off x="5605338" y="4781119"/>
            <a:ext cx="1414170" cy="338554"/>
          </a:xfrm>
          <a:prstGeom prst="rect">
            <a:avLst/>
          </a:prstGeom>
          <a:solidFill>
            <a:srgbClr val="00B050">
              <a:alpha val="74149"/>
            </a:srgbClr>
          </a:solidFill>
        </p:spPr>
        <p:txBody>
          <a:bodyPr wrap="square" rtlCol="0">
            <a:spAutoFit/>
          </a:bodyPr>
          <a:lstStyle/>
          <a:p>
            <a:pPr defTabSz="457200"/>
            <a:r>
              <a:rPr lang="en-US" altLang="zh-CN" sz="16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Ground truth</a:t>
            </a:r>
            <a:endParaRPr lang="zh-CN" altLang="en-US" sz="1600" b="1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7BE5743-B36E-0FE0-F7E4-0467F122742E}"/>
              </a:ext>
            </a:extLst>
          </p:cNvPr>
          <p:cNvSpPr/>
          <p:nvPr/>
        </p:nvSpPr>
        <p:spPr>
          <a:xfrm>
            <a:off x="7009364" y="4678497"/>
            <a:ext cx="6470923" cy="438638"/>
          </a:xfrm>
          <a:prstGeom prst="rect">
            <a:avLst/>
          </a:prstGeom>
          <a:solidFill>
            <a:srgbClr val="F9ECE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defTabSz="457200"/>
            <a:r>
              <a:rPr lang="en" altLang="zh-CN" sz="1400" b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     config </a:t>
            </a:r>
            <a:r>
              <a:rPr lang="en" altLang="zh-CN" sz="1400" b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=</a:t>
            </a:r>
            <a:r>
              <a:rPr lang="en" altLang="zh-CN" sz="1400" b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b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parse</a:t>
            </a:r>
            <a:r>
              <a:rPr lang="en" altLang="zh-CN" sz="1400" b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(args)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F4C3CC3-6865-ABC3-B58D-C6FDC7080BC3}"/>
              </a:ext>
            </a:extLst>
          </p:cNvPr>
          <p:cNvSpPr txBox="1"/>
          <p:nvPr/>
        </p:nvSpPr>
        <p:spPr>
          <a:xfrm>
            <a:off x="11456615" y="4782180"/>
            <a:ext cx="2023672" cy="338554"/>
          </a:xfrm>
          <a:prstGeom prst="rect">
            <a:avLst/>
          </a:prstGeom>
          <a:solidFill>
            <a:srgbClr val="F2CBCA"/>
          </a:solidFill>
        </p:spPr>
        <p:txBody>
          <a:bodyPr wrap="square" rtlCol="0">
            <a:spAutoFit/>
          </a:bodyPr>
          <a:lstStyle/>
          <a:p>
            <a:pPr defTabSz="457200"/>
            <a:r>
              <a:rPr lang="en-US" altLang="zh-CN" sz="16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Wrong</a:t>
            </a:r>
            <a:r>
              <a:rPr lang="zh-CN" altLang="en-US" sz="16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6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completion</a:t>
            </a:r>
          </a:p>
        </p:txBody>
      </p:sp>
      <p:pic>
        <p:nvPicPr>
          <p:cNvPr id="19" name="Graphic 18" descr="Close with solid fill">
            <a:extLst>
              <a:ext uri="{FF2B5EF4-FFF2-40B4-BE49-F238E27FC236}">
                <a16:creationId xmlns:a16="http://schemas.microsoft.com/office/drawing/2014/main" id="{0161BAE3-AB9F-EFEC-2839-AC961A907B7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14640" y="4678497"/>
            <a:ext cx="472069" cy="472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296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10C405-2FC1-98EF-AD36-F6487F980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2C335B1C-9706-DC38-1911-33965E5A34C2}"/>
              </a:ext>
            </a:extLst>
          </p:cNvPr>
          <p:cNvSpPr/>
          <p:nvPr/>
        </p:nvSpPr>
        <p:spPr>
          <a:xfrm>
            <a:off x="262671" y="1034321"/>
            <a:ext cx="6901555" cy="3723119"/>
          </a:xfrm>
          <a:prstGeom prst="rect">
            <a:avLst/>
          </a:prstGeom>
          <a:solidFill>
            <a:srgbClr val="DFEEF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>
              <a:lnSpc>
                <a:spcPts val="1350"/>
              </a:lnSpc>
              <a:buNone/>
            </a:pPr>
            <a:r>
              <a:rPr lang="en" altLang="zh-CN" sz="1400" b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import </a:t>
            </a:r>
            <a:r>
              <a:rPr lang="en" altLang="zh-CN" sz="1400" b="0">
                <a:solidFill>
                  <a:srgbClr val="A315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os</a:t>
            </a:r>
            <a:endParaRPr lang="en" altLang="zh-CN" sz="1400" b="0">
              <a:solidFill>
                <a:srgbClr val="000000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ts val="1350"/>
              </a:lnSpc>
              <a:buNone/>
            </a:pPr>
            <a:r>
              <a:rPr lang="en" altLang="zh-CN" sz="1400" b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import </a:t>
            </a:r>
            <a:r>
              <a:rPr lang="en" altLang="zh-CN" sz="1400" b="0">
                <a:solidFill>
                  <a:srgbClr val="A315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sys</a:t>
            </a:r>
            <a:endParaRPr lang="en" altLang="zh-CN" sz="1400" b="0">
              <a:solidFill>
                <a:srgbClr val="000000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ts val="1350"/>
              </a:lnSpc>
              <a:buNone/>
            </a:pPr>
            <a:r>
              <a:rPr lang="en" altLang="zh-CN" sz="1400" b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import </a:t>
            </a:r>
            <a:r>
              <a:rPr lang="en" altLang="zh-CN" sz="1400" b="0">
                <a:solidFill>
                  <a:srgbClr val="A315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copy</a:t>
            </a:r>
            <a:endParaRPr lang="en" altLang="zh-CN" sz="1400" b="0">
              <a:solidFill>
                <a:srgbClr val="000000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ts val="1350"/>
              </a:lnSpc>
              <a:buNone/>
            </a:pPr>
            <a:r>
              <a:rPr lang="en" altLang="zh-CN" sz="1400" b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import </a:t>
            </a:r>
            <a:r>
              <a:rPr lang="en" altLang="zh-CN" sz="1400" b="0">
                <a:solidFill>
                  <a:srgbClr val="A315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time</a:t>
            </a:r>
            <a:endParaRPr lang="en" altLang="zh-CN" sz="1400" b="0">
              <a:solidFill>
                <a:srgbClr val="000000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ts val="1350"/>
              </a:lnSpc>
              <a:buNone/>
            </a:pPr>
            <a:r>
              <a:rPr lang="en" altLang="zh-CN" sz="1400" b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... ...</a:t>
            </a:r>
          </a:p>
          <a:p>
            <a:pPr>
              <a:lnSpc>
                <a:spcPts val="1350"/>
              </a:lnSpc>
              <a:buNone/>
            </a:pPr>
            <a:br>
              <a:rPr lang="en" altLang="zh-CN" sz="1400" b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" altLang="zh-CN" sz="1400" b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def </a:t>
            </a:r>
            <a:r>
              <a:rPr lang="en" altLang="zh-CN" sz="1400" b="0">
                <a:solidFill>
                  <a:srgbClr val="A315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parseOptions</a:t>
            </a:r>
            <a:r>
              <a:rPr lang="en" altLang="zh-CN" sz="1400" b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(args)</a:t>
            </a:r>
            <a:r>
              <a:rPr lang="en" altLang="zh-CN" sz="1400" b="0">
                <a:solidFill>
                  <a:srgbClr val="A315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:</a:t>
            </a:r>
            <a:endParaRPr lang="en" altLang="zh-CN" sz="1400" b="0">
              <a:solidFill>
                <a:srgbClr val="000000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ts val="1350"/>
              </a:lnSpc>
              <a:buNone/>
            </a:pPr>
            <a:r>
              <a:rPr lang="en" altLang="zh-CN" sz="1400" b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config </a:t>
            </a:r>
            <a:r>
              <a:rPr lang="en" altLang="zh-CN" sz="1400" b="0">
                <a:solidFill>
                  <a:srgbClr val="A315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=</a:t>
            </a:r>
            <a:r>
              <a:rPr lang="en" altLang="zh-CN" sz="1400" b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" altLang="zh-CN" sz="1400" b="0">
                <a:solidFill>
                  <a:srgbClr val="A315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{}</a:t>
            </a:r>
            <a:endParaRPr lang="en" altLang="zh-CN" sz="1400" b="0">
              <a:solidFill>
                <a:srgbClr val="000000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ts val="1350"/>
              </a:lnSpc>
              <a:buNone/>
            </a:pPr>
            <a:r>
              <a:rPr lang="en" altLang="zh-CN" sz="1400" b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config[</a:t>
            </a:r>
            <a:r>
              <a:rPr lang="en" altLang="zh-CN" sz="1400" b="0">
                <a:solidFill>
                  <a:srgbClr val="A315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'configFile'</a:t>
            </a:r>
            <a:r>
              <a:rPr lang="en" altLang="zh-CN" sz="1400" b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] </a:t>
            </a:r>
            <a:r>
              <a:rPr lang="en" altLang="zh-CN" sz="1400" b="0">
                <a:solidFill>
                  <a:srgbClr val="A315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=</a:t>
            </a:r>
            <a:r>
              <a:rPr lang="en" altLang="zh-CN" sz="1400" b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" altLang="zh-CN" sz="1400" b="0">
                <a:solidFill>
                  <a:srgbClr val="A315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'satTracker200.config'</a:t>
            </a:r>
            <a:endParaRPr lang="en" altLang="zh-CN" sz="1400" b="0">
              <a:solidFill>
                <a:srgbClr val="000000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ts val="1350"/>
              </a:lnSpc>
              <a:buNone/>
            </a:pPr>
            <a:r>
              <a:rPr lang="en" altLang="zh-CN" sz="1400" b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config[</a:t>
            </a:r>
            <a:r>
              <a:rPr lang="en" altLang="zh-CN" sz="1400" b="0">
                <a:solidFill>
                  <a:srgbClr val="A315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'predictorMode'</a:t>
            </a:r>
            <a:r>
              <a:rPr lang="en" altLang="zh-CN" sz="1400" b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] </a:t>
            </a:r>
            <a:r>
              <a:rPr lang="en" altLang="zh-CN" sz="1400" b="0">
                <a:solidFill>
                  <a:srgbClr val="A315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=</a:t>
            </a:r>
            <a:r>
              <a:rPr lang="en" altLang="zh-CN" sz="1400" b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" altLang="zh-CN" sz="1400" b="0">
                <a:solidFill>
                  <a:srgbClr val="A315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False</a:t>
            </a:r>
            <a:endParaRPr lang="en" altLang="zh-CN" sz="1400" b="0">
              <a:solidFill>
                <a:srgbClr val="000000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ts val="1350"/>
              </a:lnSpc>
              <a:buNone/>
            </a:pPr>
            <a:r>
              <a:rPr lang="en" altLang="zh-CN" sz="1400" b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config[</a:t>
            </a:r>
            <a:r>
              <a:rPr lang="en" altLang="zh-CN" sz="1400" b="0">
                <a:solidFill>
                  <a:srgbClr val="A315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'predictorDate'</a:t>
            </a:r>
            <a:r>
              <a:rPr lang="en" altLang="zh-CN" sz="1400" b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] </a:t>
            </a:r>
            <a:r>
              <a:rPr lang="en" altLang="zh-CN" sz="1400" b="0">
                <a:solidFill>
                  <a:srgbClr val="A315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=</a:t>
            </a:r>
            <a:r>
              <a:rPr lang="en" altLang="zh-CN" sz="1400" b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" altLang="zh-CN" sz="1400" b="0">
                <a:solidFill>
                  <a:srgbClr val="A315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None</a:t>
            </a:r>
            <a:endParaRPr lang="en" altLang="zh-CN" sz="1400" b="0">
              <a:solidFill>
                <a:srgbClr val="000000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ts val="1350"/>
              </a:lnSpc>
              <a:buNone/>
            </a:pPr>
            <a:r>
              <a:rPr lang="en" altLang="zh-CN" sz="1400" b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config[</a:t>
            </a:r>
            <a:r>
              <a:rPr lang="en" altLang="zh-CN" sz="1400" b="0">
                <a:solidFill>
                  <a:srgbClr val="A315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'predictorTime'</a:t>
            </a:r>
            <a:r>
              <a:rPr lang="en" altLang="zh-CN" sz="1400" b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] </a:t>
            </a:r>
            <a:r>
              <a:rPr lang="en" altLang="zh-CN" sz="1400" b="0">
                <a:solidFill>
                  <a:srgbClr val="A315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=</a:t>
            </a:r>
            <a:r>
              <a:rPr lang="en" altLang="zh-CN" sz="1400" b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" altLang="zh-CN" sz="1400" b="0">
                <a:solidFill>
                  <a:srgbClr val="A315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None</a:t>
            </a:r>
            <a:endParaRPr lang="en" altLang="zh-CN" sz="1400" b="0">
              <a:solidFill>
                <a:srgbClr val="000000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ts val="1350"/>
              </a:lnSpc>
              <a:buNone/>
            </a:pPr>
            <a:r>
              <a:rPr lang="en" altLang="zh-CN" sz="1400" b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config[</a:t>
            </a:r>
            <a:r>
              <a:rPr lang="en" altLang="zh-CN" sz="1400" b="0">
                <a:solidFill>
                  <a:srgbClr val="A315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'predictorInterval'</a:t>
            </a:r>
            <a:r>
              <a:rPr lang="en" altLang="zh-CN" sz="1400" b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] </a:t>
            </a:r>
            <a:r>
              <a:rPr lang="en" altLang="zh-CN" sz="1400" b="0">
                <a:solidFill>
                  <a:srgbClr val="A315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=</a:t>
            </a:r>
            <a:r>
              <a:rPr lang="en" altLang="zh-CN" sz="1400" b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" altLang="zh-CN" sz="1400" b="0">
                <a:solidFill>
                  <a:srgbClr val="098658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180.0</a:t>
            </a:r>
            <a:endParaRPr lang="en" altLang="zh-CN" sz="1400" b="0">
              <a:solidFill>
                <a:srgbClr val="000000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ts val="1350"/>
              </a:lnSpc>
              <a:buNone/>
            </a:pPr>
            <a:r>
              <a:rPr lang="en" altLang="zh-CN" sz="1400" b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config[</a:t>
            </a:r>
            <a:r>
              <a:rPr lang="en" altLang="zh-CN" sz="1400" b="0">
                <a:solidFill>
                  <a:srgbClr val="A315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'predictorMagLimit'</a:t>
            </a:r>
            <a:r>
              <a:rPr lang="en" altLang="zh-CN" sz="1400" b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] </a:t>
            </a:r>
            <a:r>
              <a:rPr lang="en" altLang="zh-CN" sz="1400" b="0">
                <a:solidFill>
                  <a:srgbClr val="A315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=</a:t>
            </a:r>
            <a:r>
              <a:rPr lang="en" altLang="zh-CN" sz="1400" b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" altLang="zh-CN" sz="1400" b="0">
                <a:solidFill>
                  <a:srgbClr val="A315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None</a:t>
            </a:r>
            <a:endParaRPr lang="en" altLang="zh-CN" sz="1400" b="0">
              <a:solidFill>
                <a:srgbClr val="000000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ts val="1350"/>
              </a:lnSpc>
              <a:buNone/>
            </a:pPr>
            <a:r>
              <a:rPr lang="en" altLang="zh-CN" sz="1400" b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... ...</a:t>
            </a:r>
          </a:p>
          <a:p>
            <a:pPr>
              <a:lnSpc>
                <a:spcPts val="1350"/>
              </a:lnSpc>
              <a:buNone/>
            </a:pPr>
            <a:br>
              <a:rPr lang="en" altLang="zh-CN" sz="1400" b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" altLang="zh-CN" sz="1400" b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def </a:t>
            </a:r>
            <a:r>
              <a:rPr lang="en" altLang="zh-CN" sz="1400" b="0">
                <a:solidFill>
                  <a:srgbClr val="A315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main</a:t>
            </a:r>
            <a:r>
              <a:rPr lang="en" altLang="zh-CN" sz="1400" b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(args)</a:t>
            </a:r>
            <a:r>
              <a:rPr lang="en" altLang="zh-CN" sz="1400" b="0">
                <a:solidFill>
                  <a:srgbClr val="A315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:</a:t>
            </a:r>
            <a:endParaRPr lang="en" altLang="zh-CN" sz="1400" b="0">
              <a:solidFill>
                <a:srgbClr val="000000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ts val="1350"/>
              </a:lnSpc>
              <a:buNone/>
            </a:pPr>
            <a:r>
              <a:rPr lang="en" altLang="zh-CN" sz="1400" b="0">
                <a:solidFill>
                  <a:srgbClr val="008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   # Parse the command line</a:t>
            </a:r>
            <a:endParaRPr lang="en" altLang="zh-CN" sz="1100" b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algn="just" defTabSz="457200"/>
            <a:endParaRPr lang="en-US" altLang="zh-CN" sz="1400" kern="0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7BE5743-B36E-0FE0-F7E4-0467F122742E}"/>
              </a:ext>
            </a:extLst>
          </p:cNvPr>
          <p:cNvSpPr/>
          <p:nvPr/>
        </p:nvSpPr>
        <p:spPr>
          <a:xfrm>
            <a:off x="7155136" y="4746529"/>
            <a:ext cx="6470923" cy="658759"/>
          </a:xfrm>
          <a:prstGeom prst="rect">
            <a:avLst/>
          </a:prstGeom>
          <a:solidFill>
            <a:srgbClr val="F9ECE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defTabSz="457200"/>
            <a:r>
              <a:rPr lang="en" altLang="zh-CN" sz="1400" b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    config </a:t>
            </a:r>
            <a:r>
              <a:rPr lang="en" altLang="zh-CN" sz="1400" b="0">
                <a:solidFill>
                  <a:srgbClr val="A315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=</a:t>
            </a:r>
            <a:r>
              <a:rPr lang="en" altLang="zh-CN" sz="1400" b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" altLang="zh-CN" sz="1400" b="0">
                <a:solidFill>
                  <a:srgbClr val="A315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parse</a:t>
            </a:r>
            <a:r>
              <a:rPr lang="en" altLang="zh-CN" sz="1400" b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(args)</a:t>
            </a:r>
          </a:p>
          <a:p>
            <a:pPr defTabSz="457200"/>
            <a:endParaRPr lang="en-US" altLang="zh-CN" sz="1400" kern="0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0E9D857-2DEA-7528-949E-99CC9AAFDE4E}"/>
              </a:ext>
            </a:extLst>
          </p:cNvPr>
          <p:cNvSpPr txBox="1"/>
          <p:nvPr/>
        </p:nvSpPr>
        <p:spPr>
          <a:xfrm>
            <a:off x="5644386" y="4407975"/>
            <a:ext cx="1519840" cy="338554"/>
          </a:xfrm>
          <a:prstGeom prst="rect">
            <a:avLst/>
          </a:prstGeom>
          <a:solidFill>
            <a:srgbClr val="AFDCED"/>
          </a:solidFill>
        </p:spPr>
        <p:txBody>
          <a:bodyPr wrap="none" rtlCol="0">
            <a:spAutoFit/>
          </a:bodyPr>
          <a:lstStyle/>
          <a:p>
            <a:pPr defTabSz="457200"/>
            <a:r>
              <a:rPr lang="en-US" altLang="zh-CN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Initial context</a:t>
            </a:r>
            <a:endParaRPr lang="zh-CN" altLang="en-US" sz="1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F4C3CC3-6865-ABC3-B58D-C6FDC7080BC3}"/>
              </a:ext>
            </a:extLst>
          </p:cNvPr>
          <p:cNvSpPr txBox="1"/>
          <p:nvPr/>
        </p:nvSpPr>
        <p:spPr>
          <a:xfrm>
            <a:off x="11602387" y="5074199"/>
            <a:ext cx="2023672" cy="338554"/>
          </a:xfrm>
          <a:prstGeom prst="rect">
            <a:avLst/>
          </a:prstGeom>
          <a:solidFill>
            <a:srgbClr val="F2CBCA"/>
          </a:solidFill>
        </p:spPr>
        <p:txBody>
          <a:bodyPr wrap="square" rtlCol="0">
            <a:spAutoFit/>
          </a:bodyPr>
          <a:lstStyle/>
          <a:p>
            <a:pPr defTabSz="457200"/>
            <a:r>
              <a:rPr lang="en-US" altLang="zh-CN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Wrong</a:t>
            </a: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completion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50FDE39-C050-2240-A8CC-CAD0612F36B4}"/>
              </a:ext>
            </a:extLst>
          </p:cNvPr>
          <p:cNvSpPr/>
          <p:nvPr/>
        </p:nvSpPr>
        <p:spPr>
          <a:xfrm>
            <a:off x="253581" y="4754600"/>
            <a:ext cx="6901555" cy="639198"/>
          </a:xfrm>
          <a:prstGeom prst="rect">
            <a:avLst/>
          </a:prstGeom>
          <a:solidFill>
            <a:srgbClr val="F2F9E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>
              <a:lnSpc>
                <a:spcPts val="1350"/>
              </a:lnSpc>
            </a:pPr>
            <a:r>
              <a:rPr lang="en" altLang="zh-CN" sz="14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</a:t>
            </a:r>
            <a:r>
              <a:rPr lang="en" altLang="zh-CN" sz="1400" b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config </a:t>
            </a:r>
            <a:r>
              <a:rPr lang="en" altLang="zh-CN" sz="1400" b="0">
                <a:solidFill>
                  <a:srgbClr val="A315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=</a:t>
            </a:r>
            <a:r>
              <a:rPr lang="en" altLang="zh-CN" sz="1400" b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" altLang="zh-CN" sz="1400" b="0">
                <a:solidFill>
                  <a:srgbClr val="A315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parseOptions</a:t>
            </a:r>
            <a:r>
              <a:rPr lang="en" altLang="zh-CN" sz="1400" b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(args)</a:t>
            </a:r>
          </a:p>
          <a:p>
            <a:pPr algn="just" defTabSz="457200"/>
            <a:endParaRPr lang="en-US" altLang="zh-CN" sz="1400" kern="0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D250983-A238-CF55-B27C-846B5F0D5A9C}"/>
              </a:ext>
            </a:extLst>
          </p:cNvPr>
          <p:cNvSpPr txBox="1"/>
          <p:nvPr/>
        </p:nvSpPr>
        <p:spPr>
          <a:xfrm>
            <a:off x="5626309" y="5066734"/>
            <a:ext cx="1528827" cy="33855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defTabSz="457200"/>
            <a:r>
              <a:rPr lang="en-US" altLang="zh-CN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Ground truth</a:t>
            </a:r>
            <a:endParaRPr lang="zh-CN" altLang="en-US" sz="1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9A0D9B7-CCE7-BBCC-E8F1-159ECF8546D9}"/>
              </a:ext>
            </a:extLst>
          </p:cNvPr>
          <p:cNvSpPr txBox="1"/>
          <p:nvPr/>
        </p:nvSpPr>
        <p:spPr>
          <a:xfrm>
            <a:off x="287757" y="2188907"/>
            <a:ext cx="4023511" cy="166390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kumimoji="1" lang="zh-CN" altLang="en-US"/>
          </a:p>
        </p:txBody>
      </p:sp>
      <p:sp>
        <p:nvSpPr>
          <p:cNvPr id="4" name="箭头: 下 18">
            <a:extLst>
              <a:ext uri="{FF2B5EF4-FFF2-40B4-BE49-F238E27FC236}">
                <a16:creationId xmlns:a16="http://schemas.microsoft.com/office/drawing/2014/main" id="{F6C8B190-41AC-80A1-E568-EB7EA90E8482}"/>
              </a:ext>
            </a:extLst>
          </p:cNvPr>
          <p:cNvSpPr/>
          <p:nvPr/>
        </p:nvSpPr>
        <p:spPr>
          <a:xfrm rot="5400000" flipV="1">
            <a:off x="4336906" y="2683085"/>
            <a:ext cx="335280" cy="374754"/>
          </a:xfrm>
          <a:prstGeom prst="downArrow">
            <a:avLst>
              <a:gd name="adj1" fmla="val 50000"/>
              <a:gd name="adj2" fmla="val 5181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80135"/>
            <a:endParaRPr lang="zh-CN" altLang="en-US" sz="1200">
              <a:solidFill>
                <a:srgbClr val="FFFFFF"/>
              </a:solidFill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0FE6A4A-23D0-360E-B023-F2FDC96E77F2}"/>
              </a:ext>
            </a:extLst>
          </p:cNvPr>
          <p:cNvSpPr txBox="1"/>
          <p:nvPr/>
        </p:nvSpPr>
        <p:spPr>
          <a:xfrm>
            <a:off x="4691923" y="2727531"/>
            <a:ext cx="23133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400" b="1" i="0">
                <a:solidFill>
                  <a:srgbClr val="40404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Key information to assist in completion</a:t>
            </a:r>
            <a:endParaRPr kumimoji="1" lang="zh-CN" altLang="en-US" sz="14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7" name="图片 6" descr="图标&#10;&#10;AI 生成的内容可能不正确。">
            <a:extLst>
              <a:ext uri="{FF2B5EF4-FFF2-40B4-BE49-F238E27FC236}">
                <a16:creationId xmlns:a16="http://schemas.microsoft.com/office/drawing/2014/main" id="{AEF77D66-1664-9870-1050-A9A6827956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7486" y="2373995"/>
            <a:ext cx="374754" cy="374754"/>
          </a:xfrm>
          <a:prstGeom prst="rect">
            <a:avLst/>
          </a:prstGeom>
        </p:spPr>
      </p:pic>
      <p:sp>
        <p:nvSpPr>
          <p:cNvPr id="8" name="乘号 21">
            <a:extLst>
              <a:ext uri="{FF2B5EF4-FFF2-40B4-BE49-F238E27FC236}">
                <a16:creationId xmlns:a16="http://schemas.microsoft.com/office/drawing/2014/main" id="{3C47313C-87AF-C436-DD3E-BD77DB70FF54}"/>
              </a:ext>
            </a:extLst>
          </p:cNvPr>
          <p:cNvSpPr/>
          <p:nvPr/>
        </p:nvSpPr>
        <p:spPr>
          <a:xfrm>
            <a:off x="10979282" y="4798247"/>
            <a:ext cx="660400" cy="670560"/>
          </a:xfrm>
          <a:prstGeom prst="mathMultiply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457200"/>
            <a:endParaRPr lang="zh-CN" altLang="en-US" sz="1800" kern="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A9282E6-968D-FA9C-3EFC-BEB63601FD8A}"/>
              </a:ext>
            </a:extLst>
          </p:cNvPr>
          <p:cNvSpPr/>
          <p:nvPr/>
        </p:nvSpPr>
        <p:spPr>
          <a:xfrm>
            <a:off x="7161038" y="1023955"/>
            <a:ext cx="6465021" cy="3723119"/>
          </a:xfrm>
          <a:prstGeom prst="rect">
            <a:avLst/>
          </a:prstGeom>
          <a:solidFill>
            <a:srgbClr val="DFEEF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>
              <a:lnSpc>
                <a:spcPts val="1350"/>
              </a:lnSpc>
              <a:buNone/>
            </a:pPr>
            <a:r>
              <a:rPr lang="en" altLang="zh-CN" sz="1400" b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fromfrom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400" b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import</a:t>
            </a:r>
            <a:br>
              <a:rPr lang="en" altLang="zh-CN" sz="1400" b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" altLang="zh-CN" sz="1400" b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import </a:t>
            </a:r>
            <a:r>
              <a:rPr lang="en" altLang="zh-CN" sz="1400" b="0">
                <a:solidFill>
                  <a:srgbClr val="A315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cIO</a:t>
            </a:r>
            <a:endParaRPr lang="en" altLang="zh-CN" sz="1400" b="0">
              <a:solidFill>
                <a:srgbClr val="000000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ts val="1350"/>
              </a:lnSpc>
              <a:buNone/>
            </a:pPr>
            <a:r>
              <a:rPr lang="en" altLang="zh-CN" sz="1400" b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... ...</a:t>
            </a:r>
          </a:p>
          <a:p>
            <a:pPr>
              <a:lnSpc>
                <a:spcPts val="1350"/>
              </a:lnSpc>
              <a:buNone/>
            </a:pPr>
            <a:endParaRPr lang="en" altLang="zh-CN" sz="1400" b="0"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ts val="1350"/>
              </a:lnSpc>
              <a:buNone/>
            </a:pPr>
            <a:r>
              <a:rPr lang="en" altLang="zh-CN" sz="1400" b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def </a:t>
            </a:r>
            <a:r>
              <a:rPr lang="en" altLang="zh-CN" sz="1400" b="0">
                <a:solidFill>
                  <a:srgbClr val="A315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parse</a:t>
            </a:r>
            <a:r>
              <a:rPr lang="en" altLang="zh-CN" sz="1400" b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400" b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=[</a:t>
            </a:r>
            <a:r>
              <a:rPr lang="en" altLang="zh-CN" sz="1400" b="0">
                <a:solidFill>
                  <a:srgbClr val="A315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'config '</a:t>
            </a:r>
            <a:r>
              <a:rPr lang="en" altLang="zh-CN" sz="1400" b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Tracker.[</a:t>
            </a:r>
            <a:r>
              <a:rPr lang="en" altLang="zh-CN" sz="1400" b="0">
                <a:solidFill>
                  <a:srgbClr val="A315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'redict =['</a:t>
            </a:r>
            <a:r>
              <a:rPr lang="en" altLang="zh-CN" sz="1400" b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ororor </a:t>
            </a:r>
            <a:r>
              <a:rPr lang="en" altLang="zh-CN" sz="1400" b="0">
                <a:solidFill>
                  <a:srgbClr val="098658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180</a:t>
            </a:r>
            <a:r>
              <a:rPr lang="en" altLang="zh-CN" sz="1400" b="0">
                <a:solidFill>
                  <a:srgbClr val="A315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orMag</a:t>
            </a:r>
            <a:endParaRPr lang="en" altLang="zh-CN" sz="1400" b="0">
              <a:solidFill>
                <a:srgbClr val="000000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ts val="1350"/>
              </a:lnSpc>
              <a:buNone/>
            </a:pPr>
            <a:r>
              <a:rPr lang="en" altLang="zh-CN" sz="1400" b="0">
                <a:solidFill>
                  <a:srgbClr val="A315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":configredict</a:t>
            </a:r>
            <a:endParaRPr lang="en" altLang="zh-CN" sz="1400" b="0">
              <a:solidFill>
                <a:srgbClr val="000000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ts val="1350"/>
              </a:lnSpc>
              <a:buNone/>
            </a:pPr>
            <a:r>
              <a:rPr lang="en" altLang="zh-CN" sz="1400" b="0">
                <a:solidFill>
                  <a:srgbClr val="A315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# recognized</a:t>
            </a:r>
            <a:endParaRPr lang="en" altLang="zh-CN" sz="1400" b="0">
              <a:solidFill>
                <a:srgbClr val="000000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ts val="1350"/>
              </a:lnSpc>
              <a:buNone/>
            </a:pPr>
            <a:br>
              <a:rPr lang="en" altLang="zh-CN" sz="1400" b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" altLang="zh-CN" sz="1400" b="0">
                <a:solidFill>
                  <a:srgbClr val="A315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usage(=</a:t>
            </a:r>
            <a:endParaRPr lang="en" altLang="zh-CN" sz="1400" b="0">
              <a:solidFill>
                <a:srgbClr val="000000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ts val="1350"/>
              </a:lnSpc>
              <a:buNone/>
            </a:pPr>
            <a:r>
              <a:rPr lang="en" altLang="zh-CN" sz="1400" b="0">
                <a:solidFill>
                  <a:srgbClr val="A315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# Work through,configconfigconfig =-redictor =-['-m-'</a:t>
            </a:r>
            <a:endParaRPr lang="en" altLang="zh-CN" sz="1400" b="0">
              <a:solidFill>
                <a:srgbClr val="000000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ts val="1350"/>
              </a:lnSpc>
              <a:buNone/>
            </a:pPr>
            <a:r>
              <a:rPr lang="en" altLang="zh-CN" sz="1400" b="0">
                <a:solidFill>
                  <a:srgbClr val="A315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config['or =(</a:t>
            </a:r>
            <a:endParaRPr lang="en" altLang="zh-CN" sz="1400" b="0">
              <a:solidFill>
                <a:srgbClr val="000000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ts val="1350"/>
              </a:lnSpc>
              <a:buNone/>
            </a:pPr>
            <a:r>
              <a:rPr lang="en" altLang="zh-CN" sz="1400" b="0">
                <a:solidFill>
                  <a:srgbClr val="A315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# Add in</a:t>
            </a:r>
            <a:endParaRPr lang="en" altLang="zh-CN" sz="1400" b="0">
              <a:solidFill>
                <a:srgbClr val="000000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ts val="1350"/>
              </a:lnSpc>
              <a:buNone/>
            </a:pPr>
            <a:r>
              <a:rPr lang="en" altLang="zh-CN" sz="1400" b="0">
                <a:solidFill>
                  <a:srgbClr val="A315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['#</a:t>
            </a:r>
            <a:endParaRPr lang="en" altLang="zh-CN" sz="1400" b="0">
              <a:solidFill>
                <a:srgbClr val="000000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ts val="1350"/>
              </a:lnSpc>
              <a:buNone/>
            </a:pPr>
            <a:r>
              <a:rPr lang="en" altLang="zh-CN" sz="1400" b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... ...</a:t>
            </a:r>
          </a:p>
          <a:p>
            <a:pPr>
              <a:lnSpc>
                <a:spcPts val="1350"/>
              </a:lnSpc>
              <a:buNone/>
            </a:pPr>
            <a:endParaRPr lang="en" altLang="zh-CN" sz="1400" b="0"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ts val="1350"/>
              </a:lnSpc>
              <a:buNone/>
            </a:pPr>
            <a:r>
              <a:rPr lang="en" altLang="zh-CN" sz="1400" b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def </a:t>
            </a:r>
            <a:r>
              <a:rPr lang="en" altLang="zh-CN" sz="1400" b="0">
                <a:solidFill>
                  <a:srgbClr val="A315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main</a:t>
            </a:r>
            <a:r>
              <a:rPr lang="en" altLang="zh-CN" sz="1400" b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(args)</a:t>
            </a:r>
            <a:r>
              <a:rPr lang="en" altLang="zh-CN" sz="1400" b="0">
                <a:solidFill>
                  <a:srgbClr val="A3151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:</a:t>
            </a:r>
            <a:endParaRPr lang="en" altLang="zh-CN" sz="1400" b="0">
              <a:solidFill>
                <a:srgbClr val="000000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ts val="1350"/>
              </a:lnSpc>
              <a:buNone/>
            </a:pPr>
            <a:r>
              <a:rPr lang="en" altLang="zh-CN" sz="1400" b="0">
                <a:solidFill>
                  <a:srgbClr val="008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   # Parse the command line</a:t>
            </a:r>
            <a:endParaRPr lang="en" altLang="zh-CN" sz="1400" b="0">
              <a:solidFill>
                <a:srgbClr val="000000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just" defTabSz="457200"/>
            <a:endParaRPr lang="en-US" altLang="zh-CN" sz="1400" kern="0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69D5C3E-EBB5-F53C-BC9D-53D97F52F162}"/>
              </a:ext>
            </a:extLst>
          </p:cNvPr>
          <p:cNvSpPr txBox="1"/>
          <p:nvPr/>
        </p:nvSpPr>
        <p:spPr>
          <a:xfrm>
            <a:off x="9653305" y="4407975"/>
            <a:ext cx="3972754" cy="338554"/>
          </a:xfrm>
          <a:prstGeom prst="rect">
            <a:avLst/>
          </a:prstGeom>
          <a:solidFill>
            <a:srgbClr val="AFDCED"/>
          </a:solidFill>
        </p:spPr>
        <p:txBody>
          <a:bodyPr wrap="none" rtlCol="0">
            <a:spAutoFit/>
          </a:bodyPr>
          <a:lstStyle/>
          <a:p>
            <a:pPr defTabSz="457200"/>
            <a:r>
              <a:rPr lang="en-US" altLang="zh-CN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Compressed context(setting ratio=0.2)</a:t>
            </a:r>
            <a:endParaRPr lang="zh-CN" altLang="en-US" sz="1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FC38A8C-2D5D-0EA9-0D69-F665DE7BB124}"/>
              </a:ext>
            </a:extLst>
          </p:cNvPr>
          <p:cNvSpPr/>
          <p:nvPr/>
        </p:nvSpPr>
        <p:spPr>
          <a:xfrm>
            <a:off x="7235988" y="1800772"/>
            <a:ext cx="4768126" cy="194898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箭头: 下 18">
            <a:extLst>
              <a:ext uri="{FF2B5EF4-FFF2-40B4-BE49-F238E27FC236}">
                <a16:creationId xmlns:a16="http://schemas.microsoft.com/office/drawing/2014/main" id="{BFB5C8C4-EBD7-42BB-75C3-E131087E63BE}"/>
              </a:ext>
            </a:extLst>
          </p:cNvPr>
          <p:cNvSpPr/>
          <p:nvPr/>
        </p:nvSpPr>
        <p:spPr>
          <a:xfrm rot="5400000" flipV="1">
            <a:off x="12023851" y="2587889"/>
            <a:ext cx="335280" cy="374754"/>
          </a:xfrm>
          <a:prstGeom prst="downArrow">
            <a:avLst>
              <a:gd name="adj1" fmla="val 50000"/>
              <a:gd name="adj2" fmla="val 5181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80135"/>
            <a:endParaRPr lang="zh-CN" altLang="en-US" sz="1200">
              <a:solidFill>
                <a:srgbClr val="FFFFFF"/>
              </a:solidFill>
              <a:latin typeface="等线" panose="020F0502020204030204"/>
              <a:ea typeface="等线" panose="02010600030101010101" pitchFamily="2" charset="-122"/>
            </a:endParaRPr>
          </a:p>
        </p:txBody>
      </p:sp>
      <p:pic>
        <p:nvPicPr>
          <p:cNvPr id="28" name="图片 27" descr="图标&#10;&#10;AI 生成的内容可能不正确。">
            <a:extLst>
              <a:ext uri="{FF2B5EF4-FFF2-40B4-BE49-F238E27FC236}">
                <a16:creationId xmlns:a16="http://schemas.microsoft.com/office/drawing/2014/main" id="{013BA0BD-A13D-28E0-66E8-FA80551DB7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78868" y="2177069"/>
            <a:ext cx="518580" cy="518580"/>
          </a:xfrm>
          <a:prstGeom prst="rect">
            <a:avLst/>
          </a:prstGeom>
        </p:spPr>
      </p:pic>
      <p:sp>
        <p:nvSpPr>
          <p:cNvPr id="29" name="文本框 28">
            <a:extLst>
              <a:ext uri="{FF2B5EF4-FFF2-40B4-BE49-F238E27FC236}">
                <a16:creationId xmlns:a16="http://schemas.microsoft.com/office/drawing/2014/main" id="{370447B3-36B4-9501-433E-62C8EC327D59}"/>
              </a:ext>
            </a:extLst>
          </p:cNvPr>
          <p:cNvSpPr txBox="1"/>
          <p:nvPr/>
        </p:nvSpPr>
        <p:spPr>
          <a:xfrm>
            <a:off x="12294527" y="2617653"/>
            <a:ext cx="13315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400" b="1" i="0">
                <a:solidFill>
                  <a:srgbClr val="40404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loss of key information</a:t>
            </a:r>
            <a:endParaRPr kumimoji="1" lang="zh-CN" altLang="en-US" sz="1400" b="1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78E2A0CF-7C20-74DE-4C3C-DE269C0BE50C}"/>
              </a:ext>
            </a:extLst>
          </p:cNvPr>
          <p:cNvGrpSpPr/>
          <p:nvPr/>
        </p:nvGrpSpPr>
        <p:grpSpPr>
          <a:xfrm>
            <a:off x="4957838" y="4782149"/>
            <a:ext cx="890741" cy="658760"/>
            <a:chOff x="5245926" y="6232117"/>
            <a:chExt cx="1143197" cy="749570"/>
          </a:xfrm>
          <a:solidFill>
            <a:srgbClr val="70AD47">
              <a:lumMod val="75000"/>
            </a:srgbClr>
          </a:solidFill>
        </p:grpSpPr>
        <p:sp>
          <p:nvSpPr>
            <p:cNvPr id="31" name="减号 24">
              <a:extLst>
                <a:ext uri="{FF2B5EF4-FFF2-40B4-BE49-F238E27FC236}">
                  <a16:creationId xmlns:a16="http://schemas.microsoft.com/office/drawing/2014/main" id="{41171E67-F51F-A29D-C4D7-887B258285A1}"/>
                </a:ext>
              </a:extLst>
            </p:cNvPr>
            <p:cNvSpPr/>
            <p:nvPr/>
          </p:nvSpPr>
          <p:spPr>
            <a:xfrm rot="3117376">
              <a:off x="5362939" y="6320237"/>
              <a:ext cx="515543" cy="749570"/>
            </a:xfrm>
            <a:prstGeom prst="mathMinus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457200"/>
              <a:endParaRPr lang="zh-CN" altLang="en-US" sz="1800" kern="0">
                <a:solidFill>
                  <a:prstClr val="white"/>
                </a:solidFill>
                <a:latin typeface="Calibri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32" name="减号 25">
              <a:extLst>
                <a:ext uri="{FF2B5EF4-FFF2-40B4-BE49-F238E27FC236}">
                  <a16:creationId xmlns:a16="http://schemas.microsoft.com/office/drawing/2014/main" id="{A3CE56CB-A413-3CCC-1634-8E43087AA771}"/>
                </a:ext>
              </a:extLst>
            </p:cNvPr>
            <p:cNvSpPr/>
            <p:nvPr/>
          </p:nvSpPr>
          <p:spPr>
            <a:xfrm rot="19339638">
              <a:off x="5406239" y="6232117"/>
              <a:ext cx="982884" cy="749570"/>
            </a:xfrm>
            <a:prstGeom prst="mathMinus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457200"/>
              <a:endParaRPr lang="zh-CN" altLang="en-US" sz="1800" kern="0">
                <a:solidFill>
                  <a:prstClr val="white"/>
                </a:solidFill>
                <a:latin typeface="Calibri" panose="020F0502020204030204"/>
                <a:ea typeface="等线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8278536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332</TotalTime>
  <Words>334</Words>
  <Application>Microsoft Macintosh PowerPoint</Application>
  <PresentationFormat>Custom</PresentationFormat>
  <Paragraphs>87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3" baseType="lpstr">
      <vt:lpstr>等线</vt:lpstr>
      <vt:lpstr>Microsoft YaHei</vt:lpstr>
      <vt:lpstr>Microsoft YaHei</vt:lpstr>
      <vt:lpstr>Aptos</vt:lpstr>
      <vt:lpstr>Arial</vt:lpstr>
      <vt:lpstr>Calibri</vt:lpstr>
      <vt:lpstr>Calibri Light</vt:lpstr>
      <vt:lpstr>Consolas</vt:lpstr>
      <vt:lpstr>Menlo</vt:lpstr>
      <vt:lpstr>Times New Roman</vt:lpstr>
      <vt:lpstr>1_Office 2013 - 2022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yanli wang</dc:creator>
  <cp:lastModifiedBy>Yanlin Wang</cp:lastModifiedBy>
  <cp:revision>180</cp:revision>
  <cp:lastPrinted>2025-05-29T13:31:15Z</cp:lastPrinted>
  <dcterms:created xsi:type="dcterms:W3CDTF">2025-05-29T13:31:15Z</dcterms:created>
  <dcterms:modified xsi:type="dcterms:W3CDTF">2025-07-19T06:52:57Z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FA071FDDC8DBA6B63EB51868019B1B4C_42</vt:lpwstr>
  </property>
  <property fmtid="{D5CDD505-2E9C-101B-9397-08002B2CF9AE}" pid="3" name="KSOProductBuildVer">
    <vt:lpwstr>2052-7.2.2.8955</vt:lpwstr>
  </property>
</Properties>
</file>