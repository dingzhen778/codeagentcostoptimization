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3B06A-BA28-BC34-36CD-ACD7DC925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4A9DFE-5407-BCC3-D7E2-2E5F3CD7B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7A77AD-02E9-5CE6-A768-A6EBBB0E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675AA-0415-DE6C-7C08-66D19A23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536A9-5ADE-BC8A-90CD-67CAB21F3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95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06EAF-C36A-079D-DEB3-BE58EEA9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BC0592-CD34-EC96-9D12-494BF0BC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B32B4-080C-0BB8-1563-089DD3B4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FAF44A-A877-3414-F62E-463AC3D8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5B6AB-4E32-5A4F-2186-F2248D6E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150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0F59C-558E-F890-5C3B-15244CA1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BCE941-669F-41AB-1770-A18027628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EA097-5CF5-0A8E-002A-1C8E994B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0A21BE-0536-CC2D-0745-41F2D434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CB8D3-864F-0A6C-CC94-C0116452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52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E1576-30F3-2C5F-8C15-0D8F1FBD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E2682F-B433-4F64-3518-60505408D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D09E4A-8C8F-CE66-EA88-4612176D9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5CCB80-04B7-6967-A22F-2691F050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B1A4CE-8BEF-3AB3-1E23-C0C9BFEEF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36AD40-7339-AED0-4F85-44ED8B0B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948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F2F15-B361-B942-DE6B-A37D5BDC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5978CA-6486-8A13-3CBA-0E543AD2C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593E7B-C07D-E6CC-8D17-4370ECFD5E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E272E5-ADC8-2F20-342B-A5374E719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50C2BB-6BDB-7322-31BD-8CFB6136C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300817-810E-56EB-DF18-095C1B80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10D14C6-2165-A109-EE14-09127FC4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505264-FE8F-7DB2-F4E2-4D511AAF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38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16D72-73E0-07E2-8E64-0ED5D413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210DF7-DA49-1AC2-8833-E1AC5B1A8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F84BF0-25FE-4FF6-94C8-428997C37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81D735-4AC3-3361-66BD-703D2692D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939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F6A57E-B349-C3D4-E278-253A19BF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55A0F8-AF4B-62AA-D956-5A87D812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810FC0-970A-D39B-C9ED-B4F3AD07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219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AF37E-426F-511F-673A-E7C00EE5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74000-1ABC-0974-6692-881B9B91B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C9EE42-DAC4-599F-918A-C53C1C42F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0C198B-4DA0-C100-4B54-0A8D5B2A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9B6A4-0A3E-AF6A-D5B0-A5C01652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E2965-AEBF-0512-30DC-F45FE3E7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533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E932A-7C9B-FA6D-B1D4-EC13C2B9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D593AD-D64D-D3D9-DAE7-D382983F1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5EB36C-F7BD-FE21-803F-AD2BA9C19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30FBCD-5082-FA50-F598-D607EADC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F9D650-A37E-62D9-5CA7-BF89C94D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A6DE23-C544-9CCC-523C-EFED06B2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967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7159B-E943-DE75-D243-F33BD840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98936C-14C2-68F9-B246-8C67EE5B3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C1F99-89DF-1DE6-3454-E9DD57B6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8D38-C82D-5661-99E1-E725E48F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562F7-DE39-7B96-7E9E-36981902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592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D5817D-2896-36F1-D3B7-12CF71EAC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9FA386-CE10-00CD-43E3-DA390B364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E257C-3945-EF0D-C48D-ED1F7026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DF77B-C086-EEE7-8166-599AEBF0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E337F-05A7-ADBE-872F-7A8B8328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507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FA1B86-3C1E-6A89-4BA8-BAF519DE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90691A-90E7-AEA2-5B2B-F3D347FB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5FDCAC-1179-7A56-3C2F-345C3E7A0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B3AD1-3F71-AB4D-8C0D-71DAB89A613E}" type="datetimeFigureOut">
              <a:rPr kumimoji="1" lang="zh-CN" altLang="en-US" smtClean="0"/>
              <a:t>2025/7/17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6CCC8A-94FC-AE98-5542-ABF2A6D8A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4966F6-83A3-2833-0DCF-4556FF74E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5FC0-7C67-BD42-BEDF-39FABC07C0A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518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71C9C517-32AE-DC6C-342C-D256B5882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872" y="702767"/>
            <a:ext cx="848126" cy="833950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380AE34F-E07C-2437-6BDB-5DA67214C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9952" y="713556"/>
            <a:ext cx="891652" cy="848128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B2D6B9DA-A90A-9894-3BC0-E423B0EDA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1604" y="713556"/>
            <a:ext cx="891652" cy="848128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214F4E2C-CD86-157B-FB15-E38802B64D64}"/>
              </a:ext>
            </a:extLst>
          </p:cNvPr>
          <p:cNvSpPr/>
          <p:nvPr/>
        </p:nvSpPr>
        <p:spPr>
          <a:xfrm>
            <a:off x="575233" y="1853767"/>
            <a:ext cx="1305405" cy="3323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Instruction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12049F8-48EE-FFB7-4D6A-138A6E6A5860}"/>
              </a:ext>
            </a:extLst>
          </p:cNvPr>
          <p:cNvSpPr/>
          <p:nvPr/>
        </p:nvSpPr>
        <p:spPr>
          <a:xfrm>
            <a:off x="2335426" y="1853767"/>
            <a:ext cx="1632356" cy="33235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Long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5F632EA-A63A-1E89-2FF3-739BC5AB1F0F}"/>
              </a:ext>
            </a:extLst>
          </p:cNvPr>
          <p:cNvSpPr/>
          <p:nvPr/>
        </p:nvSpPr>
        <p:spPr>
          <a:xfrm>
            <a:off x="370702" y="261092"/>
            <a:ext cx="3929449" cy="2125798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60046C2A-B66A-1DE4-B452-ED3F269FA8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072" y="2828565"/>
            <a:ext cx="933899" cy="933899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07DBF9CF-E417-6895-E221-A0762C66F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872" y="4747546"/>
            <a:ext cx="848126" cy="833950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9AD96D7A-3299-E223-6D61-09D4A9EA42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5778" y="4733368"/>
            <a:ext cx="891652" cy="848128"/>
          </a:xfrm>
          <a:prstGeom prst="rect">
            <a:avLst/>
          </a:prstGeom>
        </p:spPr>
      </p:pic>
      <p:sp>
        <p:nvSpPr>
          <p:cNvPr id="28" name="圆角矩形 27">
            <a:extLst>
              <a:ext uri="{FF2B5EF4-FFF2-40B4-BE49-F238E27FC236}">
                <a16:creationId xmlns:a16="http://schemas.microsoft.com/office/drawing/2014/main" id="{2B470E39-F625-2422-7508-0BAAA060DAED}"/>
              </a:ext>
            </a:extLst>
          </p:cNvPr>
          <p:cNvSpPr/>
          <p:nvPr/>
        </p:nvSpPr>
        <p:spPr>
          <a:xfrm>
            <a:off x="575233" y="5898546"/>
            <a:ext cx="1305405" cy="33235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Instruction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4E97D33-B692-214A-07E2-FA1AAC79B544}"/>
              </a:ext>
            </a:extLst>
          </p:cNvPr>
          <p:cNvSpPr/>
          <p:nvPr/>
        </p:nvSpPr>
        <p:spPr>
          <a:xfrm>
            <a:off x="2335426" y="5772829"/>
            <a:ext cx="1632356" cy="55382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Compressed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841E774-D58A-E94F-8305-4CD4AE11A5E8}"/>
              </a:ext>
            </a:extLst>
          </p:cNvPr>
          <p:cNvSpPr/>
          <p:nvPr/>
        </p:nvSpPr>
        <p:spPr>
          <a:xfrm>
            <a:off x="370702" y="4305871"/>
            <a:ext cx="3929449" cy="2125798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000000"/>
              </a:highlight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9380AC-63F7-1B4F-70AF-53F7F0F3C264}"/>
              </a:ext>
            </a:extLst>
          </p:cNvPr>
          <p:cNvSpPr txBox="1"/>
          <p:nvPr/>
        </p:nvSpPr>
        <p:spPr>
          <a:xfrm>
            <a:off x="2056562" y="3110848"/>
            <a:ext cx="191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Generator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下箭头 35">
            <a:extLst>
              <a:ext uri="{FF2B5EF4-FFF2-40B4-BE49-F238E27FC236}">
                <a16:creationId xmlns:a16="http://schemas.microsoft.com/office/drawing/2014/main" id="{290F0CE2-AD2E-69E3-5B22-ABB37844209B}"/>
              </a:ext>
            </a:extLst>
          </p:cNvPr>
          <p:cNvSpPr/>
          <p:nvPr/>
        </p:nvSpPr>
        <p:spPr>
          <a:xfrm>
            <a:off x="2150076" y="2386890"/>
            <a:ext cx="308919" cy="723958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上箭头 36">
            <a:extLst>
              <a:ext uri="{FF2B5EF4-FFF2-40B4-BE49-F238E27FC236}">
                <a16:creationId xmlns:a16="http://schemas.microsoft.com/office/drawing/2014/main" id="{1E5FFEA1-828F-77A6-81AB-D6DBD1A5B11E}"/>
              </a:ext>
            </a:extLst>
          </p:cNvPr>
          <p:cNvSpPr/>
          <p:nvPr/>
        </p:nvSpPr>
        <p:spPr>
          <a:xfrm>
            <a:off x="2150076" y="3583459"/>
            <a:ext cx="308919" cy="722412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8823845C-4DA8-CD04-3C18-2DD663B7D4F8}"/>
              </a:ext>
            </a:extLst>
          </p:cNvPr>
          <p:cNvSpPr/>
          <p:nvPr/>
        </p:nvSpPr>
        <p:spPr>
          <a:xfrm>
            <a:off x="4309242" y="922784"/>
            <a:ext cx="967126" cy="247135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4BBB2A88-1739-4E1A-7F96-17D5DCF92A9E}"/>
              </a:ext>
            </a:extLst>
          </p:cNvPr>
          <p:cNvSpPr/>
          <p:nvPr/>
        </p:nvSpPr>
        <p:spPr>
          <a:xfrm rot="10800000">
            <a:off x="4298535" y="5500686"/>
            <a:ext cx="968743" cy="247134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7978DC9-02EC-AD90-62D2-08C933AA136C}"/>
              </a:ext>
            </a:extLst>
          </p:cNvPr>
          <p:cNvSpPr/>
          <p:nvPr/>
        </p:nvSpPr>
        <p:spPr>
          <a:xfrm>
            <a:off x="5276368" y="635359"/>
            <a:ext cx="5903230" cy="80766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Original</a:t>
            </a:r>
            <a:r>
              <a:rPr kumimoji="1" lang="zh-CN" altLang="en-US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</a:t>
            </a:r>
            <a:b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2366</a:t>
            </a:r>
            <a:r>
              <a:rPr kumimoji="1" lang="zh-CN" altLang="en-US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tokens</a:t>
            </a:r>
            <a:endParaRPr kumimoji="1" lang="zh-CN" altLang="en-US" dirty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3B45CCC7-4A17-4F59-DA38-1F6D75701BF1}"/>
              </a:ext>
            </a:extLst>
          </p:cNvPr>
          <p:cNvSpPr/>
          <p:nvPr/>
        </p:nvSpPr>
        <p:spPr>
          <a:xfrm>
            <a:off x="5276368" y="5220418"/>
            <a:ext cx="5903230" cy="80766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Compressed</a:t>
            </a:r>
            <a:r>
              <a:rPr kumimoji="1" lang="zh-CN" altLang="en-US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Context</a:t>
            </a:r>
            <a:b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117</a:t>
            </a:r>
            <a:r>
              <a:rPr kumimoji="1" lang="zh-CN" altLang="en-US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solidFill>
                  <a:sysClr val="windowText" lastClr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tokens</a:t>
            </a:r>
            <a:endParaRPr kumimoji="1" lang="zh-CN" altLang="en-US" dirty="0">
              <a:solidFill>
                <a:sysClr val="windowText" lastClr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1BE95D9A-1E1F-C5A1-CBF8-BE39BB968A5F}"/>
              </a:ext>
            </a:extLst>
          </p:cNvPr>
          <p:cNvSpPr/>
          <p:nvPr/>
        </p:nvSpPr>
        <p:spPr>
          <a:xfrm>
            <a:off x="5267278" y="1853767"/>
            <a:ext cx="5949643" cy="29630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56332DB-634C-657D-3743-61BCB4E9E855}"/>
              </a:ext>
            </a:extLst>
          </p:cNvPr>
          <p:cNvSpPr txBox="1"/>
          <p:nvPr/>
        </p:nvSpPr>
        <p:spPr>
          <a:xfrm>
            <a:off x="5401394" y="1949969"/>
            <a:ext cx="1887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LLMLingua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7524B327-63AD-8870-5658-3A34D3C9B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3778" y="3134714"/>
            <a:ext cx="756205" cy="756205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B9DB4C99-623D-47A8-5420-5C753628223B}"/>
              </a:ext>
            </a:extLst>
          </p:cNvPr>
          <p:cNvSpPr txBox="1"/>
          <p:nvPr/>
        </p:nvSpPr>
        <p:spPr>
          <a:xfrm>
            <a:off x="7289089" y="2633710"/>
            <a:ext cx="1847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backbone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下箭头 50">
            <a:extLst>
              <a:ext uri="{FF2B5EF4-FFF2-40B4-BE49-F238E27FC236}">
                <a16:creationId xmlns:a16="http://schemas.microsoft.com/office/drawing/2014/main" id="{5038C307-53D8-F0FF-172A-D5B0D3A8D9A8}"/>
              </a:ext>
            </a:extLst>
          </p:cNvPr>
          <p:cNvSpPr/>
          <p:nvPr/>
        </p:nvSpPr>
        <p:spPr>
          <a:xfrm>
            <a:off x="7898209" y="4816836"/>
            <a:ext cx="185490" cy="40358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下箭头 54">
            <a:extLst>
              <a:ext uri="{FF2B5EF4-FFF2-40B4-BE49-F238E27FC236}">
                <a16:creationId xmlns:a16="http://schemas.microsoft.com/office/drawing/2014/main" id="{F1509CF8-3F5C-5778-985B-7BCA9E249A68}"/>
              </a:ext>
            </a:extLst>
          </p:cNvPr>
          <p:cNvSpPr/>
          <p:nvPr/>
        </p:nvSpPr>
        <p:spPr>
          <a:xfrm>
            <a:off x="7836391" y="1450186"/>
            <a:ext cx="185490" cy="40358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B0B3E751-6312-7B55-278A-54CAF75636B3}"/>
              </a:ext>
            </a:extLst>
          </p:cNvPr>
          <p:cNvSpPr/>
          <p:nvPr/>
        </p:nvSpPr>
        <p:spPr>
          <a:xfrm>
            <a:off x="8912726" y="2053478"/>
            <a:ext cx="1887695" cy="6076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1600" dirty="0" err="1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Distrubution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Alignment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68C889D0-EB86-7DA3-0827-3A4E44A96D98}"/>
              </a:ext>
            </a:extLst>
          </p:cNvPr>
          <p:cNvSpPr/>
          <p:nvPr/>
        </p:nvSpPr>
        <p:spPr>
          <a:xfrm>
            <a:off x="5440011" y="2991694"/>
            <a:ext cx="1887695" cy="6076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Budget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Controller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504AEACF-0B60-6A52-8D73-0317EBF67B31}"/>
              </a:ext>
            </a:extLst>
          </p:cNvPr>
          <p:cNvSpPr/>
          <p:nvPr/>
        </p:nvSpPr>
        <p:spPr>
          <a:xfrm>
            <a:off x="8755117" y="3549666"/>
            <a:ext cx="2207173" cy="9802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Iterative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Token-Level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</a:t>
            </a:r>
            <a:r>
              <a:rPr kumimoji="1" lang="zh-CN" altLang="en-US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6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Compression</a:t>
            </a:r>
            <a:endParaRPr kumimoji="1" lang="zh-CN" altLang="en-US" sz="1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701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1070A-6A88-7AE9-359B-EF88432EA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图片">
            <a:extLst>
              <a:ext uri="{FF2B5EF4-FFF2-40B4-BE49-F238E27FC236}">
                <a16:creationId xmlns:a16="http://schemas.microsoft.com/office/drawing/2014/main" id="{A0B955A3-193E-A92A-124F-24525B7BE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8468" y="1481958"/>
            <a:ext cx="5354911" cy="301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44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31</Words>
  <Application>Microsoft Macintosh PowerPoint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润汉 江</dc:creator>
  <cp:lastModifiedBy>润汉 江</cp:lastModifiedBy>
  <cp:revision>5</cp:revision>
  <cp:lastPrinted>2025-07-17T08:40:21Z</cp:lastPrinted>
  <dcterms:created xsi:type="dcterms:W3CDTF">2025-07-17T07:24:29Z</dcterms:created>
  <dcterms:modified xsi:type="dcterms:W3CDTF">2025-07-17T11:09:50Z</dcterms:modified>
</cp:coreProperties>
</file>