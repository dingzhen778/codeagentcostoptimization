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26"/>
  </p:notesMasterIdLst>
  <p:sldIdLst>
    <p:sldId id="256" r:id="rId5"/>
    <p:sldId id="257" r:id="rId6"/>
    <p:sldId id="272" r:id="rId7"/>
    <p:sldId id="258" r:id="rId8"/>
    <p:sldId id="275" r:id="rId9"/>
    <p:sldId id="276" r:id="rId10"/>
    <p:sldId id="277" r:id="rId11"/>
    <p:sldId id="259" r:id="rId12"/>
    <p:sldId id="260" r:id="rId13"/>
    <p:sldId id="261" r:id="rId14"/>
    <p:sldId id="262" r:id="rId15"/>
    <p:sldId id="274" r:id="rId16"/>
    <p:sldId id="263" r:id="rId17"/>
    <p:sldId id="265" r:id="rId18"/>
    <p:sldId id="273" r:id="rId19"/>
    <p:sldId id="266" r:id="rId20"/>
    <p:sldId id="267" r:id="rId21"/>
    <p:sldId id="268" r:id="rId22"/>
    <p:sldId id="269" r:id="rId23"/>
    <p:sldId id="270" r:id="rId24"/>
    <p:sldId id="271" r:id="rId25"/>
  </p:sldIdLst>
  <p:sldSz cx="14400213" cy="8999538"/>
  <p:notesSz cx="6858000" cy="9144000"/>
  <p:defaultTextStyle>
    <a:defPPr>
      <a:defRPr lang="zh-CN"/>
    </a:defPPr>
    <a:lvl1pPr marL="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1pPr>
    <a:lvl2pPr marL="561579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2pPr>
    <a:lvl3pPr marL="1123158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3pPr>
    <a:lvl4pPr marL="1684736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4pPr>
    <a:lvl5pPr marL="2246315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5pPr>
    <a:lvl6pPr marL="2807894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6pPr>
    <a:lvl7pPr marL="3369473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7pPr>
    <a:lvl8pPr marL="3931051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8pPr>
    <a:lvl9pPr marL="449263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BF8"/>
    <a:srgbClr val="DDDBF5"/>
    <a:srgbClr val="F4F4FB"/>
    <a:srgbClr val="F7FCF5"/>
    <a:srgbClr val="F8F8E7"/>
    <a:srgbClr val="F6F2FA"/>
    <a:srgbClr val="F2CBCA"/>
    <a:srgbClr val="F8E9EA"/>
    <a:srgbClr val="F2C807"/>
    <a:srgbClr val="F9E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6"/>
    <p:restoredTop sz="83191"/>
  </p:normalViewPr>
  <p:slideViewPr>
    <p:cSldViewPr snapToGrid="0">
      <p:cViewPr>
        <p:scale>
          <a:sx n="182" d="100"/>
          <a:sy n="182" d="100"/>
        </p:scale>
        <p:origin x="-3576" y="-2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BF462-FBF2-7942-A741-0FD41AF772FF}" type="datetimeFigureOut">
              <a:t>2024/3/18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B5B8D-C629-9E4B-8C08-D26562274213}" type="slidenum"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9436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1pPr>
    <a:lvl2pPr marL="561579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2pPr>
    <a:lvl3pPr marL="1123158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3pPr>
    <a:lvl4pPr marL="1684736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4pPr>
    <a:lvl5pPr marL="2246315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5pPr>
    <a:lvl6pPr marL="2807894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6pPr>
    <a:lvl7pPr marL="3369473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7pPr>
    <a:lvl8pPr marL="3931051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8pPr>
    <a:lvl9pPr marL="4492630" algn="l" defTabSz="1123158" rtl="0" eaLnBrk="1" latinLnBrk="0" hangingPunct="1">
      <a:defRPr sz="14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00FC0B-1104-4A2B-89EE-B1096BDCCF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85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7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00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1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28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12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00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41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57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1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23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41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729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491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546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99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471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207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56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146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7939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649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132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9956E-6FDC-4764-BF31-B9C75BBB0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2560D1-0A67-49AF-8708-4B1EADD3A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84" indent="0" algn="ctr">
              <a:buNone/>
              <a:defRPr sz="2362"/>
            </a:lvl2pPr>
            <a:lvl3pPr marL="1079966" indent="0" algn="ctr">
              <a:buNone/>
              <a:defRPr sz="2126"/>
            </a:lvl3pPr>
            <a:lvl4pPr marL="1619947" indent="0" algn="ctr">
              <a:buNone/>
              <a:defRPr sz="1890"/>
            </a:lvl4pPr>
            <a:lvl5pPr marL="2159932" indent="0" algn="ctr">
              <a:buNone/>
              <a:defRPr sz="1890"/>
            </a:lvl5pPr>
            <a:lvl6pPr marL="2699917" indent="0" algn="ctr">
              <a:buNone/>
              <a:defRPr sz="1890"/>
            </a:lvl6pPr>
            <a:lvl7pPr marL="3239897" indent="0" algn="ctr">
              <a:buNone/>
              <a:defRPr sz="1890"/>
            </a:lvl7pPr>
            <a:lvl8pPr marL="3779879" indent="0" algn="ctr">
              <a:buNone/>
              <a:defRPr sz="1890"/>
            </a:lvl8pPr>
            <a:lvl9pPr marL="4319863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B97C2-D20E-4B26-B9DB-7E92C88D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829AF-89D5-46AF-95F0-C3921067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515D7-3438-4D66-8729-CCB8F9BE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516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8E2AC-5A5E-4FF5-A782-2E2188C0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35646-2E00-4504-8780-0D3F53BF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3AB3F-86C1-4B1B-B971-F6365D4D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E1B0F-674E-4371-A5A2-5BDDC20E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E9B05-2490-49B2-BE84-A94D5E91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7366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48B18-4FCC-43F1-893E-0A1B213D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16" y="2243645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0A8AFC-5BDC-4B2F-9D69-E0B3F77B3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16" y="6022618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84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66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4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3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1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8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87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863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18DEEE-8623-4634-95A6-428690B8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06199C-1056-4D8B-8599-83CC3CE5F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0BB70B-CE50-48B3-A236-F4FC6368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1411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4CE6E-2737-43E2-AFE7-E3281367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F6C2F5-6A9D-4C9C-B112-B97FD2125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E87847-3CF6-4E63-83D4-71AEB380C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6EE3F2-E73E-4CC6-9BB4-C3D5695A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D68CF-5DFA-414A-A8FB-60FD6B49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C5431-87C2-4070-8EC7-2A603307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6889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F4E03-63F4-48C7-931D-12C58263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0" y="479148"/>
            <a:ext cx="12420184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14E117-BE05-49AA-A1E8-2790337C2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1892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84" indent="0">
              <a:buNone/>
              <a:defRPr sz="2362" b="1"/>
            </a:lvl2pPr>
            <a:lvl3pPr marL="1079966" indent="0">
              <a:buNone/>
              <a:defRPr sz="2126" b="1"/>
            </a:lvl3pPr>
            <a:lvl4pPr marL="1619947" indent="0">
              <a:buNone/>
              <a:defRPr sz="1890" b="1"/>
            </a:lvl4pPr>
            <a:lvl5pPr marL="2159932" indent="0">
              <a:buNone/>
              <a:defRPr sz="1890" b="1"/>
            </a:lvl5pPr>
            <a:lvl6pPr marL="2699917" indent="0">
              <a:buNone/>
              <a:defRPr sz="1890" b="1"/>
            </a:lvl6pPr>
            <a:lvl7pPr marL="3239897" indent="0">
              <a:buNone/>
              <a:defRPr sz="1890" b="1"/>
            </a:lvl7pPr>
            <a:lvl8pPr marL="3779879" indent="0">
              <a:buNone/>
              <a:defRPr sz="1890" b="1"/>
            </a:lvl8pPr>
            <a:lvl9pPr marL="4319863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C26F78-C2C0-4315-AB8C-9E7D43689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892" y="3287331"/>
            <a:ext cx="6091965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D2633E-67D7-4D2B-A185-D019F5CB9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90111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84" indent="0">
              <a:buNone/>
              <a:defRPr sz="2362" b="1"/>
            </a:lvl2pPr>
            <a:lvl3pPr marL="1079966" indent="0">
              <a:buNone/>
              <a:defRPr sz="2126" b="1"/>
            </a:lvl3pPr>
            <a:lvl4pPr marL="1619947" indent="0">
              <a:buNone/>
              <a:defRPr sz="1890" b="1"/>
            </a:lvl4pPr>
            <a:lvl5pPr marL="2159932" indent="0">
              <a:buNone/>
              <a:defRPr sz="1890" b="1"/>
            </a:lvl5pPr>
            <a:lvl6pPr marL="2699917" indent="0">
              <a:buNone/>
              <a:defRPr sz="1890" b="1"/>
            </a:lvl6pPr>
            <a:lvl7pPr marL="3239897" indent="0">
              <a:buNone/>
              <a:defRPr sz="1890" b="1"/>
            </a:lvl7pPr>
            <a:lvl8pPr marL="3779879" indent="0">
              <a:buNone/>
              <a:defRPr sz="1890" b="1"/>
            </a:lvl8pPr>
            <a:lvl9pPr marL="4319863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E8B8E5-1FFD-4853-AE59-15E2BE25A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90111" y="3287331"/>
            <a:ext cx="6121966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3D24C5-2228-40F2-ACD4-C508366A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DA6B99-E834-484D-99B6-17A402AC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B1FEF3-24A5-4C1F-8739-7A1A9011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7683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E573A-C5B1-422D-836A-65790C37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55AD9F-B1A3-4B29-BF4F-5EC37B06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0E28EC-9BD2-4B6F-AD59-68AEE1AA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E52644-5FD8-4E67-8F3C-88FFDA25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6091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26B9EE-D43E-40F9-B46C-26CC5A42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15FDA3-F393-43C6-8B4C-168EE3B8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BB421-D8C3-41B3-8D4E-D59E94AB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969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65061-A29A-420B-BF72-C5BAC6BB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6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BC49FC-B272-458D-A136-B3BB6B987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966" y="129577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5BA5C6-52E0-43E9-8F77-64F854484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6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84" indent="0">
              <a:buNone/>
              <a:defRPr sz="1654"/>
            </a:lvl2pPr>
            <a:lvl3pPr marL="1079966" indent="0">
              <a:buNone/>
              <a:defRPr sz="1417"/>
            </a:lvl3pPr>
            <a:lvl4pPr marL="1619947" indent="0">
              <a:buNone/>
              <a:defRPr sz="1181"/>
            </a:lvl4pPr>
            <a:lvl5pPr marL="2159932" indent="0">
              <a:buNone/>
              <a:defRPr sz="1181"/>
            </a:lvl5pPr>
            <a:lvl6pPr marL="2699917" indent="0">
              <a:buNone/>
              <a:defRPr sz="1181"/>
            </a:lvl6pPr>
            <a:lvl7pPr marL="3239897" indent="0">
              <a:buNone/>
              <a:defRPr sz="1181"/>
            </a:lvl7pPr>
            <a:lvl8pPr marL="3779879" indent="0">
              <a:buNone/>
              <a:defRPr sz="1181"/>
            </a:lvl8pPr>
            <a:lvl9pPr marL="4319863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A0690E-5879-4A0F-ACF8-5B57B030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FFAFCA-1831-47BC-BFB3-F057D76F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E762A6-4B27-411F-A6EF-3AA2B5B2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7607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D8B17-6F3A-4E78-B4CC-EAA1D2CF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6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B9B911-3F1F-4BCC-A044-3C2D06E27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1966" y="1295777"/>
            <a:ext cx="7290108" cy="6395505"/>
          </a:xfrm>
        </p:spPr>
        <p:txBody>
          <a:bodyPr/>
          <a:lstStyle>
            <a:lvl1pPr marL="0" indent="0">
              <a:buNone/>
              <a:defRPr sz="3780"/>
            </a:lvl1pPr>
            <a:lvl2pPr marL="539984" indent="0">
              <a:buNone/>
              <a:defRPr sz="3307"/>
            </a:lvl2pPr>
            <a:lvl3pPr marL="1079966" indent="0">
              <a:buNone/>
              <a:defRPr sz="2835"/>
            </a:lvl3pPr>
            <a:lvl4pPr marL="1619947" indent="0">
              <a:buNone/>
              <a:defRPr sz="2362"/>
            </a:lvl4pPr>
            <a:lvl5pPr marL="2159932" indent="0">
              <a:buNone/>
              <a:defRPr sz="2362"/>
            </a:lvl5pPr>
            <a:lvl6pPr marL="2699917" indent="0">
              <a:buNone/>
              <a:defRPr sz="2362"/>
            </a:lvl6pPr>
            <a:lvl7pPr marL="3239897" indent="0">
              <a:buNone/>
              <a:defRPr sz="2362"/>
            </a:lvl7pPr>
            <a:lvl8pPr marL="3779879" indent="0">
              <a:buNone/>
              <a:defRPr sz="2362"/>
            </a:lvl8pPr>
            <a:lvl9pPr marL="4319863" indent="0">
              <a:buNone/>
              <a:defRPr sz="236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28A7F9-D1DB-41E6-A004-6B3D6EAF2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6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84" indent="0">
              <a:buNone/>
              <a:defRPr sz="1654"/>
            </a:lvl2pPr>
            <a:lvl3pPr marL="1079966" indent="0">
              <a:buNone/>
              <a:defRPr sz="1417"/>
            </a:lvl3pPr>
            <a:lvl4pPr marL="1619947" indent="0">
              <a:buNone/>
              <a:defRPr sz="1181"/>
            </a:lvl4pPr>
            <a:lvl5pPr marL="2159932" indent="0">
              <a:buNone/>
              <a:defRPr sz="1181"/>
            </a:lvl5pPr>
            <a:lvl6pPr marL="2699917" indent="0">
              <a:buNone/>
              <a:defRPr sz="1181"/>
            </a:lvl6pPr>
            <a:lvl7pPr marL="3239897" indent="0">
              <a:buNone/>
              <a:defRPr sz="1181"/>
            </a:lvl7pPr>
            <a:lvl8pPr marL="3779879" indent="0">
              <a:buNone/>
              <a:defRPr sz="1181"/>
            </a:lvl8pPr>
            <a:lvl9pPr marL="4319863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8779B6-FD23-4D98-B9DD-094CC3DB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38E20F-9B8C-4599-B0D4-C613C8D9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84A4C6-47E6-4E61-B27D-71B3E76F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2432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F17F1-B47E-42DF-9F0C-6A6D6527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31A7A-16C5-47B9-ADCF-46006CBB8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CA878-837A-49E3-A0DD-8609573B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92852-A782-4E82-97B8-D4869B8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572C01-6132-4FD4-88DD-CFFEA5C1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760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2F6822-4BCA-433A-AE58-8AF6D1E7A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05155" y="479142"/>
            <a:ext cx="3105046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B58F2F-F40F-4C3B-837F-D33D24E65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018" y="479142"/>
            <a:ext cx="9135135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82AC6-8D93-44F2-9210-5ADB1C78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BCBE3-0C85-4A79-8D61-A98A6D2E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FB3CF9-ACDC-4B08-BC34-DFB44943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3724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96BE7-ED36-4B3A-A5D5-683A4BC8C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1A3DFA-53C8-418E-BBC2-4770E271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A5579-BFF6-47AE-8311-5CC6245E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1DF0E-EBED-4AAB-9947-875BA955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269B0-558E-4634-A275-AD12D7DB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0055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FCB40-B240-43E7-AAB2-892D2B69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5524A-34A2-4900-9E99-6C20F3D7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7952F2-61C9-4A24-B685-29239C6B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2AA1A-B0D2-4580-BBD7-924605C4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256B61-5462-4BAD-9DD5-534650B5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4664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83781-BC56-45F9-8D03-EC88507E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7A88C-3BCA-4E92-89E9-8969BB841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35125-21CF-491B-A919-F9717CA8A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F273F-45D9-4251-971C-901BC532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916A8-E807-408A-8B73-654773BB5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7931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85C02-8E53-4C7F-AFF7-89E655D4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D543C4-C264-4739-8C99-BDEF1F31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BF52DE-1528-471A-8C30-4143A528D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4EAE30-8559-40D0-86D6-F85CAB245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9D921-0C2B-4A65-8F8B-CE47FE5DB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CF49C-6313-4050-833B-074EFA22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240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8EE5E-7FD6-423E-88CF-8800E3BF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4A271-94CB-4AF0-8BEF-B512F469D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EC9EB0-D76E-45E2-B7D5-15F05CE91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BD587E-40F1-4CF4-AD67-659917BBE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B8520B4-C31D-4FB0-B75B-9DBE0B799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F14BEF-1194-432B-A77C-1C34392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47A3C6-7475-4FB5-854A-4F478AAB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5BCAB1-94C4-40BF-A2E2-A37759ED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3440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C08B4-46FC-44A7-A0A5-518CFDD2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34117F-9766-4795-BDC4-4FE7D4F8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812DCA-34B4-410B-AD37-8C30AE5F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E85C1F-521B-434D-9E02-5D84E83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238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010B31-B6C6-4F43-8A06-9746389D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BE1A38-2767-494F-AE85-86EF1833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C271F-86A8-454D-B773-2B7E3422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0443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27D25-1A34-40C8-982C-CF6A7696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3903A-EDA6-4365-AE07-97548B88C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B900A0-1486-431E-AC64-7C3BA2AD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193F26-975D-4458-A609-E1E36A6A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1FAC0F-0F51-4998-A408-95C5A9DC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5FBF1C-43BC-4C12-8F4D-BB933D7F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8396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1563F-F262-44C9-8AE7-89FCACDF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AB2450-7E43-4185-A454-F5E58A80B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F0F123-7521-4BAA-97AA-14721DD7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CC85B8-B65E-4607-B445-A6C8894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110612-7E12-4118-9955-07B06E5C8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5D3E4-CEC2-45B7-B373-43840909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9407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C99D6-48D3-4782-89F5-5FD5A0154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B0698F-F362-46F5-9BB0-9E9CF4957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062B9-7214-4254-9D77-6402299B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DC02B-1718-43BF-9DE3-59963780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792CC2-A9EC-46E6-901D-0FED9E2B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1176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2A95E6-DFA4-4D27-A802-09FFAAB3C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A981E1-E3AA-48FB-BBAF-66CAE722A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1DD38-74A6-401B-B16F-633B36FDB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5B938-749C-4C9A-BB6A-6D887BF29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115892-DA87-460B-BE36-2F752FEC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1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05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66E28-61FB-4222-8EB1-14A0AFE0B3B7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18EAE-2E04-4A40-8958-0BC35092CC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2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41E930-F208-4477-8B3F-666896A2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15" y="479148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550B37-7B72-48E7-93AB-58EC5795C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C05A0-B97C-44F9-924C-8B7FD7C71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015" y="8341248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BB7F9-3518-44D0-8F8D-D8558DF36536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2E3A2-469A-480F-97A2-A4E9B6D1B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071" y="8341248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FF93B-1492-492D-BAFD-D7CC8700E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70150" y="8341248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195B7-DD8A-41EC-89AE-FC54CD676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06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79966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2" indent="-269992" algn="l" defTabSz="107996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77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57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40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23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05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887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871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856" indent="-269992" algn="l" defTabSz="107996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84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66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47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32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17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897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879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863" algn="l" defTabSz="107996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7257D0-25AB-4875-8340-DA638F4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CC66B7-1DDA-4505-BA04-C4A882495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80D1F-D5E4-4037-8E3A-6A287DA4F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8154B-6313-43D7-932F-919AAF634C72}" type="datetimeFigureOut">
              <a:rPr lang="zh-CN" altLang="en-US" smtClean="0"/>
              <a:t>2024/3/18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C62B82-FE5B-424D-8F6C-7B12D14E8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62ED0-9C90-4FDF-8D2E-C6EA79E06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7C767-EC7E-4F9A-9E06-A319EB8AA8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107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18" Type="http://schemas.openxmlformats.org/officeDocument/2006/relationships/image" Target="../media/image22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21.svg"/><Relationship Id="rId2" Type="http://schemas.openxmlformats.org/officeDocument/2006/relationships/image" Target="../media/image4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10" Type="http://schemas.openxmlformats.org/officeDocument/2006/relationships/image" Target="../media/image12.png"/><Relationship Id="rId19" Type="http://schemas.openxmlformats.org/officeDocument/2006/relationships/image" Target="../media/image23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9" Type="http://schemas.openxmlformats.org/officeDocument/2006/relationships/image" Target="../media/image53.svg"/><Relationship Id="rId21" Type="http://schemas.openxmlformats.org/officeDocument/2006/relationships/image" Target="../media/image35.svg"/><Relationship Id="rId34" Type="http://schemas.openxmlformats.org/officeDocument/2006/relationships/image" Target="../media/image48.png"/><Relationship Id="rId42" Type="http://schemas.openxmlformats.org/officeDocument/2006/relationships/image" Target="../media/image56.png"/><Relationship Id="rId47" Type="http://schemas.openxmlformats.org/officeDocument/2006/relationships/image" Target="../media/image61.sv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16" Type="http://schemas.openxmlformats.org/officeDocument/2006/relationships/image" Target="../media/image30.png"/><Relationship Id="rId29" Type="http://schemas.openxmlformats.org/officeDocument/2006/relationships/image" Target="../media/image43.svg"/><Relationship Id="rId11" Type="http://schemas.openxmlformats.org/officeDocument/2006/relationships/image" Target="../media/image15.sv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svg"/><Relationship Id="rId40" Type="http://schemas.openxmlformats.org/officeDocument/2006/relationships/image" Target="../media/image54.png"/><Relationship Id="rId45" Type="http://schemas.openxmlformats.org/officeDocument/2006/relationships/image" Target="../media/image59.svg"/><Relationship Id="rId5" Type="http://schemas.openxmlformats.org/officeDocument/2006/relationships/image" Target="../media/image25.svg"/><Relationship Id="rId15" Type="http://schemas.openxmlformats.org/officeDocument/2006/relationships/image" Target="../media/image29.png"/><Relationship Id="rId23" Type="http://schemas.openxmlformats.org/officeDocument/2006/relationships/image" Target="../media/image37.sv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49" Type="http://schemas.openxmlformats.org/officeDocument/2006/relationships/image" Target="../media/image63.svg"/><Relationship Id="rId10" Type="http://schemas.openxmlformats.org/officeDocument/2006/relationships/image" Target="../media/image14.png"/><Relationship Id="rId19" Type="http://schemas.openxmlformats.org/officeDocument/2006/relationships/image" Target="../media/image33.svg"/><Relationship Id="rId31" Type="http://schemas.openxmlformats.org/officeDocument/2006/relationships/image" Target="../media/image45.svg"/><Relationship Id="rId44" Type="http://schemas.openxmlformats.org/officeDocument/2006/relationships/image" Target="../media/image58.png"/><Relationship Id="rId4" Type="http://schemas.openxmlformats.org/officeDocument/2006/relationships/image" Target="../media/image24.png"/><Relationship Id="rId9" Type="http://schemas.openxmlformats.org/officeDocument/2006/relationships/image" Target="../media/image1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svg"/><Relationship Id="rId30" Type="http://schemas.openxmlformats.org/officeDocument/2006/relationships/image" Target="../media/image44.png"/><Relationship Id="rId35" Type="http://schemas.openxmlformats.org/officeDocument/2006/relationships/image" Target="../media/image49.svg"/><Relationship Id="rId43" Type="http://schemas.openxmlformats.org/officeDocument/2006/relationships/image" Target="../media/image57.svg"/><Relationship Id="rId48" Type="http://schemas.openxmlformats.org/officeDocument/2006/relationships/image" Target="../media/image62.png"/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33" Type="http://schemas.openxmlformats.org/officeDocument/2006/relationships/image" Target="../media/image47.svg"/><Relationship Id="rId38" Type="http://schemas.openxmlformats.org/officeDocument/2006/relationships/image" Target="../media/image52.png"/><Relationship Id="rId46" Type="http://schemas.openxmlformats.org/officeDocument/2006/relationships/image" Target="../media/image60.png"/><Relationship Id="rId20" Type="http://schemas.openxmlformats.org/officeDocument/2006/relationships/image" Target="../media/image34.png"/><Relationship Id="rId41" Type="http://schemas.openxmlformats.org/officeDocument/2006/relationships/image" Target="../media/image5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7.svg"/><Relationship Id="rId18" Type="http://schemas.openxmlformats.org/officeDocument/2006/relationships/image" Target="../media/image35.svg"/><Relationship Id="rId3" Type="http://schemas.openxmlformats.org/officeDocument/2006/relationships/image" Target="../media/image3.svg"/><Relationship Id="rId21" Type="http://schemas.openxmlformats.org/officeDocument/2006/relationships/image" Target="../media/image62.png"/><Relationship Id="rId7" Type="http://schemas.openxmlformats.org/officeDocument/2006/relationships/image" Target="../media/image11.svg"/><Relationship Id="rId12" Type="http://schemas.openxmlformats.org/officeDocument/2006/relationships/image" Target="../media/image26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25.svg"/><Relationship Id="rId15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60.png"/><Relationship Id="rId4" Type="http://schemas.openxmlformats.org/officeDocument/2006/relationships/image" Target="../media/image24.png"/><Relationship Id="rId9" Type="http://schemas.openxmlformats.org/officeDocument/2006/relationships/image" Target="../media/image13.svg"/><Relationship Id="rId14" Type="http://schemas.openxmlformats.org/officeDocument/2006/relationships/image" Target="../media/image64.png"/><Relationship Id="rId22" Type="http://schemas.openxmlformats.org/officeDocument/2006/relationships/image" Target="../media/image6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7.svg"/><Relationship Id="rId18" Type="http://schemas.openxmlformats.org/officeDocument/2006/relationships/image" Target="../media/image35.svg"/><Relationship Id="rId3" Type="http://schemas.openxmlformats.org/officeDocument/2006/relationships/image" Target="../media/image3.svg"/><Relationship Id="rId21" Type="http://schemas.openxmlformats.org/officeDocument/2006/relationships/image" Target="../media/image62.png"/><Relationship Id="rId7" Type="http://schemas.openxmlformats.org/officeDocument/2006/relationships/image" Target="../media/image11.svg"/><Relationship Id="rId12" Type="http://schemas.openxmlformats.org/officeDocument/2006/relationships/image" Target="../media/image26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25.svg"/><Relationship Id="rId15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60.png"/><Relationship Id="rId4" Type="http://schemas.openxmlformats.org/officeDocument/2006/relationships/image" Target="../media/image24.png"/><Relationship Id="rId9" Type="http://schemas.openxmlformats.org/officeDocument/2006/relationships/image" Target="../media/image13.svg"/><Relationship Id="rId14" Type="http://schemas.openxmlformats.org/officeDocument/2006/relationships/image" Target="../media/image65.png"/><Relationship Id="rId22" Type="http://schemas.openxmlformats.org/officeDocument/2006/relationships/image" Target="../media/image6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7.svg"/><Relationship Id="rId18" Type="http://schemas.openxmlformats.org/officeDocument/2006/relationships/image" Target="../media/image35.svg"/><Relationship Id="rId3" Type="http://schemas.openxmlformats.org/officeDocument/2006/relationships/image" Target="../media/image3.svg"/><Relationship Id="rId21" Type="http://schemas.openxmlformats.org/officeDocument/2006/relationships/image" Target="../media/image62.png"/><Relationship Id="rId7" Type="http://schemas.openxmlformats.org/officeDocument/2006/relationships/image" Target="../media/image11.svg"/><Relationship Id="rId12" Type="http://schemas.openxmlformats.org/officeDocument/2006/relationships/image" Target="../media/image26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33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57.svg"/><Relationship Id="rId5" Type="http://schemas.openxmlformats.org/officeDocument/2006/relationships/image" Target="../media/image25.svg"/><Relationship Id="rId15" Type="http://schemas.openxmlformats.org/officeDocument/2006/relationships/image" Target="../media/image32.png"/><Relationship Id="rId23" Type="http://schemas.openxmlformats.org/officeDocument/2006/relationships/image" Target="../media/image56.png"/><Relationship Id="rId10" Type="http://schemas.openxmlformats.org/officeDocument/2006/relationships/image" Target="../media/image14.png"/><Relationship Id="rId19" Type="http://schemas.openxmlformats.org/officeDocument/2006/relationships/image" Target="../media/image60.png"/><Relationship Id="rId4" Type="http://schemas.openxmlformats.org/officeDocument/2006/relationships/image" Target="../media/image24.png"/><Relationship Id="rId9" Type="http://schemas.openxmlformats.org/officeDocument/2006/relationships/image" Target="../media/image13.svg"/><Relationship Id="rId14" Type="http://schemas.openxmlformats.org/officeDocument/2006/relationships/image" Target="../media/image66.png"/><Relationship Id="rId22" Type="http://schemas.openxmlformats.org/officeDocument/2006/relationships/image" Target="../media/image6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11.svg"/><Relationship Id="rId18" Type="http://schemas.openxmlformats.org/officeDocument/2006/relationships/image" Target="../media/image77.png"/><Relationship Id="rId3" Type="http://schemas.openxmlformats.org/officeDocument/2006/relationships/image" Target="../media/image1.emf"/><Relationship Id="rId7" Type="http://schemas.openxmlformats.org/officeDocument/2006/relationships/image" Target="../media/image72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11" Type="http://schemas.openxmlformats.org/officeDocument/2006/relationships/image" Target="../media/image76.svg"/><Relationship Id="rId5" Type="http://schemas.openxmlformats.org/officeDocument/2006/relationships/image" Target="../media/image70.svg"/><Relationship Id="rId15" Type="http://schemas.openxmlformats.org/officeDocument/2006/relationships/image" Target="../media/image13.svg"/><Relationship Id="rId10" Type="http://schemas.openxmlformats.org/officeDocument/2006/relationships/image" Target="../media/image75.png"/><Relationship Id="rId19" Type="http://schemas.openxmlformats.org/officeDocument/2006/relationships/image" Target="../media/image78.svg"/><Relationship Id="rId4" Type="http://schemas.openxmlformats.org/officeDocument/2006/relationships/image" Target="../media/image69.png"/><Relationship Id="rId9" Type="http://schemas.openxmlformats.org/officeDocument/2006/relationships/image" Target="../media/image74.svg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24EEAB77-BE0E-4BAE-937F-5BD902E16C1A}"/>
              </a:ext>
            </a:extLst>
          </p:cNvPr>
          <p:cNvSpPr/>
          <p:nvPr/>
        </p:nvSpPr>
        <p:spPr>
          <a:xfrm>
            <a:off x="9494198" y="4974817"/>
            <a:ext cx="1908028" cy="181137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69172B-5E9C-449E-B9EB-5A42ED924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732" y="2324259"/>
            <a:ext cx="1303509" cy="76581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7EBE8EC-F1FE-4DF6-9AC2-335D0EFEB2B3}"/>
              </a:ext>
            </a:extLst>
          </p:cNvPr>
          <p:cNvSpPr/>
          <p:nvPr/>
        </p:nvSpPr>
        <p:spPr>
          <a:xfrm>
            <a:off x="2248602" y="3652044"/>
            <a:ext cx="1395766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Repos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F9AE482-F957-4A91-8EF4-831514F87B1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46486" y="3090069"/>
            <a:ext cx="1" cy="561974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7F476E7-607C-4705-89DA-2B1F21B1CBE2}"/>
              </a:ext>
            </a:extLst>
          </p:cNvPr>
          <p:cNvSpPr/>
          <p:nvPr/>
        </p:nvSpPr>
        <p:spPr>
          <a:xfrm>
            <a:off x="1294061" y="1643798"/>
            <a:ext cx="3200971" cy="53698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00185B7-7709-4633-9759-02DE6BC4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057" y="2248059"/>
            <a:ext cx="1303509" cy="76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80A8F8D-B283-4531-ABA8-EC6308076CC6}"/>
              </a:ext>
            </a:extLst>
          </p:cNvPr>
          <p:cNvSpPr/>
          <p:nvPr/>
        </p:nvSpPr>
        <p:spPr>
          <a:xfrm>
            <a:off x="2069039" y="3547087"/>
            <a:ext cx="1624367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Repos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6E8C4-32AB-44DA-A7FB-2412F7511E61}"/>
              </a:ext>
            </a:extLst>
          </p:cNvPr>
          <p:cNvSpPr/>
          <p:nvPr/>
        </p:nvSpPr>
        <p:spPr>
          <a:xfrm>
            <a:off x="2020399" y="5145214"/>
            <a:ext cx="1718823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Clusters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89E19033-99D5-4A7A-B698-63D421C49597}"/>
              </a:ext>
            </a:extLst>
          </p:cNvPr>
          <p:cNvSpPr/>
          <p:nvPr/>
        </p:nvSpPr>
        <p:spPr>
          <a:xfrm>
            <a:off x="2761456" y="3109119"/>
            <a:ext cx="228600" cy="37147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CBB630-1502-49FF-837B-4688CB22949F}"/>
              </a:ext>
            </a:extLst>
          </p:cNvPr>
          <p:cNvSpPr/>
          <p:nvPr/>
        </p:nvSpPr>
        <p:spPr>
          <a:xfrm>
            <a:off x="1385596" y="6177041"/>
            <a:ext cx="1395766" cy="6112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Library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9F81E170-23C2-47F3-86C3-96D7A1FD53E5}"/>
              </a:ext>
            </a:extLst>
          </p:cNvPr>
          <p:cNvSpPr/>
          <p:nvPr/>
        </p:nvSpPr>
        <p:spPr>
          <a:xfrm rot="2209086">
            <a:off x="2296808" y="5717708"/>
            <a:ext cx="228600" cy="37147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FB35C49-73D9-4E68-ADDB-3441BB05EDA0}"/>
              </a:ext>
            </a:extLst>
          </p:cNvPr>
          <p:cNvSpPr/>
          <p:nvPr/>
        </p:nvSpPr>
        <p:spPr>
          <a:xfrm>
            <a:off x="2761456" y="4152102"/>
            <a:ext cx="228600" cy="88069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5F7BE8-9C6F-4887-A076-12B3CFA22F71}"/>
              </a:ext>
            </a:extLst>
          </p:cNvPr>
          <p:cNvSpPr txBox="1"/>
          <p:nvPr/>
        </p:nvSpPr>
        <p:spPr>
          <a:xfrm>
            <a:off x="1954825" y="3093760"/>
            <a:ext cx="805923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2412F8-91D0-44C8-AB51-8394C88661C2}"/>
              </a:ext>
            </a:extLst>
          </p:cNvPr>
          <p:cNvSpPr txBox="1"/>
          <p:nvPr/>
        </p:nvSpPr>
        <p:spPr>
          <a:xfrm>
            <a:off x="1270440" y="4201710"/>
            <a:ext cx="1624367" cy="1112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Dependency</a:t>
            </a:r>
          </a:p>
          <a:p>
            <a:pPr algn="ctr"/>
            <a:r>
              <a:rPr lang="en-US" altLang="zh-CN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C8F301-FC51-44CB-831D-9B66277442D9}"/>
              </a:ext>
            </a:extLst>
          </p:cNvPr>
          <p:cNvSpPr txBox="1"/>
          <p:nvPr/>
        </p:nvSpPr>
        <p:spPr>
          <a:xfrm>
            <a:off x="1557783" y="5705191"/>
            <a:ext cx="700616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0FBD26-23F6-4BE0-9238-52E8D6CBF3F0}"/>
              </a:ext>
            </a:extLst>
          </p:cNvPr>
          <p:cNvSpPr/>
          <p:nvPr/>
        </p:nvSpPr>
        <p:spPr>
          <a:xfrm>
            <a:off x="4627859" y="4960638"/>
            <a:ext cx="1451309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 Signal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9DD03ED0-881B-45E6-BFE4-F05D7C6A8F59}"/>
              </a:ext>
            </a:extLst>
          </p:cNvPr>
          <p:cNvSpPr/>
          <p:nvPr/>
        </p:nvSpPr>
        <p:spPr>
          <a:xfrm rot="10800000">
            <a:off x="5169087" y="3246518"/>
            <a:ext cx="315607" cy="1540889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27DFD1-2531-44B2-8B11-E3E1ACDBB1D9}"/>
              </a:ext>
            </a:extLst>
          </p:cNvPr>
          <p:cNvSpPr/>
          <p:nvPr/>
        </p:nvSpPr>
        <p:spPr>
          <a:xfrm>
            <a:off x="6228868" y="1643798"/>
            <a:ext cx="1875792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 Retriever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5A4418E7-EB6B-4944-A7DD-C95912104EF0}"/>
              </a:ext>
            </a:extLst>
          </p:cNvPr>
          <p:cNvSpPr/>
          <p:nvPr/>
        </p:nvSpPr>
        <p:spPr>
          <a:xfrm>
            <a:off x="6974713" y="2236585"/>
            <a:ext cx="384110" cy="1512381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F001236-25FA-4A73-907E-474A6D2A0FC7}"/>
              </a:ext>
            </a:extLst>
          </p:cNvPr>
          <p:cNvSpPr/>
          <p:nvPr/>
        </p:nvSpPr>
        <p:spPr>
          <a:xfrm>
            <a:off x="6199778" y="2723609"/>
            <a:ext cx="1887528" cy="5661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Reinforcement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Learning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376E33-1801-4BA4-97E6-1A91588A66F1}"/>
              </a:ext>
            </a:extLst>
          </p:cNvPr>
          <p:cNvSpPr/>
          <p:nvPr/>
        </p:nvSpPr>
        <p:spPr>
          <a:xfrm>
            <a:off x="9730346" y="2783394"/>
            <a:ext cx="1314454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85417F87-EEB5-49F6-8DDE-3C5D1311FD4D}"/>
              </a:ext>
            </a:extLst>
          </p:cNvPr>
          <p:cNvSpPr/>
          <p:nvPr/>
        </p:nvSpPr>
        <p:spPr>
          <a:xfrm rot="5400000">
            <a:off x="8731470" y="2308785"/>
            <a:ext cx="364459" cy="1388839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5D0940C-C006-4308-8A08-75663AB29D34}"/>
              </a:ext>
            </a:extLst>
          </p:cNvPr>
          <p:cNvSpPr txBox="1"/>
          <p:nvPr/>
        </p:nvSpPr>
        <p:spPr>
          <a:xfrm>
            <a:off x="8437802" y="2555508"/>
            <a:ext cx="1071936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Reward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5824E0-AF6D-4280-832F-53B78F06DFE3}"/>
              </a:ext>
            </a:extLst>
          </p:cNvPr>
          <p:cNvSpPr/>
          <p:nvPr/>
        </p:nvSpPr>
        <p:spPr>
          <a:xfrm>
            <a:off x="6566503" y="3825472"/>
            <a:ext cx="1228725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Retriever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52FFB78C-02BA-41E5-8F26-F758C022B723}"/>
              </a:ext>
            </a:extLst>
          </p:cNvPr>
          <p:cNvSpPr/>
          <p:nvPr/>
        </p:nvSpPr>
        <p:spPr>
          <a:xfrm>
            <a:off x="10203688" y="3379584"/>
            <a:ext cx="384110" cy="104398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BDECC8B-DE6D-47FF-9638-1E03A96ED318}"/>
              </a:ext>
            </a:extLst>
          </p:cNvPr>
          <p:cNvSpPr/>
          <p:nvPr/>
        </p:nvSpPr>
        <p:spPr>
          <a:xfrm>
            <a:off x="9773211" y="3656257"/>
            <a:ext cx="1228725" cy="4410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D3C24E-F353-45DE-8DB0-2251D5DFEA5F}"/>
              </a:ext>
            </a:extLst>
          </p:cNvPr>
          <p:cNvSpPr/>
          <p:nvPr/>
        </p:nvSpPr>
        <p:spPr>
          <a:xfrm>
            <a:off x="11616708" y="6584973"/>
            <a:ext cx="1646651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Code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ED880651-A2C1-40F8-B74C-E59E76D3833F}"/>
              </a:ext>
            </a:extLst>
          </p:cNvPr>
          <p:cNvSpPr/>
          <p:nvPr/>
        </p:nvSpPr>
        <p:spPr>
          <a:xfrm rot="16200000">
            <a:off x="5145380" y="2249644"/>
            <a:ext cx="364459" cy="150311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3BD8E00D-35D0-4DEA-A487-C7A1F4157984}"/>
              </a:ext>
            </a:extLst>
          </p:cNvPr>
          <p:cNvSpPr/>
          <p:nvPr/>
        </p:nvSpPr>
        <p:spPr>
          <a:xfrm rot="14233670">
            <a:off x="8670165" y="3520323"/>
            <a:ext cx="289416" cy="2093188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FEB413A-0B06-49DA-B76C-9300A4D0A6E8}"/>
              </a:ext>
            </a:extLst>
          </p:cNvPr>
          <p:cNvSpPr txBox="1"/>
          <p:nvPr/>
        </p:nvSpPr>
        <p:spPr>
          <a:xfrm rot="19650203">
            <a:off x="7813416" y="4014239"/>
            <a:ext cx="1557703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1BB14D-7209-4634-97EC-3F3ACA858A39}"/>
              </a:ext>
            </a:extLst>
          </p:cNvPr>
          <p:cNvSpPr txBox="1"/>
          <p:nvPr/>
        </p:nvSpPr>
        <p:spPr>
          <a:xfrm>
            <a:off x="5360137" y="3793360"/>
            <a:ext cx="863850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B5510E23-65C7-4067-9975-CE3D48B1829B}"/>
              </a:ext>
            </a:extLst>
          </p:cNvPr>
          <p:cNvSpPr/>
          <p:nvPr/>
        </p:nvSpPr>
        <p:spPr>
          <a:xfrm>
            <a:off x="6974709" y="4330602"/>
            <a:ext cx="384110" cy="517438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C524242C-CC39-4E04-953D-73A92A58D62C}"/>
              </a:ext>
            </a:extLst>
          </p:cNvPr>
          <p:cNvSpPr/>
          <p:nvPr/>
        </p:nvSpPr>
        <p:spPr>
          <a:xfrm rot="16200000">
            <a:off x="6184529" y="4975009"/>
            <a:ext cx="281312" cy="396882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FD9A9F9-B4B6-469E-BDE4-3FCF6564601C}"/>
              </a:ext>
            </a:extLst>
          </p:cNvPr>
          <p:cNvSpPr txBox="1"/>
          <p:nvPr/>
        </p:nvSpPr>
        <p:spPr>
          <a:xfrm>
            <a:off x="5873816" y="4596917"/>
            <a:ext cx="863850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Guide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FEA1D8-6E5D-4DB8-B3F6-B4611F66F6A2}"/>
              </a:ext>
            </a:extLst>
          </p:cNvPr>
          <p:cNvSpPr/>
          <p:nvPr/>
        </p:nvSpPr>
        <p:spPr>
          <a:xfrm>
            <a:off x="2997986" y="6174965"/>
            <a:ext cx="1395766" cy="6112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B7C68B48-AD7E-4897-88B3-8E20E929BFD4}"/>
              </a:ext>
            </a:extLst>
          </p:cNvPr>
          <p:cNvSpPr/>
          <p:nvPr/>
        </p:nvSpPr>
        <p:spPr>
          <a:xfrm rot="19617197">
            <a:off x="3165178" y="5718540"/>
            <a:ext cx="228600" cy="37147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8E5841-DA20-4BEE-A2B2-E12369E7B779}"/>
              </a:ext>
            </a:extLst>
          </p:cNvPr>
          <p:cNvSpPr txBox="1"/>
          <p:nvPr/>
        </p:nvSpPr>
        <p:spPr>
          <a:xfrm>
            <a:off x="3444132" y="5694315"/>
            <a:ext cx="804181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DFD27B6-A385-431D-A86D-5CDDC44F047F}"/>
              </a:ext>
            </a:extLst>
          </p:cNvPr>
          <p:cNvSpPr/>
          <p:nvPr/>
        </p:nvSpPr>
        <p:spPr>
          <a:xfrm>
            <a:off x="6581179" y="4942648"/>
            <a:ext cx="1228725" cy="4410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8F1CB2-FC4E-4CE5-AD64-8DCA72239203}"/>
              </a:ext>
            </a:extLst>
          </p:cNvPr>
          <p:cNvSpPr txBox="1"/>
          <p:nvPr/>
        </p:nvSpPr>
        <p:spPr>
          <a:xfrm>
            <a:off x="1696506" y="1758890"/>
            <a:ext cx="2358501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Construction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3BD238-3789-49E6-8AEB-FA9240DBB20F}"/>
              </a:ext>
            </a:extLst>
          </p:cNvPr>
          <p:cNvSpPr/>
          <p:nvPr/>
        </p:nvSpPr>
        <p:spPr>
          <a:xfrm>
            <a:off x="9597237" y="4499770"/>
            <a:ext cx="1662110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snippet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3EE3653E-4BF6-4B19-BBDD-1440938E5730}"/>
              </a:ext>
            </a:extLst>
          </p:cNvPr>
          <p:cNvSpPr/>
          <p:nvPr/>
        </p:nvSpPr>
        <p:spPr>
          <a:xfrm>
            <a:off x="10214570" y="5037434"/>
            <a:ext cx="384110" cy="104398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849EA43-0965-4E6F-97C5-168874A86CC7}"/>
              </a:ext>
            </a:extLst>
          </p:cNvPr>
          <p:cNvSpPr/>
          <p:nvPr/>
        </p:nvSpPr>
        <p:spPr>
          <a:xfrm>
            <a:off x="9784093" y="5314107"/>
            <a:ext cx="1228725" cy="4410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C845B3E-01C9-4EA4-B263-D15EB9274C78}"/>
              </a:ext>
            </a:extLst>
          </p:cNvPr>
          <p:cNvSpPr/>
          <p:nvPr/>
        </p:nvSpPr>
        <p:spPr>
          <a:xfrm>
            <a:off x="9608119" y="6157620"/>
            <a:ext cx="1662110" cy="428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snippet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4AD39C5C-CE9F-4F7E-A129-DEB2FC958B9E}"/>
              </a:ext>
            </a:extLst>
          </p:cNvPr>
          <p:cNvSpPr/>
          <p:nvPr/>
        </p:nvSpPr>
        <p:spPr>
          <a:xfrm rot="18118997">
            <a:off x="11443902" y="4526102"/>
            <a:ext cx="314767" cy="56146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下 61">
            <a:extLst>
              <a:ext uri="{FF2B5EF4-FFF2-40B4-BE49-F238E27FC236}">
                <a16:creationId xmlns:a16="http://schemas.microsoft.com/office/drawing/2014/main" id="{5F8267F7-7AE5-46C6-9F2E-38580A8FB21D}"/>
              </a:ext>
            </a:extLst>
          </p:cNvPr>
          <p:cNvSpPr/>
          <p:nvPr/>
        </p:nvSpPr>
        <p:spPr>
          <a:xfrm rot="13350124">
            <a:off x="11391379" y="5556459"/>
            <a:ext cx="314767" cy="56146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49F6F78-0C44-4215-A0D4-E95602557D75}"/>
              </a:ext>
            </a:extLst>
          </p:cNvPr>
          <p:cNvSpPr/>
          <p:nvPr/>
        </p:nvSpPr>
        <p:spPr>
          <a:xfrm>
            <a:off x="11796882" y="5155369"/>
            <a:ext cx="1228725" cy="4410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B47A76F8-90CA-48F6-B04B-32D645C8640E}"/>
              </a:ext>
            </a:extLst>
          </p:cNvPr>
          <p:cNvSpPr/>
          <p:nvPr/>
        </p:nvSpPr>
        <p:spPr>
          <a:xfrm>
            <a:off x="12247978" y="5628500"/>
            <a:ext cx="384110" cy="86199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19F1A6D-6157-44F0-94CA-1B13490EA334}"/>
              </a:ext>
            </a:extLst>
          </p:cNvPr>
          <p:cNvSpPr txBox="1"/>
          <p:nvPr/>
        </p:nvSpPr>
        <p:spPr>
          <a:xfrm>
            <a:off x="8828636" y="5690165"/>
            <a:ext cx="610752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箭头: 下 65">
            <a:extLst>
              <a:ext uri="{FF2B5EF4-FFF2-40B4-BE49-F238E27FC236}">
                <a16:creationId xmlns:a16="http://schemas.microsoft.com/office/drawing/2014/main" id="{25F11D4C-F86E-4422-A88C-2E18D3B67013}"/>
              </a:ext>
            </a:extLst>
          </p:cNvPr>
          <p:cNvSpPr/>
          <p:nvPr/>
        </p:nvSpPr>
        <p:spPr>
          <a:xfrm rot="16801492">
            <a:off x="8517567" y="4669970"/>
            <a:ext cx="277997" cy="149804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0DD298F-EF18-44D3-8B4E-6AB6039213AC}"/>
              </a:ext>
            </a:extLst>
          </p:cNvPr>
          <p:cNvSpPr txBox="1"/>
          <p:nvPr/>
        </p:nvSpPr>
        <p:spPr>
          <a:xfrm rot="586913">
            <a:off x="8060200" y="4812397"/>
            <a:ext cx="1557703" cy="77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780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6F00AB84-E950-489A-A261-0DFE545A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0309" y="2810920"/>
            <a:ext cx="821723" cy="82172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8F50C50-B80C-45A0-B502-E94DF95E47FD}"/>
              </a:ext>
            </a:extLst>
          </p:cNvPr>
          <p:cNvSpPr txBox="1"/>
          <p:nvPr/>
        </p:nvSpPr>
        <p:spPr>
          <a:xfrm>
            <a:off x="2353494" y="3691096"/>
            <a:ext cx="1515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Repos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D0CDF40-4E1F-4156-BC2A-9884D4031F2C}"/>
              </a:ext>
            </a:extLst>
          </p:cNvPr>
          <p:cNvCxnSpPr>
            <a:cxnSpLocks/>
          </p:cNvCxnSpPr>
          <p:nvPr/>
        </p:nvCxnSpPr>
        <p:spPr>
          <a:xfrm>
            <a:off x="3823410" y="3261536"/>
            <a:ext cx="8370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形 75">
            <a:extLst>
              <a:ext uri="{FF2B5EF4-FFF2-40B4-BE49-F238E27FC236}">
                <a16:creationId xmlns:a16="http://schemas.microsoft.com/office/drawing/2014/main" id="{63AF2CDD-17AE-44AA-A3DC-C1C8DBEC4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38148" y="4601035"/>
            <a:ext cx="742188" cy="742188"/>
          </a:xfrm>
          <a:prstGeom prst="rect">
            <a:avLst/>
          </a:prstGeom>
        </p:spPr>
      </p:pic>
      <p:pic>
        <p:nvPicPr>
          <p:cNvPr id="81" name="图形 80">
            <a:extLst>
              <a:ext uri="{FF2B5EF4-FFF2-40B4-BE49-F238E27FC236}">
                <a16:creationId xmlns:a16="http://schemas.microsoft.com/office/drawing/2014/main" id="{922D0CF6-77D0-40DA-8EFC-ECD1480A1F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8149" y="2808922"/>
            <a:ext cx="821723" cy="821723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CF9AC77A-72B9-41FF-BF77-6458CBDEB4B2}"/>
              </a:ext>
            </a:extLst>
          </p:cNvPr>
          <p:cNvSpPr txBox="1"/>
          <p:nvPr/>
        </p:nvSpPr>
        <p:spPr>
          <a:xfrm>
            <a:off x="3773715" y="2826678"/>
            <a:ext cx="708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5D54142-A63B-474B-B29F-22B85E279052}"/>
              </a:ext>
            </a:extLst>
          </p:cNvPr>
          <p:cNvSpPr txBox="1"/>
          <p:nvPr/>
        </p:nvSpPr>
        <p:spPr>
          <a:xfrm>
            <a:off x="4380206" y="3691096"/>
            <a:ext cx="1858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 Candidates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FD27EC49-3243-4D7A-B9D6-E0A6F2FF82E6}"/>
              </a:ext>
            </a:extLst>
          </p:cNvPr>
          <p:cNvCxnSpPr>
            <a:cxnSpLocks/>
          </p:cNvCxnSpPr>
          <p:nvPr/>
        </p:nvCxnSpPr>
        <p:spPr>
          <a:xfrm flipV="1">
            <a:off x="5306022" y="5841550"/>
            <a:ext cx="0" cy="5690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19445" y="6529885"/>
            <a:ext cx="652666" cy="652666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4774086" y="5431657"/>
            <a:ext cx="1058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Retriever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6498" y="2064102"/>
            <a:ext cx="437716" cy="437716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79477" y="2680940"/>
            <a:ext cx="437716" cy="437716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86498" y="3754977"/>
            <a:ext cx="437716" cy="437716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148893" y="1945412"/>
            <a:ext cx="907774" cy="2430944"/>
          </a:xfrm>
          <a:prstGeom prst="round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94BBA9D-2813-4F4C-B81E-22112D71973A}"/>
              </a:ext>
            </a:extLst>
          </p:cNvPr>
          <p:cNvSpPr txBox="1"/>
          <p:nvPr/>
        </p:nvSpPr>
        <p:spPr>
          <a:xfrm>
            <a:off x="7406568" y="3256017"/>
            <a:ext cx="677108" cy="42575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3CE5F9B-C83A-4E2B-B391-2EE45AC0B066}"/>
              </a:ext>
            </a:extLst>
          </p:cNvPr>
          <p:cNvCxnSpPr>
            <a:cxnSpLocks/>
          </p:cNvCxnSpPr>
          <p:nvPr/>
        </p:nvCxnSpPr>
        <p:spPr>
          <a:xfrm>
            <a:off x="6063022" y="3222398"/>
            <a:ext cx="8370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6EB80EC-21C7-41B0-9215-CBB4711465E4}"/>
              </a:ext>
            </a:extLst>
          </p:cNvPr>
          <p:cNvCxnSpPr>
            <a:cxnSpLocks/>
          </p:cNvCxnSpPr>
          <p:nvPr/>
        </p:nvCxnSpPr>
        <p:spPr>
          <a:xfrm>
            <a:off x="8183368" y="3214440"/>
            <a:ext cx="8370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78713" y="2808065"/>
            <a:ext cx="782822" cy="782822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9004784" y="3671217"/>
            <a:ext cx="1173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69CBFFE-C05C-475A-8C8F-FEF4BBD7FABD}"/>
              </a:ext>
            </a:extLst>
          </p:cNvPr>
          <p:cNvCxnSpPr>
            <a:cxnSpLocks/>
          </p:cNvCxnSpPr>
          <p:nvPr/>
        </p:nvCxnSpPr>
        <p:spPr>
          <a:xfrm>
            <a:off x="10154629" y="3216261"/>
            <a:ext cx="8370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D55F7873-D205-4C8E-8C1C-66D84647E261}"/>
              </a:ext>
            </a:extLst>
          </p:cNvPr>
          <p:cNvSpPr txBox="1"/>
          <p:nvPr/>
        </p:nvSpPr>
        <p:spPr>
          <a:xfrm>
            <a:off x="10739154" y="3681775"/>
            <a:ext cx="1826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Reward Function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6" name="图形 155">
            <a:extLst>
              <a:ext uri="{FF2B5EF4-FFF2-40B4-BE49-F238E27FC236}">
                <a16:creationId xmlns:a16="http://schemas.microsoft.com/office/drawing/2014/main" id="{3818E784-9698-4304-92D6-74A851B52DF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291982" y="2926222"/>
            <a:ext cx="658693" cy="526954"/>
          </a:xfrm>
          <a:prstGeom prst="rect">
            <a:avLst/>
          </a:prstGeom>
        </p:spPr>
      </p:pic>
      <p:sp>
        <p:nvSpPr>
          <p:cNvPr id="161" name="文本框 160">
            <a:extLst>
              <a:ext uri="{FF2B5EF4-FFF2-40B4-BE49-F238E27FC236}">
                <a16:creationId xmlns:a16="http://schemas.microsoft.com/office/drawing/2014/main" id="{4EAED6ED-4CCE-414C-AFED-92842AF550B1}"/>
              </a:ext>
            </a:extLst>
          </p:cNvPr>
          <p:cNvSpPr txBox="1"/>
          <p:nvPr/>
        </p:nvSpPr>
        <p:spPr>
          <a:xfrm>
            <a:off x="8056668" y="5093103"/>
            <a:ext cx="907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4401192" y="7135035"/>
            <a:ext cx="1869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Incomplete Code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A20A27E-AB1A-42C3-9D22-64D4D400829F}"/>
              </a:ext>
            </a:extLst>
          </p:cNvPr>
          <p:cNvCxnSpPr>
            <a:cxnSpLocks/>
          </p:cNvCxnSpPr>
          <p:nvPr/>
        </p:nvCxnSpPr>
        <p:spPr>
          <a:xfrm flipV="1">
            <a:off x="5313433" y="3993713"/>
            <a:ext cx="0" cy="5690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8CDF2B37-CD04-47D4-AB75-9A88A10C48DE}"/>
              </a:ext>
            </a:extLst>
          </p:cNvPr>
          <p:cNvCxnSpPr>
            <a:cxnSpLocks/>
            <a:stCxn id="153" idx="2"/>
          </p:cNvCxnSpPr>
          <p:nvPr/>
        </p:nvCxnSpPr>
        <p:spPr>
          <a:xfrm rot="5400000">
            <a:off x="8278629" y="1615917"/>
            <a:ext cx="969441" cy="5778267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8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38F50C50-B80C-45A0-B502-E94DF95E47FD}"/>
              </a:ext>
            </a:extLst>
          </p:cNvPr>
          <p:cNvSpPr txBox="1"/>
          <p:nvPr/>
        </p:nvSpPr>
        <p:spPr>
          <a:xfrm>
            <a:off x="1295152" y="4588171"/>
            <a:ext cx="1433021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Repository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D0CDF40-4E1F-4156-BC2A-9884D4031F2C}"/>
              </a:ext>
            </a:extLst>
          </p:cNvPr>
          <p:cNvCxnSpPr>
            <a:cxnSpLocks/>
          </p:cNvCxnSpPr>
          <p:nvPr/>
        </p:nvCxnSpPr>
        <p:spPr>
          <a:xfrm>
            <a:off x="2646019" y="4123216"/>
            <a:ext cx="9886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形 75">
            <a:extLst>
              <a:ext uri="{FF2B5EF4-FFF2-40B4-BE49-F238E27FC236}">
                <a16:creationId xmlns:a16="http://schemas.microsoft.com/office/drawing/2014/main" id="{63AF2CDD-17AE-44AA-A3DC-C1C8DBEC4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9077" y="3587164"/>
            <a:ext cx="876613" cy="876613"/>
          </a:xfrm>
          <a:prstGeom prst="rect">
            <a:avLst/>
          </a:prstGeom>
        </p:spPr>
      </p:pic>
      <p:pic>
        <p:nvPicPr>
          <p:cNvPr id="81" name="图形 80">
            <a:extLst>
              <a:ext uri="{FF2B5EF4-FFF2-40B4-BE49-F238E27FC236}">
                <a16:creationId xmlns:a16="http://schemas.microsoft.com/office/drawing/2014/main" id="{922D0CF6-77D0-40DA-8EFC-ECD1480A1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4056" y="3588624"/>
            <a:ext cx="970553" cy="970553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CF9AC77A-72B9-41FF-BF77-6458CBDEB4B2}"/>
              </a:ext>
            </a:extLst>
          </p:cNvPr>
          <p:cNvSpPr txBox="1"/>
          <p:nvPr/>
        </p:nvSpPr>
        <p:spPr>
          <a:xfrm>
            <a:off x="2830169" y="3587164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5D54142-A63B-474B-B29F-22B85E279052}"/>
              </a:ext>
            </a:extLst>
          </p:cNvPr>
          <p:cNvSpPr txBox="1"/>
          <p:nvPr/>
        </p:nvSpPr>
        <p:spPr>
          <a:xfrm>
            <a:off x="3544631" y="4630578"/>
            <a:ext cx="1477905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63462" y="1557374"/>
            <a:ext cx="770877" cy="770877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5802047" y="4627632"/>
            <a:ext cx="121456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Retriever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0582" y="1739572"/>
            <a:ext cx="516995" cy="516995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52289" y="2468132"/>
            <a:ext cx="516995" cy="516995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60582" y="3736698"/>
            <a:ext cx="516995" cy="516995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979941" y="1599385"/>
            <a:ext cx="1072190" cy="2871236"/>
          </a:xfrm>
          <a:prstGeom prst="roundRect">
            <a:avLst/>
          </a:prstGeom>
          <a:noFill/>
          <a:ln w="19050">
            <a:solidFill>
              <a:schemeClr val="accent3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98"/>
            <a:endParaRPr lang="en-US" altLang="zh-CN" sz="1417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94BBA9D-2813-4F4C-B81E-22112D71973A}"/>
              </a:ext>
            </a:extLst>
          </p:cNvPr>
          <p:cNvSpPr txBox="1"/>
          <p:nvPr/>
        </p:nvSpPr>
        <p:spPr>
          <a:xfrm>
            <a:off x="8317668" y="3147367"/>
            <a:ext cx="766364" cy="48667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defTabSz="1079998"/>
            <a:r>
              <a:rPr lang="en-US" altLang="zh-CN" sz="378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378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36151" y="3622830"/>
            <a:ext cx="924607" cy="924607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10030719" y="4607098"/>
            <a:ext cx="1351267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D55F7873-D205-4C8E-8C1C-66D84647E261}"/>
              </a:ext>
            </a:extLst>
          </p:cNvPr>
          <p:cNvSpPr txBox="1"/>
          <p:nvPr/>
        </p:nvSpPr>
        <p:spPr>
          <a:xfrm>
            <a:off x="11654153" y="4607098"/>
            <a:ext cx="21215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Reward Function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5280623" y="2321317"/>
            <a:ext cx="2172005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Incomplete Code</a:t>
            </a:r>
            <a:endParaRPr lang="zh-CN" altLang="en-US" sz="2126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FFEFAE2-B189-4922-9BDE-F283345506FA}"/>
              </a:ext>
            </a:extLst>
          </p:cNvPr>
          <p:cNvCxnSpPr>
            <a:cxnSpLocks/>
          </p:cNvCxnSpPr>
          <p:nvPr/>
        </p:nvCxnSpPr>
        <p:spPr>
          <a:xfrm>
            <a:off x="4824963" y="4114514"/>
            <a:ext cx="9886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2C1DF7E-19CE-437C-8131-BEE45F8F6715}"/>
              </a:ext>
            </a:extLst>
          </p:cNvPr>
          <p:cNvSpPr txBox="1"/>
          <p:nvPr/>
        </p:nvSpPr>
        <p:spPr>
          <a:xfrm>
            <a:off x="7926309" y="4607099"/>
            <a:ext cx="1189396" cy="38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Samples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A0EEE1E-C2A1-4999-9170-EBA0C1743348}"/>
              </a:ext>
            </a:extLst>
          </p:cNvPr>
          <p:cNvCxnSpPr>
            <a:cxnSpLocks/>
          </p:cNvCxnSpPr>
          <p:nvPr/>
        </p:nvCxnSpPr>
        <p:spPr>
          <a:xfrm>
            <a:off x="6348901" y="2741044"/>
            <a:ext cx="6325" cy="7089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379024D-394A-4BAE-BE3A-0E9A89CE7C13}"/>
              </a:ext>
            </a:extLst>
          </p:cNvPr>
          <p:cNvSpPr txBox="1"/>
          <p:nvPr/>
        </p:nvSpPr>
        <p:spPr>
          <a:xfrm>
            <a:off x="4980644" y="3565321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1179D0-186B-42EA-A666-2160148FB1C2}"/>
              </a:ext>
            </a:extLst>
          </p:cNvPr>
          <p:cNvSpPr txBox="1"/>
          <p:nvPr/>
        </p:nvSpPr>
        <p:spPr>
          <a:xfrm>
            <a:off x="5777118" y="2751029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6C536E00-1B34-4329-9BFF-407EA005A56A}"/>
              </a:ext>
            </a:extLst>
          </p:cNvPr>
          <p:cNvCxnSpPr>
            <a:cxnSpLocks/>
          </p:cNvCxnSpPr>
          <p:nvPr/>
        </p:nvCxnSpPr>
        <p:spPr>
          <a:xfrm>
            <a:off x="6891451" y="4127127"/>
            <a:ext cx="9886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1FD0A38-EE39-47CA-BDF8-566B39C3677E}"/>
              </a:ext>
            </a:extLst>
          </p:cNvPr>
          <p:cNvSpPr txBox="1"/>
          <p:nvPr/>
        </p:nvSpPr>
        <p:spPr>
          <a:xfrm>
            <a:off x="7047132" y="3577935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595B17E-9D28-44AA-AE39-4F30B4BE941D}"/>
              </a:ext>
            </a:extLst>
          </p:cNvPr>
          <p:cNvCxnSpPr>
            <a:cxnSpLocks/>
          </p:cNvCxnSpPr>
          <p:nvPr/>
        </p:nvCxnSpPr>
        <p:spPr>
          <a:xfrm>
            <a:off x="9177090" y="4108869"/>
            <a:ext cx="9886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2E9507-DE83-4EF9-8EF1-BFCD658A1A9B}"/>
              </a:ext>
            </a:extLst>
          </p:cNvPr>
          <p:cNvSpPr txBox="1"/>
          <p:nvPr/>
        </p:nvSpPr>
        <p:spPr>
          <a:xfrm>
            <a:off x="9332772" y="3559677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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798A95C2-5239-40D6-BA18-D3B08EB04105}"/>
              </a:ext>
            </a:extLst>
          </p:cNvPr>
          <p:cNvCxnSpPr>
            <a:cxnSpLocks/>
          </p:cNvCxnSpPr>
          <p:nvPr/>
        </p:nvCxnSpPr>
        <p:spPr>
          <a:xfrm>
            <a:off x="11179126" y="4121174"/>
            <a:ext cx="98863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2A66E9B9-F9DE-4796-B146-26D42479942C}"/>
              </a:ext>
            </a:extLst>
          </p:cNvPr>
          <p:cNvSpPr txBox="1"/>
          <p:nvPr/>
        </p:nvSpPr>
        <p:spPr>
          <a:xfrm>
            <a:off x="11334808" y="3571982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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B1AEC308-55CD-4BE9-84A3-15DD4AEAC8A9}"/>
              </a:ext>
            </a:extLst>
          </p:cNvPr>
          <p:cNvCxnSpPr>
            <a:stCxn id="153" idx="2"/>
            <a:endCxn id="106" idx="2"/>
          </p:cNvCxnSpPr>
          <p:nvPr/>
        </p:nvCxnSpPr>
        <p:spPr>
          <a:xfrm rot="5400000">
            <a:off x="9551860" y="1847749"/>
            <a:ext cx="20534" cy="6305596"/>
          </a:xfrm>
          <a:prstGeom prst="bentConnector3">
            <a:avLst>
              <a:gd name="adj1" fmla="val 1213276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84824BD3-C4AF-4A9B-BE0E-8D5E98BB5C72}"/>
              </a:ext>
            </a:extLst>
          </p:cNvPr>
          <p:cNvSpPr txBox="1"/>
          <p:nvPr/>
        </p:nvSpPr>
        <p:spPr>
          <a:xfrm>
            <a:off x="8769284" y="5354002"/>
            <a:ext cx="508473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zh-CN" altLang="en-US" sz="2835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</a:t>
            </a:r>
            <a:endParaRPr lang="zh-CN" altLang="en-US" sz="3307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E6CB084-6112-45AB-9B1F-8815CA63D4B8}"/>
              </a:ext>
            </a:extLst>
          </p:cNvPr>
          <p:cNvSpPr txBox="1"/>
          <p:nvPr/>
        </p:nvSpPr>
        <p:spPr>
          <a:xfrm>
            <a:off x="9136330" y="5414838"/>
            <a:ext cx="1037079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98"/>
            <a:r>
              <a:rPr lang="en-US" altLang="zh-CN" sz="189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endParaRPr lang="zh-CN" altLang="en-US" sz="189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15">
            <a:extLst>
              <a:ext uri="{FF2B5EF4-FFF2-40B4-BE49-F238E27FC236}">
                <a16:creationId xmlns:a16="http://schemas.microsoft.com/office/drawing/2014/main" id="{AC1C884A-EFC6-4A56-8EBE-75CE951A692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270598" y="3587164"/>
            <a:ext cx="924608" cy="924608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FA7C7699-1138-4003-B6C6-1FF71941DF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06713" y="3703599"/>
            <a:ext cx="843838" cy="84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21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9BCE654D-2142-5012-234C-B95D45BE3B62}"/>
              </a:ext>
            </a:extLst>
          </p:cNvPr>
          <p:cNvSpPr/>
          <p:nvPr/>
        </p:nvSpPr>
        <p:spPr>
          <a:xfrm>
            <a:off x="2638783" y="2776350"/>
            <a:ext cx="985688" cy="332872"/>
          </a:xfrm>
          <a:prstGeom prst="roundRect">
            <a:avLst>
              <a:gd name="adj" fmla="val 7814"/>
            </a:avLst>
          </a:prstGeom>
          <a:solidFill>
            <a:srgbClr val="EFFAF6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97BAB-4A7D-6FBA-04FA-57299B861146}"/>
              </a:ext>
            </a:extLst>
          </p:cNvPr>
          <p:cNvSpPr/>
          <p:nvPr/>
        </p:nvSpPr>
        <p:spPr>
          <a:xfrm>
            <a:off x="1270391" y="2601870"/>
            <a:ext cx="1304008" cy="1125972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7AA8C8C-8234-6D26-11A2-EB60FBD26571}"/>
              </a:ext>
            </a:extLst>
          </p:cNvPr>
          <p:cNvSpPr/>
          <p:nvPr/>
        </p:nvSpPr>
        <p:spPr>
          <a:xfrm>
            <a:off x="9689377" y="4947109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F1EAF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DBF8390-B142-8DA3-18F7-E86224CB058C}"/>
              </a:ext>
            </a:extLst>
          </p:cNvPr>
          <p:cNvSpPr/>
          <p:nvPr/>
        </p:nvSpPr>
        <p:spPr>
          <a:xfrm>
            <a:off x="9685088" y="250703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C9F2D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E56F044-97C4-2F5E-0740-8D3E79ED2F1C}"/>
              </a:ext>
            </a:extLst>
          </p:cNvPr>
          <p:cNvSpPr/>
          <p:nvPr/>
        </p:nvSpPr>
        <p:spPr>
          <a:xfrm>
            <a:off x="5645210" y="2510709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E6A6DA-FC93-1EA4-1524-11BDDA490985}"/>
              </a:ext>
            </a:extLst>
          </p:cNvPr>
          <p:cNvSpPr/>
          <p:nvPr/>
        </p:nvSpPr>
        <p:spPr>
          <a:xfrm>
            <a:off x="4194705" y="3215409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E003DE-1E45-C64C-6C4B-532338C3E810}"/>
              </a:ext>
            </a:extLst>
          </p:cNvPr>
          <p:cNvSpPr/>
          <p:nvPr/>
        </p:nvSpPr>
        <p:spPr>
          <a:xfrm>
            <a:off x="4240912" y="3278652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69961CA2-7A91-8F97-13F0-95E443ED1E32}"/>
              </a:ext>
            </a:extLst>
          </p:cNvPr>
          <p:cNvSpPr/>
          <p:nvPr/>
        </p:nvSpPr>
        <p:spPr>
          <a:xfrm>
            <a:off x="7343937" y="9620073"/>
            <a:ext cx="825711" cy="560582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CD8F3C9-DBC7-CC41-0459-2B35FDE12F51}"/>
              </a:ext>
            </a:extLst>
          </p:cNvPr>
          <p:cNvSpPr/>
          <p:nvPr/>
        </p:nvSpPr>
        <p:spPr>
          <a:xfrm>
            <a:off x="7393560" y="9702911"/>
            <a:ext cx="825711" cy="560582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F00AB84-E950-489A-A261-0DFE545A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9965" y="2718934"/>
            <a:ext cx="669672" cy="66967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8F50C50-B80C-45A0-B502-E94DF95E47FD}"/>
              </a:ext>
            </a:extLst>
          </p:cNvPr>
          <p:cNvSpPr txBox="1"/>
          <p:nvPr/>
        </p:nvSpPr>
        <p:spPr>
          <a:xfrm>
            <a:off x="3960990" y="10105322"/>
            <a:ext cx="15153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Repos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D0CDF40-4E1F-4156-BC2A-9884D4031F2C}"/>
              </a:ext>
            </a:extLst>
          </p:cNvPr>
          <p:cNvCxnSpPr>
            <a:cxnSpLocks/>
          </p:cNvCxnSpPr>
          <p:nvPr/>
        </p:nvCxnSpPr>
        <p:spPr>
          <a:xfrm>
            <a:off x="5430906" y="9675762"/>
            <a:ext cx="83702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CF9AC77A-72B9-41FF-BF77-6458CBDEB4B2}"/>
              </a:ext>
            </a:extLst>
          </p:cNvPr>
          <p:cNvSpPr txBox="1"/>
          <p:nvPr/>
        </p:nvSpPr>
        <p:spPr>
          <a:xfrm>
            <a:off x="5381211" y="9240904"/>
            <a:ext cx="708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1747" y="2417325"/>
            <a:ext cx="652666" cy="652666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5711983" y="3499646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RLRetriever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8411" y="2783546"/>
            <a:ext cx="437716" cy="437716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3923" y="2786110"/>
            <a:ext cx="437716" cy="437716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1497" y="2783546"/>
            <a:ext cx="437716" cy="437716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548834" y="2724240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6EB80EC-21C7-41B0-9215-CBB4711465E4}"/>
              </a:ext>
            </a:extLst>
          </p:cNvPr>
          <p:cNvCxnSpPr>
            <a:cxnSpLocks/>
            <a:stCxn id="142" idx="3"/>
            <a:endCxn id="79" idx="1"/>
          </p:cNvCxnSpPr>
          <p:nvPr/>
        </p:nvCxnSpPr>
        <p:spPr>
          <a:xfrm flipV="1">
            <a:off x="9091803" y="3160048"/>
            <a:ext cx="593285" cy="13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15904" y="2653046"/>
            <a:ext cx="735178" cy="735178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9758285" y="3382951"/>
            <a:ext cx="981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Evaluator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/>
              <p:nvPr/>
            </p:nvSpPr>
            <p:spPr>
              <a:xfrm>
                <a:off x="7637754" y="3708816"/>
                <a:ext cx="12277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1" i="1" dirty="0">
                        <a:solidFill>
                          <a:srgbClr val="178F65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1400" b="1" i="1" dirty="0">
                        <a:solidFill>
                          <a:srgbClr val="178F65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1400" b="1" i="1" dirty="0">
                        <a:solidFill>
                          <a:srgbClr val="178F65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1400" b="1" i="1" dirty="0">
                        <a:solidFill>
                          <a:srgbClr val="178F65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solidFill>
                      <a:srgbClr val="178F6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400" dirty="0">
                    <a:solidFill>
                      <a:srgbClr val="178F6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Reward</a:t>
                </a:r>
                <a:endParaRPr lang="zh-CN" altLang="en-US" sz="1400" dirty="0">
                  <a:solidFill>
                    <a:srgbClr val="178F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754" y="3708816"/>
                <a:ext cx="1227708" cy="307777"/>
              </a:xfrm>
              <a:prstGeom prst="rect">
                <a:avLst/>
              </a:prstGeom>
              <a:blipFill>
                <a:blip r:embed="rId14"/>
                <a:stretch>
                  <a:fillRect r="-1031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3698113" y="2130567"/>
            <a:ext cx="185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Unfinished Code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D6F011-0B3F-C095-DA39-C2E1FF7F5D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516456" y="-362108"/>
            <a:ext cx="5778267" cy="5756827"/>
          </a:xfrm>
          <a:prstGeom prst="rect">
            <a:avLst/>
          </a:prstGeom>
        </p:spPr>
      </p:pic>
      <p:pic>
        <p:nvPicPr>
          <p:cNvPr id="5" name="Graphic 4" descr="Search Inventory outline">
            <a:extLst>
              <a:ext uri="{FF2B5EF4-FFF2-40B4-BE49-F238E27FC236}">
                <a16:creationId xmlns:a16="http://schemas.microsoft.com/office/drawing/2014/main" id="{261393E8-B12F-4D9B-03D4-2ED2CC09C2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216877" y="6346245"/>
            <a:ext cx="914400" cy="914400"/>
          </a:xfrm>
          <a:prstGeom prst="rect">
            <a:avLst/>
          </a:prstGeom>
        </p:spPr>
      </p:pic>
      <p:pic>
        <p:nvPicPr>
          <p:cNvPr id="29" name="Graphic 28" descr="Classroom outline">
            <a:extLst>
              <a:ext uri="{FF2B5EF4-FFF2-40B4-BE49-F238E27FC236}">
                <a16:creationId xmlns:a16="http://schemas.microsoft.com/office/drawing/2014/main" id="{9CB8EF54-F37A-807D-7BBB-85D9AEA9A61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799875" y="2861355"/>
            <a:ext cx="744346" cy="685920"/>
          </a:xfrm>
          <a:prstGeom prst="rect">
            <a:avLst/>
          </a:prstGeom>
        </p:spPr>
      </p:pic>
      <p:pic>
        <p:nvPicPr>
          <p:cNvPr id="31" name="Graphic 30" descr="Research with solid fill">
            <a:extLst>
              <a:ext uri="{FF2B5EF4-FFF2-40B4-BE49-F238E27FC236}">
                <a16:creationId xmlns:a16="http://schemas.microsoft.com/office/drawing/2014/main" id="{E05F6D9C-B27C-336A-88F8-89F6C4FB20C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24302" y="2507033"/>
            <a:ext cx="804415" cy="741274"/>
          </a:xfrm>
          <a:prstGeom prst="rect">
            <a:avLst/>
          </a:prstGeom>
        </p:spPr>
      </p:pic>
      <p:pic>
        <p:nvPicPr>
          <p:cNvPr id="35" name="Graphic 34" descr="Search Inventory with solid fill">
            <a:extLst>
              <a:ext uri="{FF2B5EF4-FFF2-40B4-BE49-F238E27FC236}">
                <a16:creationId xmlns:a16="http://schemas.microsoft.com/office/drawing/2014/main" id="{15A73DC2-FD82-1D7D-743D-70B3A0B7B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955149" y="9279735"/>
            <a:ext cx="914400" cy="914400"/>
          </a:xfrm>
          <a:prstGeom prst="rect">
            <a:avLst/>
          </a:prstGeom>
        </p:spPr>
      </p:pic>
      <p:pic>
        <p:nvPicPr>
          <p:cNvPr id="36" name="Graphic 35" descr="Research with solid fill">
            <a:extLst>
              <a:ext uri="{FF2B5EF4-FFF2-40B4-BE49-F238E27FC236}">
                <a16:creationId xmlns:a16="http://schemas.microsoft.com/office/drawing/2014/main" id="{6DA3A6A1-2470-DCBA-6557-900D5847E5E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992706" y="9002779"/>
            <a:ext cx="483717" cy="483717"/>
          </a:xfrm>
          <a:prstGeom prst="rect">
            <a:avLst/>
          </a:prstGeom>
        </p:spPr>
      </p:pic>
      <p:pic>
        <p:nvPicPr>
          <p:cNvPr id="37" name="Graphic 36" descr="Research outline">
            <a:extLst>
              <a:ext uri="{FF2B5EF4-FFF2-40B4-BE49-F238E27FC236}">
                <a16:creationId xmlns:a16="http://schemas.microsoft.com/office/drawing/2014/main" id="{C23EA2E8-6D99-FB3F-B455-1545161F821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4748944" y="7460579"/>
            <a:ext cx="561611" cy="561611"/>
          </a:xfrm>
          <a:prstGeom prst="rect">
            <a:avLst/>
          </a:prstGeom>
        </p:spPr>
      </p:pic>
      <p:pic>
        <p:nvPicPr>
          <p:cNvPr id="38" name="Graphic 37" descr="Eyes outline">
            <a:extLst>
              <a:ext uri="{FF2B5EF4-FFF2-40B4-BE49-F238E27FC236}">
                <a16:creationId xmlns:a16="http://schemas.microsoft.com/office/drawing/2014/main" id="{EDB69D79-1130-2368-058C-96E6DBF1AA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447371" y="9482292"/>
            <a:ext cx="914400" cy="914400"/>
          </a:xfrm>
          <a:prstGeom prst="rect">
            <a:avLst/>
          </a:prstGeom>
        </p:spPr>
      </p:pic>
      <p:pic>
        <p:nvPicPr>
          <p:cNvPr id="39" name="Graphic 38" descr="Brain in head outline">
            <a:extLst>
              <a:ext uri="{FF2B5EF4-FFF2-40B4-BE49-F238E27FC236}">
                <a16:creationId xmlns:a16="http://schemas.microsoft.com/office/drawing/2014/main" id="{9F6A4609-7437-1B24-3763-19BA17A7B82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52936" y="10014030"/>
            <a:ext cx="914400" cy="914400"/>
          </a:xfrm>
          <a:prstGeom prst="rect">
            <a:avLst/>
          </a:prstGeom>
        </p:spPr>
      </p:pic>
      <p:pic>
        <p:nvPicPr>
          <p:cNvPr id="40" name="Graphic 39" descr="School girl outline">
            <a:extLst>
              <a:ext uri="{FF2B5EF4-FFF2-40B4-BE49-F238E27FC236}">
                <a16:creationId xmlns:a16="http://schemas.microsoft.com/office/drawing/2014/main" id="{B62F7BBD-E427-92DB-162B-340DF4BF8DC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5332719" y="7554779"/>
            <a:ext cx="914400" cy="914400"/>
          </a:xfrm>
          <a:prstGeom prst="rect">
            <a:avLst/>
          </a:prstGeom>
        </p:spPr>
      </p:pic>
      <p:pic>
        <p:nvPicPr>
          <p:cNvPr id="41" name="Graphic 40" descr="School boy outline">
            <a:extLst>
              <a:ext uri="{FF2B5EF4-FFF2-40B4-BE49-F238E27FC236}">
                <a16:creationId xmlns:a16="http://schemas.microsoft.com/office/drawing/2014/main" id="{0B84FFCE-55B5-49B8-2146-F9330FEA97B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4637773" y="10153657"/>
            <a:ext cx="914400" cy="914400"/>
          </a:xfrm>
          <a:prstGeom prst="rect">
            <a:avLst/>
          </a:prstGeom>
        </p:spPr>
      </p:pic>
      <p:pic>
        <p:nvPicPr>
          <p:cNvPr id="42" name="Graphic 41" descr="Idea with solid fill">
            <a:extLst>
              <a:ext uri="{FF2B5EF4-FFF2-40B4-BE49-F238E27FC236}">
                <a16:creationId xmlns:a16="http://schemas.microsoft.com/office/drawing/2014/main" id="{D2D1ED0B-2131-42CD-2636-81C6C0F4CF0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6402936" y="6327319"/>
            <a:ext cx="914400" cy="914400"/>
          </a:xfrm>
          <a:prstGeom prst="rect">
            <a:avLst/>
          </a:prstGeom>
        </p:spPr>
      </p:pic>
      <p:pic>
        <p:nvPicPr>
          <p:cNvPr id="43" name="Graphic 42" descr="Idea outline">
            <a:extLst>
              <a:ext uri="{FF2B5EF4-FFF2-40B4-BE49-F238E27FC236}">
                <a16:creationId xmlns:a16="http://schemas.microsoft.com/office/drawing/2014/main" id="{1F940DAD-1A98-4A02-1CB0-7CA59717990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919824" y="9046501"/>
            <a:ext cx="561611" cy="561611"/>
          </a:xfrm>
          <a:prstGeom prst="rect">
            <a:avLst/>
          </a:prstGeom>
        </p:spPr>
      </p:pic>
      <p:pic>
        <p:nvPicPr>
          <p:cNvPr id="44" name="Graphic 43" descr="Magnifying glass with solid fill">
            <a:extLst>
              <a:ext uri="{FF2B5EF4-FFF2-40B4-BE49-F238E27FC236}">
                <a16:creationId xmlns:a16="http://schemas.microsoft.com/office/drawing/2014/main" id="{573410AD-2879-EDAE-60E6-668FC411C99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751111" y="9963744"/>
            <a:ext cx="914400" cy="914400"/>
          </a:xfrm>
          <a:prstGeom prst="rect">
            <a:avLst/>
          </a:prstGeom>
        </p:spPr>
      </p:pic>
      <p:pic>
        <p:nvPicPr>
          <p:cNvPr id="54" name="Graphic 53" descr="Document outline">
            <a:extLst>
              <a:ext uri="{FF2B5EF4-FFF2-40B4-BE49-F238E27FC236}">
                <a16:creationId xmlns:a16="http://schemas.microsoft.com/office/drawing/2014/main" id="{F8DAAB74-07BE-4358-8DD1-7B9DB196C2E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571346" y="9279735"/>
            <a:ext cx="914400" cy="914400"/>
          </a:xfrm>
          <a:prstGeom prst="rect">
            <a:avLst/>
          </a:prstGeom>
        </p:spPr>
      </p:pic>
      <p:pic>
        <p:nvPicPr>
          <p:cNvPr id="56" name="Graphic 55" descr="Database outline">
            <a:extLst>
              <a:ext uri="{FF2B5EF4-FFF2-40B4-BE49-F238E27FC236}">
                <a16:creationId xmlns:a16="http://schemas.microsoft.com/office/drawing/2014/main" id="{0513C228-E968-2CAF-82E4-E4F8B25EAEC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0033629" y="7937496"/>
            <a:ext cx="907493" cy="719233"/>
          </a:xfrm>
          <a:prstGeom prst="rect">
            <a:avLst/>
          </a:prstGeom>
        </p:spPr>
      </p:pic>
      <p:cxnSp>
        <p:nvCxnSpPr>
          <p:cNvPr id="63" name="连接符: 肘形 14">
            <a:extLst>
              <a:ext uri="{FF2B5EF4-FFF2-40B4-BE49-F238E27FC236}">
                <a16:creationId xmlns:a16="http://schemas.microsoft.com/office/drawing/2014/main" id="{7C6E1617-29C6-4469-0BF8-C3C6EBFF2A3F}"/>
              </a:ext>
            </a:extLst>
          </p:cNvPr>
          <p:cNvCxnSpPr>
            <a:cxnSpLocks/>
            <a:stCxn id="102" idx="3"/>
            <a:endCxn id="48" idx="1"/>
          </p:cNvCxnSpPr>
          <p:nvPr/>
        </p:nvCxnSpPr>
        <p:spPr>
          <a:xfrm>
            <a:off x="4699265" y="2743658"/>
            <a:ext cx="945945" cy="42006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14">
            <a:extLst>
              <a:ext uri="{FF2B5EF4-FFF2-40B4-BE49-F238E27FC236}">
                <a16:creationId xmlns:a16="http://schemas.microsoft.com/office/drawing/2014/main" id="{AF459A6C-3626-7B28-EAC6-27497DCDFB95}"/>
              </a:ext>
            </a:extLst>
          </p:cNvPr>
          <p:cNvCxnSpPr>
            <a:cxnSpLocks/>
            <a:stCxn id="7" idx="3"/>
            <a:endCxn id="48" idx="1"/>
          </p:cNvCxnSpPr>
          <p:nvPr/>
        </p:nvCxnSpPr>
        <p:spPr>
          <a:xfrm flipV="1">
            <a:off x="4689522" y="3163724"/>
            <a:ext cx="955688" cy="412448"/>
          </a:xfrm>
          <a:prstGeom prst="bentConnector3">
            <a:avLst>
              <a:gd name="adj1" fmla="val 507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105">
            <a:extLst>
              <a:ext uri="{FF2B5EF4-FFF2-40B4-BE49-F238E27FC236}">
                <a16:creationId xmlns:a16="http://schemas.microsoft.com/office/drawing/2014/main" id="{272A75E4-8433-A7CE-5333-4410466E149C}"/>
              </a:ext>
            </a:extLst>
          </p:cNvPr>
          <p:cNvSpPr txBox="1"/>
          <p:nvPr/>
        </p:nvSpPr>
        <p:spPr>
          <a:xfrm>
            <a:off x="8342555" y="288980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105">
            <a:extLst>
              <a:ext uri="{FF2B5EF4-FFF2-40B4-BE49-F238E27FC236}">
                <a16:creationId xmlns:a16="http://schemas.microsoft.com/office/drawing/2014/main" id="{1976CC34-8963-0B94-1B5C-0F14DFFB865C}"/>
              </a:ext>
            </a:extLst>
          </p:cNvPr>
          <p:cNvSpPr txBox="1"/>
          <p:nvPr/>
        </p:nvSpPr>
        <p:spPr>
          <a:xfrm>
            <a:off x="7634989" y="3280570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Retrived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0" name="连接符: 肘形 14">
            <a:extLst>
              <a:ext uri="{FF2B5EF4-FFF2-40B4-BE49-F238E27FC236}">
                <a16:creationId xmlns:a16="http://schemas.microsoft.com/office/drawing/2014/main" id="{DC7C35AF-83FF-110F-BFAE-3564FDDDFAB1}"/>
              </a:ext>
            </a:extLst>
          </p:cNvPr>
          <p:cNvCxnSpPr>
            <a:cxnSpLocks/>
          </p:cNvCxnSpPr>
          <p:nvPr/>
        </p:nvCxnSpPr>
        <p:spPr>
          <a:xfrm rot="5400000" flipH="1">
            <a:off x="8446760" y="1831436"/>
            <a:ext cx="5640" cy="3957614"/>
          </a:xfrm>
          <a:prstGeom prst="bentConnector3">
            <a:avLst>
              <a:gd name="adj1" fmla="val -4053191"/>
            </a:avLst>
          </a:prstGeom>
          <a:ln w="38100">
            <a:solidFill>
              <a:srgbClr val="178F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144">
            <a:extLst>
              <a:ext uri="{FF2B5EF4-FFF2-40B4-BE49-F238E27FC236}">
                <a16:creationId xmlns:a16="http://schemas.microsoft.com/office/drawing/2014/main" id="{15113443-5D42-A941-05E6-3ADE6058538A}"/>
              </a:ext>
            </a:extLst>
          </p:cNvPr>
          <p:cNvCxnSpPr>
            <a:cxnSpLocks/>
            <a:stCxn id="48" idx="3"/>
            <a:endCxn id="142" idx="1"/>
          </p:cNvCxnSpPr>
          <p:nvPr/>
        </p:nvCxnSpPr>
        <p:spPr>
          <a:xfrm flipV="1">
            <a:off x="6973421" y="3161361"/>
            <a:ext cx="575413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5E1E6F0-0E4B-5E0E-E298-09130A4793FA}"/>
              </a:ext>
            </a:extLst>
          </p:cNvPr>
          <p:cNvSpPr/>
          <p:nvPr/>
        </p:nvSpPr>
        <p:spPr>
          <a:xfrm>
            <a:off x="7439408" y="9777495"/>
            <a:ext cx="825711" cy="560582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1" name="文本框 88">
            <a:extLst>
              <a:ext uri="{FF2B5EF4-FFF2-40B4-BE49-F238E27FC236}">
                <a16:creationId xmlns:a16="http://schemas.microsoft.com/office/drawing/2014/main" id="{4B8BD92F-B77F-28B9-B04F-C59F2306F5D7}"/>
              </a:ext>
            </a:extLst>
          </p:cNvPr>
          <p:cNvSpPr txBox="1"/>
          <p:nvPr/>
        </p:nvSpPr>
        <p:spPr>
          <a:xfrm>
            <a:off x="7435868" y="9808342"/>
            <a:ext cx="9070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Codebase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164">
            <a:extLst>
              <a:ext uri="{FF2B5EF4-FFF2-40B4-BE49-F238E27FC236}">
                <a16:creationId xmlns:a16="http://schemas.microsoft.com/office/drawing/2014/main" id="{51B32466-EC82-1E59-97D7-8A519D912A63}"/>
              </a:ext>
            </a:extLst>
          </p:cNvPr>
          <p:cNvSpPr txBox="1"/>
          <p:nvPr/>
        </p:nvSpPr>
        <p:spPr>
          <a:xfrm>
            <a:off x="3958349" y="3800983"/>
            <a:ext cx="113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Codebase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FED08F-BFB4-6F41-5E03-65D2ED91389D}"/>
              </a:ext>
            </a:extLst>
          </p:cNvPr>
          <p:cNvSpPr/>
          <p:nvPr/>
        </p:nvSpPr>
        <p:spPr>
          <a:xfrm>
            <a:off x="16558498" y="7653693"/>
            <a:ext cx="825711" cy="560582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CB9F0-E0E7-437D-F84E-686E54EC4A85}"/>
              </a:ext>
            </a:extLst>
          </p:cNvPr>
          <p:cNvSpPr/>
          <p:nvPr/>
        </p:nvSpPr>
        <p:spPr>
          <a:xfrm>
            <a:off x="16608121" y="7736531"/>
            <a:ext cx="825711" cy="560582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5BB48D-A891-71E4-CFE4-275026FD8ED7}"/>
              </a:ext>
            </a:extLst>
          </p:cNvPr>
          <p:cNvSpPr/>
          <p:nvPr/>
        </p:nvSpPr>
        <p:spPr>
          <a:xfrm>
            <a:off x="4284795" y="3333173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文本框 88">
            <a:extLst>
              <a:ext uri="{FF2B5EF4-FFF2-40B4-BE49-F238E27FC236}">
                <a16:creationId xmlns:a16="http://schemas.microsoft.com/office/drawing/2014/main" id="{CDE8771C-8FBF-6B1F-DAEC-64DA9946EEEA}"/>
              </a:ext>
            </a:extLst>
          </p:cNvPr>
          <p:cNvSpPr txBox="1"/>
          <p:nvPr/>
        </p:nvSpPr>
        <p:spPr>
          <a:xfrm>
            <a:off x="4241342" y="3431910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9" name="文本框 88">
            <a:extLst>
              <a:ext uri="{FF2B5EF4-FFF2-40B4-BE49-F238E27FC236}">
                <a16:creationId xmlns:a16="http://schemas.microsoft.com/office/drawing/2014/main" id="{CA47F2D5-E12B-9FBD-43EF-C4FA87307FB8}"/>
              </a:ext>
            </a:extLst>
          </p:cNvPr>
          <p:cNvSpPr txBox="1"/>
          <p:nvPr/>
        </p:nvSpPr>
        <p:spPr>
          <a:xfrm>
            <a:off x="16819519" y="8726672"/>
            <a:ext cx="1034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Codebase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形 2">
            <a:extLst>
              <a:ext uri="{FF2B5EF4-FFF2-40B4-BE49-F238E27FC236}">
                <a16:creationId xmlns:a16="http://schemas.microsoft.com/office/drawing/2014/main" id="{89554548-6DB3-E4E9-8535-4BB603D82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0205" y="9377545"/>
            <a:ext cx="821723" cy="821723"/>
          </a:xfrm>
          <a:prstGeom prst="rect">
            <a:avLst/>
          </a:prstGeom>
        </p:spPr>
      </p:pic>
      <p:sp>
        <p:nvSpPr>
          <p:cNvPr id="17" name="文本框 164">
            <a:extLst>
              <a:ext uri="{FF2B5EF4-FFF2-40B4-BE49-F238E27FC236}">
                <a16:creationId xmlns:a16="http://schemas.microsoft.com/office/drawing/2014/main" id="{A633924F-F108-D6AB-9C21-3849655D009C}"/>
              </a:ext>
            </a:extLst>
          </p:cNvPr>
          <p:cNvSpPr txBox="1"/>
          <p:nvPr/>
        </p:nvSpPr>
        <p:spPr>
          <a:xfrm>
            <a:off x="2599452" y="2729890"/>
            <a:ext cx="1152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Training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87092E-061D-5301-71AD-B9BEC2A6461A}"/>
              </a:ext>
            </a:extLst>
          </p:cNvPr>
          <p:cNvSpPr/>
          <p:nvPr/>
        </p:nvSpPr>
        <p:spPr>
          <a:xfrm>
            <a:off x="1329802" y="5647581"/>
            <a:ext cx="1502479" cy="654071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</a:t>
            </a:r>
            <a:r>
              <a:rPr lang="zh-CN" altLang="en-US" sz="14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</a:t>
            </a:r>
            <a:endParaRPr lang="en-CN" sz="140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" name="直接箭头连接符 144">
            <a:extLst>
              <a:ext uri="{FF2B5EF4-FFF2-40B4-BE49-F238E27FC236}">
                <a16:creationId xmlns:a16="http://schemas.microsoft.com/office/drawing/2014/main" id="{C9D9D471-F893-9992-0973-FB23DAA5464D}"/>
              </a:ext>
            </a:extLst>
          </p:cNvPr>
          <p:cNvCxnSpPr>
            <a:cxnSpLocks/>
          </p:cNvCxnSpPr>
          <p:nvPr/>
        </p:nvCxnSpPr>
        <p:spPr>
          <a:xfrm>
            <a:off x="2832525" y="6004765"/>
            <a:ext cx="1330572" cy="83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图形 146">
            <a:extLst>
              <a:ext uri="{FF2B5EF4-FFF2-40B4-BE49-F238E27FC236}">
                <a16:creationId xmlns:a16="http://schemas.microsoft.com/office/drawing/2014/main" id="{4B997272-85A1-ED4D-F03B-660ECB49FFD2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911107" y="5127412"/>
            <a:ext cx="735178" cy="735178"/>
          </a:xfrm>
          <a:prstGeom prst="rect">
            <a:avLst/>
          </a:prstGeom>
        </p:spPr>
      </p:pic>
      <p:sp>
        <p:nvSpPr>
          <p:cNvPr id="52" name="文本框 147">
            <a:extLst>
              <a:ext uri="{FF2B5EF4-FFF2-40B4-BE49-F238E27FC236}">
                <a16:creationId xmlns:a16="http://schemas.microsoft.com/office/drawing/2014/main" id="{356E463F-3A19-0D2D-5904-E551696EFC62}"/>
              </a:ext>
            </a:extLst>
          </p:cNvPr>
          <p:cNvSpPr txBox="1"/>
          <p:nvPr/>
        </p:nvSpPr>
        <p:spPr>
          <a:xfrm>
            <a:off x="9753488" y="5857317"/>
            <a:ext cx="1050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: 圆角 141">
            <a:extLst>
              <a:ext uri="{FF2B5EF4-FFF2-40B4-BE49-F238E27FC236}">
                <a16:creationId xmlns:a16="http://schemas.microsoft.com/office/drawing/2014/main" id="{34ED6CB3-35D0-0454-F05B-9B9256A5BC3F}"/>
              </a:ext>
            </a:extLst>
          </p:cNvPr>
          <p:cNvSpPr/>
          <p:nvPr/>
        </p:nvSpPr>
        <p:spPr>
          <a:xfrm>
            <a:off x="1056290" y="1858617"/>
            <a:ext cx="10053670" cy="2338342"/>
          </a:xfrm>
          <a:prstGeom prst="roundRect">
            <a:avLst>
              <a:gd name="adj" fmla="val 4217"/>
            </a:avLst>
          </a:prstGeom>
          <a:noFill/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3CD81E5-8B74-1C46-341F-44450846B3BA}"/>
              </a:ext>
            </a:extLst>
          </p:cNvPr>
          <p:cNvSpPr/>
          <p:nvPr/>
        </p:nvSpPr>
        <p:spPr>
          <a:xfrm>
            <a:off x="1242471" y="1967119"/>
            <a:ext cx="1439333" cy="54730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STXinwei" panose="02010800040101010101" pitchFamily="2" charset="-122"/>
                <a:ea typeface="STXinwei" panose="02010800040101010101" pitchFamily="2" charset="-122"/>
              </a:rPr>
              <a:t>Training</a:t>
            </a:r>
            <a:endParaRPr lang="en-CN"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494B14C5-6026-7224-92A6-4954B4449D43}"/>
              </a:ext>
            </a:extLst>
          </p:cNvPr>
          <p:cNvSpPr/>
          <p:nvPr/>
        </p:nvSpPr>
        <p:spPr>
          <a:xfrm>
            <a:off x="1304949" y="4560552"/>
            <a:ext cx="1439333" cy="54730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STXinwei" panose="02010800040101010101" pitchFamily="2" charset="-122"/>
                <a:ea typeface="STXinwei" panose="02010800040101010101" pitchFamily="2" charset="-122"/>
              </a:rPr>
              <a:t>Testing</a:t>
            </a:r>
            <a:endParaRPr lang="en-CN">
              <a:latin typeface="STXinwei" panose="02010800040101010101" pitchFamily="2" charset="-122"/>
              <a:ea typeface="STXinwei" panose="02010800040101010101" pitchFamily="2" charset="-122"/>
            </a:endParaRPr>
          </a:p>
        </p:txBody>
      </p:sp>
      <p:sp>
        <p:nvSpPr>
          <p:cNvPr id="78" name="文本框 22">
            <a:extLst>
              <a:ext uri="{FF2B5EF4-FFF2-40B4-BE49-F238E27FC236}">
                <a16:creationId xmlns:a16="http://schemas.microsoft.com/office/drawing/2014/main" id="{4374DDBB-A6EC-3881-36BD-9B37049ED48D}"/>
              </a:ext>
            </a:extLst>
          </p:cNvPr>
          <p:cNvSpPr txBox="1"/>
          <p:nvPr/>
        </p:nvSpPr>
        <p:spPr>
          <a:xfrm>
            <a:off x="1219836" y="3383908"/>
            <a:ext cx="1439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箭头: 虚尾 43">
            <a:extLst>
              <a:ext uri="{FF2B5EF4-FFF2-40B4-BE49-F238E27FC236}">
                <a16:creationId xmlns:a16="http://schemas.microsoft.com/office/drawing/2014/main" id="{CDEAF75C-FDD0-7990-4461-1566003DB9D6}"/>
              </a:ext>
            </a:extLst>
          </p:cNvPr>
          <p:cNvSpPr/>
          <p:nvPr/>
        </p:nvSpPr>
        <p:spPr>
          <a:xfrm rot="5400000">
            <a:off x="5929544" y="4141080"/>
            <a:ext cx="676780" cy="250082"/>
          </a:xfrm>
          <a:prstGeom prst="stripedRightArrow">
            <a:avLst/>
          </a:prstGeom>
          <a:solidFill>
            <a:srgbClr val="E7E6E6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921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84" name="连接符: 肘形 14">
            <a:extLst>
              <a:ext uri="{FF2B5EF4-FFF2-40B4-BE49-F238E27FC236}">
                <a16:creationId xmlns:a16="http://schemas.microsoft.com/office/drawing/2014/main" id="{75BFFD92-7CA0-B57F-35A7-27558136A74A}"/>
              </a:ext>
            </a:extLst>
          </p:cNvPr>
          <p:cNvCxnSpPr>
            <a:cxnSpLocks/>
            <a:stCxn id="82" idx="3"/>
            <a:endCxn id="102" idx="1"/>
          </p:cNvCxnSpPr>
          <p:nvPr/>
        </p:nvCxnSpPr>
        <p:spPr>
          <a:xfrm flipV="1">
            <a:off x="2574399" y="2743658"/>
            <a:ext cx="1602499" cy="421198"/>
          </a:xfrm>
          <a:prstGeom prst="bentConnector3">
            <a:avLst>
              <a:gd name="adj1" fmla="val 745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14">
            <a:extLst>
              <a:ext uri="{FF2B5EF4-FFF2-40B4-BE49-F238E27FC236}">
                <a16:creationId xmlns:a16="http://schemas.microsoft.com/office/drawing/2014/main" id="{F317C97B-F31B-336D-DB69-AB77AB7F06BF}"/>
              </a:ext>
            </a:extLst>
          </p:cNvPr>
          <p:cNvCxnSpPr>
            <a:cxnSpLocks/>
          </p:cNvCxnSpPr>
          <p:nvPr/>
        </p:nvCxnSpPr>
        <p:spPr>
          <a:xfrm>
            <a:off x="2574399" y="3164856"/>
            <a:ext cx="1617664" cy="423469"/>
          </a:xfrm>
          <a:prstGeom prst="bentConnector3">
            <a:avLst>
              <a:gd name="adj1" fmla="val 7375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107CDD-655E-85AD-90B4-83086780A2EA}"/>
              </a:ext>
            </a:extLst>
          </p:cNvPr>
          <p:cNvSpPr/>
          <p:nvPr/>
        </p:nvSpPr>
        <p:spPr>
          <a:xfrm>
            <a:off x="4176898" y="2521716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56A41E-522C-C752-2DB1-1BD28B3CE03F}"/>
              </a:ext>
            </a:extLst>
          </p:cNvPr>
          <p:cNvSpPr/>
          <p:nvPr/>
        </p:nvSpPr>
        <p:spPr>
          <a:xfrm>
            <a:off x="4179540" y="3224995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2F748CD5-0A0F-49BB-E4D9-C6F7BC203B19}"/>
              </a:ext>
            </a:extLst>
          </p:cNvPr>
          <p:cNvSpPr/>
          <p:nvPr/>
        </p:nvSpPr>
        <p:spPr>
          <a:xfrm>
            <a:off x="5648849" y="4949235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5F37E1E8-46E1-9FB4-3446-A2F86BE5CDDD}"/>
              </a:ext>
            </a:extLst>
          </p:cNvPr>
          <p:cNvSpPr/>
          <p:nvPr/>
        </p:nvSpPr>
        <p:spPr>
          <a:xfrm>
            <a:off x="4198344" y="5653935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4C1D542A-8BC4-B195-23F6-FDB4D1F2F4A9}"/>
              </a:ext>
            </a:extLst>
          </p:cNvPr>
          <p:cNvSpPr/>
          <p:nvPr/>
        </p:nvSpPr>
        <p:spPr>
          <a:xfrm>
            <a:off x="4244551" y="5717178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60" name="图形 104">
            <a:extLst>
              <a:ext uri="{FF2B5EF4-FFF2-40B4-BE49-F238E27FC236}">
                <a16:creationId xmlns:a16="http://schemas.microsoft.com/office/drawing/2014/main" id="{8A4FF6E3-717A-B4D7-54C0-08AC0EDA0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5386" y="4855851"/>
            <a:ext cx="652666" cy="652666"/>
          </a:xfrm>
          <a:prstGeom prst="rect">
            <a:avLst/>
          </a:prstGeom>
        </p:spPr>
      </p:pic>
      <p:sp>
        <p:nvSpPr>
          <p:cNvPr id="161" name="文本框 105">
            <a:extLst>
              <a:ext uri="{FF2B5EF4-FFF2-40B4-BE49-F238E27FC236}">
                <a16:creationId xmlns:a16="http://schemas.microsoft.com/office/drawing/2014/main" id="{80BC4370-F168-2465-DB8F-FED582D83932}"/>
              </a:ext>
            </a:extLst>
          </p:cNvPr>
          <p:cNvSpPr txBox="1"/>
          <p:nvPr/>
        </p:nvSpPr>
        <p:spPr>
          <a:xfrm>
            <a:off x="5715622" y="5938172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RLRetriever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2" name="图形 137">
            <a:extLst>
              <a:ext uri="{FF2B5EF4-FFF2-40B4-BE49-F238E27FC236}">
                <a16:creationId xmlns:a16="http://schemas.microsoft.com/office/drawing/2014/main" id="{D544BA2A-EE13-C5B7-19A7-6922EBF42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2050" y="5222072"/>
            <a:ext cx="437716" cy="437716"/>
          </a:xfrm>
          <a:prstGeom prst="rect">
            <a:avLst/>
          </a:prstGeom>
        </p:spPr>
      </p:pic>
      <p:pic>
        <p:nvPicPr>
          <p:cNvPr id="163" name="图形 138">
            <a:extLst>
              <a:ext uri="{FF2B5EF4-FFF2-40B4-BE49-F238E27FC236}">
                <a16:creationId xmlns:a16="http://schemas.microsoft.com/office/drawing/2014/main" id="{0DFDCD97-A6CB-DF24-B044-A4F64FAF1C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7562" y="5224636"/>
            <a:ext cx="437716" cy="437716"/>
          </a:xfrm>
          <a:prstGeom prst="rect">
            <a:avLst/>
          </a:prstGeom>
        </p:spPr>
      </p:pic>
      <p:pic>
        <p:nvPicPr>
          <p:cNvPr id="164" name="图形 139">
            <a:extLst>
              <a:ext uri="{FF2B5EF4-FFF2-40B4-BE49-F238E27FC236}">
                <a16:creationId xmlns:a16="http://schemas.microsoft.com/office/drawing/2014/main" id="{42C497D6-2033-CA9E-91E8-13DBCCB12C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5136" y="5222072"/>
            <a:ext cx="437716" cy="437716"/>
          </a:xfrm>
          <a:prstGeom prst="rect">
            <a:avLst/>
          </a:prstGeom>
        </p:spPr>
      </p:pic>
      <p:sp>
        <p:nvSpPr>
          <p:cNvPr id="166" name="矩形: 圆角 141">
            <a:extLst>
              <a:ext uri="{FF2B5EF4-FFF2-40B4-BE49-F238E27FC236}">
                <a16:creationId xmlns:a16="http://schemas.microsoft.com/office/drawing/2014/main" id="{E3550A2D-ACFB-A6F4-AFC6-2F9201400276}"/>
              </a:ext>
            </a:extLst>
          </p:cNvPr>
          <p:cNvSpPr/>
          <p:nvPr/>
        </p:nvSpPr>
        <p:spPr>
          <a:xfrm>
            <a:off x="7552473" y="5162766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cxnSp>
        <p:nvCxnSpPr>
          <p:cNvPr id="167" name="直接箭头连接符 144">
            <a:extLst>
              <a:ext uri="{FF2B5EF4-FFF2-40B4-BE49-F238E27FC236}">
                <a16:creationId xmlns:a16="http://schemas.microsoft.com/office/drawing/2014/main" id="{F382306B-7862-25BB-29D7-D2537F40C619}"/>
              </a:ext>
            </a:extLst>
          </p:cNvPr>
          <p:cNvCxnSpPr>
            <a:cxnSpLocks/>
            <a:stCxn id="166" idx="3"/>
          </p:cNvCxnSpPr>
          <p:nvPr/>
        </p:nvCxnSpPr>
        <p:spPr>
          <a:xfrm flipV="1">
            <a:off x="9095442" y="5598574"/>
            <a:ext cx="593285" cy="13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64">
            <a:extLst>
              <a:ext uri="{FF2B5EF4-FFF2-40B4-BE49-F238E27FC236}">
                <a16:creationId xmlns:a16="http://schemas.microsoft.com/office/drawing/2014/main" id="{6B70EF6E-4A65-4E2E-E540-FBF510E948E9}"/>
              </a:ext>
            </a:extLst>
          </p:cNvPr>
          <p:cNvSpPr txBox="1"/>
          <p:nvPr/>
        </p:nvSpPr>
        <p:spPr>
          <a:xfrm>
            <a:off x="3701752" y="4454793"/>
            <a:ext cx="185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Unfinished Code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2" name="Graphic 171" descr="Classroom outline">
            <a:extLst>
              <a:ext uri="{FF2B5EF4-FFF2-40B4-BE49-F238E27FC236}">
                <a16:creationId xmlns:a16="http://schemas.microsoft.com/office/drawing/2014/main" id="{95CE5A29-B446-9AE0-E0F6-6F29E3A6FE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03514" y="5299881"/>
            <a:ext cx="744346" cy="685920"/>
          </a:xfrm>
          <a:prstGeom prst="rect">
            <a:avLst/>
          </a:prstGeom>
        </p:spPr>
      </p:pic>
      <p:pic>
        <p:nvPicPr>
          <p:cNvPr id="173" name="Graphic 172" descr="Research with solid fill">
            <a:extLst>
              <a:ext uri="{FF2B5EF4-FFF2-40B4-BE49-F238E27FC236}">
                <a16:creationId xmlns:a16="http://schemas.microsoft.com/office/drawing/2014/main" id="{E2DA21A6-AEA8-C566-E0AB-E5315A3147A2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27941" y="4945559"/>
            <a:ext cx="804415" cy="741274"/>
          </a:xfrm>
          <a:prstGeom prst="rect">
            <a:avLst/>
          </a:prstGeom>
        </p:spPr>
      </p:pic>
      <p:cxnSp>
        <p:nvCxnSpPr>
          <p:cNvPr id="174" name="连接符: 肘形 14">
            <a:extLst>
              <a:ext uri="{FF2B5EF4-FFF2-40B4-BE49-F238E27FC236}">
                <a16:creationId xmlns:a16="http://schemas.microsoft.com/office/drawing/2014/main" id="{CBB01B40-903C-057A-B4B1-4F0E33EAB5E8}"/>
              </a:ext>
            </a:extLst>
          </p:cNvPr>
          <p:cNvCxnSpPr>
            <a:cxnSpLocks/>
            <a:stCxn id="183" idx="3"/>
            <a:endCxn id="157" idx="1"/>
          </p:cNvCxnSpPr>
          <p:nvPr/>
        </p:nvCxnSpPr>
        <p:spPr>
          <a:xfrm>
            <a:off x="4702904" y="5182184"/>
            <a:ext cx="945945" cy="42006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4">
            <a:extLst>
              <a:ext uri="{FF2B5EF4-FFF2-40B4-BE49-F238E27FC236}">
                <a16:creationId xmlns:a16="http://schemas.microsoft.com/office/drawing/2014/main" id="{15470993-B758-D979-2F99-65296D7CF66A}"/>
              </a:ext>
            </a:extLst>
          </p:cNvPr>
          <p:cNvCxnSpPr>
            <a:cxnSpLocks/>
            <a:stCxn id="181" idx="3"/>
            <a:endCxn id="157" idx="1"/>
          </p:cNvCxnSpPr>
          <p:nvPr/>
        </p:nvCxnSpPr>
        <p:spPr>
          <a:xfrm flipV="1">
            <a:off x="4693161" y="5602250"/>
            <a:ext cx="955688" cy="412448"/>
          </a:xfrm>
          <a:prstGeom prst="bentConnector3">
            <a:avLst>
              <a:gd name="adj1" fmla="val 507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05">
            <a:extLst>
              <a:ext uri="{FF2B5EF4-FFF2-40B4-BE49-F238E27FC236}">
                <a16:creationId xmlns:a16="http://schemas.microsoft.com/office/drawing/2014/main" id="{15A9ACFD-3543-1B88-409B-28EB2DE29174}"/>
              </a:ext>
            </a:extLst>
          </p:cNvPr>
          <p:cNvSpPr txBox="1"/>
          <p:nvPr/>
        </p:nvSpPr>
        <p:spPr>
          <a:xfrm>
            <a:off x="8346194" y="5328331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文本框 105">
            <a:extLst>
              <a:ext uri="{FF2B5EF4-FFF2-40B4-BE49-F238E27FC236}">
                <a16:creationId xmlns:a16="http://schemas.microsoft.com/office/drawing/2014/main" id="{FDA0B969-4761-65C4-3FEB-6951B97279CD}"/>
              </a:ext>
            </a:extLst>
          </p:cNvPr>
          <p:cNvSpPr txBox="1"/>
          <p:nvPr/>
        </p:nvSpPr>
        <p:spPr>
          <a:xfrm>
            <a:off x="7638628" y="5719096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Retrived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9" name="直接箭头连接符 144">
            <a:extLst>
              <a:ext uri="{FF2B5EF4-FFF2-40B4-BE49-F238E27FC236}">
                <a16:creationId xmlns:a16="http://schemas.microsoft.com/office/drawing/2014/main" id="{F44D7CB5-3095-1931-DD1D-CA6891E18EB2}"/>
              </a:ext>
            </a:extLst>
          </p:cNvPr>
          <p:cNvCxnSpPr>
            <a:cxnSpLocks/>
            <a:stCxn id="157" idx="3"/>
            <a:endCxn id="166" idx="1"/>
          </p:cNvCxnSpPr>
          <p:nvPr/>
        </p:nvCxnSpPr>
        <p:spPr>
          <a:xfrm flipV="1">
            <a:off x="6977060" y="5599887"/>
            <a:ext cx="575413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64">
            <a:extLst>
              <a:ext uri="{FF2B5EF4-FFF2-40B4-BE49-F238E27FC236}">
                <a16:creationId xmlns:a16="http://schemas.microsoft.com/office/drawing/2014/main" id="{EFD63A46-857F-D289-BE35-C375C325B544}"/>
              </a:ext>
            </a:extLst>
          </p:cNvPr>
          <p:cNvSpPr txBox="1"/>
          <p:nvPr/>
        </p:nvSpPr>
        <p:spPr>
          <a:xfrm>
            <a:off x="3961988" y="6239509"/>
            <a:ext cx="113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Codebase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68C2A82-EED3-1268-93E1-A72B8215941A}"/>
              </a:ext>
            </a:extLst>
          </p:cNvPr>
          <p:cNvSpPr/>
          <p:nvPr/>
        </p:nvSpPr>
        <p:spPr>
          <a:xfrm>
            <a:off x="4288434" y="5771699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2" name="文本框 88">
            <a:extLst>
              <a:ext uri="{FF2B5EF4-FFF2-40B4-BE49-F238E27FC236}">
                <a16:creationId xmlns:a16="http://schemas.microsoft.com/office/drawing/2014/main" id="{A7DF3E09-E25B-2168-5B67-77679149FCBB}"/>
              </a:ext>
            </a:extLst>
          </p:cNvPr>
          <p:cNvSpPr txBox="1"/>
          <p:nvPr/>
        </p:nvSpPr>
        <p:spPr>
          <a:xfrm>
            <a:off x="4244981" y="5870436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86BF01-85FA-E781-91A3-8A015EB6525C}"/>
              </a:ext>
            </a:extLst>
          </p:cNvPr>
          <p:cNvSpPr/>
          <p:nvPr/>
        </p:nvSpPr>
        <p:spPr>
          <a:xfrm>
            <a:off x="4180537" y="4960242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7AB1374-C87F-C275-703B-4DB0B1D2A31B}"/>
              </a:ext>
            </a:extLst>
          </p:cNvPr>
          <p:cNvSpPr/>
          <p:nvPr/>
        </p:nvSpPr>
        <p:spPr>
          <a:xfrm>
            <a:off x="4183179" y="5663521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BAE7BBD6-BF8C-C622-FF59-89771547D288}"/>
              </a:ext>
            </a:extLst>
          </p:cNvPr>
          <p:cNvSpPr/>
          <p:nvPr/>
        </p:nvSpPr>
        <p:spPr>
          <a:xfrm>
            <a:off x="2951209" y="5617077"/>
            <a:ext cx="985688" cy="332872"/>
          </a:xfrm>
          <a:prstGeom prst="roundRect">
            <a:avLst>
              <a:gd name="adj" fmla="val 7814"/>
            </a:avLst>
          </a:prstGeom>
          <a:solidFill>
            <a:srgbClr val="F6F2F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8" name="文本框 164">
            <a:extLst>
              <a:ext uri="{FF2B5EF4-FFF2-40B4-BE49-F238E27FC236}">
                <a16:creationId xmlns:a16="http://schemas.microsoft.com/office/drawing/2014/main" id="{2D13D138-C104-BCC0-D5C0-FCEC67A3AF17}"/>
              </a:ext>
            </a:extLst>
          </p:cNvPr>
          <p:cNvSpPr txBox="1"/>
          <p:nvPr/>
        </p:nvSpPr>
        <p:spPr>
          <a:xfrm>
            <a:off x="2962286" y="5595986"/>
            <a:ext cx="1152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Testing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矩形: 圆角 141">
            <a:extLst>
              <a:ext uri="{FF2B5EF4-FFF2-40B4-BE49-F238E27FC236}">
                <a16:creationId xmlns:a16="http://schemas.microsoft.com/office/drawing/2014/main" id="{E69E55BB-2FD7-767B-FF95-991AED2D5DE2}"/>
              </a:ext>
            </a:extLst>
          </p:cNvPr>
          <p:cNvSpPr/>
          <p:nvPr/>
        </p:nvSpPr>
        <p:spPr>
          <a:xfrm>
            <a:off x="1056290" y="4423381"/>
            <a:ext cx="10053670" cy="2179388"/>
          </a:xfrm>
          <a:prstGeom prst="roundRect">
            <a:avLst>
              <a:gd name="adj" fmla="val 4217"/>
            </a:avLst>
          </a:prstGeom>
          <a:noFill/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  <p:cxnSp>
        <p:nvCxnSpPr>
          <p:cNvPr id="190" name="连接符: 肘形 14">
            <a:extLst>
              <a:ext uri="{FF2B5EF4-FFF2-40B4-BE49-F238E27FC236}">
                <a16:creationId xmlns:a16="http://schemas.microsoft.com/office/drawing/2014/main" id="{D111FD00-2902-7F36-110B-DF459776D6BB}"/>
              </a:ext>
            </a:extLst>
          </p:cNvPr>
          <p:cNvCxnSpPr>
            <a:cxnSpLocks/>
            <a:stCxn id="160" idx="0"/>
            <a:endCxn id="65" idx="1"/>
          </p:cNvCxnSpPr>
          <p:nvPr/>
        </p:nvCxnSpPr>
        <p:spPr>
          <a:xfrm rot="16200000" flipH="1">
            <a:off x="6693411" y="2604158"/>
            <a:ext cx="744273" cy="5247658"/>
          </a:xfrm>
          <a:prstGeom prst="bentConnector4">
            <a:avLst>
              <a:gd name="adj1" fmla="val -17829"/>
              <a:gd name="adj2" fmla="val 9356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44">
            <a:extLst>
              <a:ext uri="{FF2B5EF4-FFF2-40B4-BE49-F238E27FC236}">
                <a16:creationId xmlns:a16="http://schemas.microsoft.com/office/drawing/2014/main" id="{202C7260-91DA-84E2-51F7-6E3BF3279FB2}"/>
              </a:ext>
            </a:extLst>
          </p:cNvPr>
          <p:cNvCxnSpPr>
            <a:cxnSpLocks/>
          </p:cNvCxnSpPr>
          <p:nvPr/>
        </p:nvCxnSpPr>
        <p:spPr>
          <a:xfrm>
            <a:off x="4443418" y="4731177"/>
            <a:ext cx="0" cy="161444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446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圆角 141">
            <a:extLst>
              <a:ext uri="{FF2B5EF4-FFF2-40B4-BE49-F238E27FC236}">
                <a16:creationId xmlns:a16="http://schemas.microsoft.com/office/drawing/2014/main" id="{2AC92ABD-FBAD-8EE5-97C1-41F3B3683062}"/>
              </a:ext>
            </a:extLst>
          </p:cNvPr>
          <p:cNvSpPr/>
          <p:nvPr/>
        </p:nvSpPr>
        <p:spPr>
          <a:xfrm>
            <a:off x="2373086" y="4297755"/>
            <a:ext cx="8157027" cy="2095466"/>
          </a:xfrm>
          <a:prstGeom prst="roundRect">
            <a:avLst>
              <a:gd name="adj" fmla="val 4217"/>
            </a:avLst>
          </a:prstGeom>
          <a:solidFill>
            <a:srgbClr val="F4F4FB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矩形: 圆角 141">
            <a:extLst>
              <a:ext uri="{FF2B5EF4-FFF2-40B4-BE49-F238E27FC236}">
                <a16:creationId xmlns:a16="http://schemas.microsoft.com/office/drawing/2014/main" id="{34ED6CB3-35D0-0454-F05B-9B9256A5BC3F}"/>
              </a:ext>
            </a:extLst>
          </p:cNvPr>
          <p:cNvSpPr/>
          <p:nvPr/>
        </p:nvSpPr>
        <p:spPr>
          <a:xfrm>
            <a:off x="2373086" y="1981200"/>
            <a:ext cx="8157028" cy="2199859"/>
          </a:xfrm>
          <a:prstGeom prst="roundRect">
            <a:avLst>
              <a:gd name="adj" fmla="val 4217"/>
            </a:avLst>
          </a:prstGeom>
          <a:solidFill>
            <a:srgbClr val="F2FBF8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820D52-A2D6-C7BD-7A68-119B028BD0C9}"/>
              </a:ext>
            </a:extLst>
          </p:cNvPr>
          <p:cNvSpPr/>
          <p:nvPr/>
        </p:nvSpPr>
        <p:spPr>
          <a:xfrm>
            <a:off x="4176898" y="4607889"/>
            <a:ext cx="522367" cy="585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97BAB-4A7D-6FBA-04FA-57299B861146}"/>
              </a:ext>
            </a:extLst>
          </p:cNvPr>
          <p:cNvSpPr/>
          <p:nvPr/>
        </p:nvSpPr>
        <p:spPr>
          <a:xfrm>
            <a:off x="2535706" y="2627172"/>
            <a:ext cx="800613" cy="1085385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DBF8390-B142-8DA3-18F7-E86224CB058C}"/>
              </a:ext>
            </a:extLst>
          </p:cNvPr>
          <p:cNvSpPr/>
          <p:nvPr/>
        </p:nvSpPr>
        <p:spPr>
          <a:xfrm>
            <a:off x="9207532" y="250703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C9F2D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E56F044-97C4-2F5E-0740-8D3E79ED2F1C}"/>
              </a:ext>
            </a:extLst>
          </p:cNvPr>
          <p:cNvSpPr/>
          <p:nvPr/>
        </p:nvSpPr>
        <p:spPr>
          <a:xfrm>
            <a:off x="5491210" y="2510709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E6A6DA-FC93-1EA4-1524-11BDDA490985}"/>
              </a:ext>
            </a:extLst>
          </p:cNvPr>
          <p:cNvSpPr/>
          <p:nvPr/>
        </p:nvSpPr>
        <p:spPr>
          <a:xfrm>
            <a:off x="4194705" y="3215409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E003DE-1E45-C64C-6C4B-532338C3E810}"/>
              </a:ext>
            </a:extLst>
          </p:cNvPr>
          <p:cNvSpPr/>
          <p:nvPr/>
        </p:nvSpPr>
        <p:spPr>
          <a:xfrm>
            <a:off x="4240912" y="3278652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F00AB84-E950-489A-A261-0DFE545A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6599" y="2670368"/>
            <a:ext cx="559718" cy="559718"/>
          </a:xfrm>
          <a:prstGeom prst="rect">
            <a:avLst/>
          </a:prstGeom>
        </p:spPr>
      </p:pic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1747" y="2282573"/>
            <a:ext cx="652666" cy="652666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5557983" y="3499646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1328" y="2783546"/>
            <a:ext cx="437716" cy="437716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6840" y="2786110"/>
            <a:ext cx="437716" cy="437716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04414" y="2783546"/>
            <a:ext cx="437716" cy="437716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161751" y="2724240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6EB80EC-21C7-41B0-9215-CBB4711465E4}"/>
              </a:ext>
            </a:extLst>
          </p:cNvPr>
          <p:cNvCxnSpPr>
            <a:cxnSpLocks/>
            <a:stCxn id="142" idx="3"/>
            <a:endCxn id="79" idx="1"/>
          </p:cNvCxnSpPr>
          <p:nvPr/>
        </p:nvCxnSpPr>
        <p:spPr>
          <a:xfrm flipV="1">
            <a:off x="8704720" y="3160048"/>
            <a:ext cx="502812" cy="13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38348" y="2653046"/>
            <a:ext cx="735178" cy="735178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9280729" y="3382951"/>
            <a:ext cx="981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/>
              <p:nvPr/>
            </p:nvSpPr>
            <p:spPr>
              <a:xfrm>
                <a:off x="7483754" y="3708816"/>
                <a:ext cx="12277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112315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𝒇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(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𝒙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8F65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8F65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Reward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78F65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754" y="3708816"/>
                <a:ext cx="1227708" cy="307777"/>
              </a:xfrm>
              <a:prstGeom prst="rect">
                <a:avLst/>
              </a:prstGeom>
              <a:blipFill>
                <a:blip r:embed="rId14"/>
                <a:stretch>
                  <a:fillRect r="-1031" b="-1538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3823274" y="2882669"/>
            <a:ext cx="139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" name="Graphic 28" descr="Classroom outline">
            <a:extLst>
              <a:ext uri="{FF2B5EF4-FFF2-40B4-BE49-F238E27FC236}">
                <a16:creationId xmlns:a16="http://schemas.microsoft.com/office/drawing/2014/main" id="{9CB8EF54-F37A-807D-7BBB-85D9AEA9A6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45875" y="2861355"/>
            <a:ext cx="744346" cy="685920"/>
          </a:xfrm>
          <a:prstGeom prst="rect">
            <a:avLst/>
          </a:prstGeom>
        </p:spPr>
      </p:pic>
      <p:pic>
        <p:nvPicPr>
          <p:cNvPr id="31" name="Graphic 30" descr="Research with solid fill">
            <a:extLst>
              <a:ext uri="{FF2B5EF4-FFF2-40B4-BE49-F238E27FC236}">
                <a16:creationId xmlns:a16="http://schemas.microsoft.com/office/drawing/2014/main" id="{E05F6D9C-B27C-336A-88F8-89F6C4FB20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70302" y="2507033"/>
            <a:ext cx="804415" cy="741274"/>
          </a:xfrm>
          <a:prstGeom prst="rect">
            <a:avLst/>
          </a:prstGeom>
        </p:spPr>
      </p:pic>
      <p:cxnSp>
        <p:nvCxnSpPr>
          <p:cNvPr id="63" name="连接符: 肘形 14">
            <a:extLst>
              <a:ext uri="{FF2B5EF4-FFF2-40B4-BE49-F238E27FC236}">
                <a16:creationId xmlns:a16="http://schemas.microsoft.com/office/drawing/2014/main" id="{7C6E1617-29C6-4469-0BF8-C3C6EBFF2A3F}"/>
              </a:ext>
            </a:extLst>
          </p:cNvPr>
          <p:cNvCxnSpPr>
            <a:cxnSpLocks/>
            <a:stCxn id="102" idx="3"/>
            <a:endCxn id="48" idx="1"/>
          </p:cNvCxnSpPr>
          <p:nvPr/>
        </p:nvCxnSpPr>
        <p:spPr>
          <a:xfrm>
            <a:off x="4699265" y="2608906"/>
            <a:ext cx="791945" cy="554818"/>
          </a:xfrm>
          <a:prstGeom prst="bentConnector3">
            <a:avLst>
              <a:gd name="adj1" fmla="val 633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14">
            <a:extLst>
              <a:ext uri="{FF2B5EF4-FFF2-40B4-BE49-F238E27FC236}">
                <a16:creationId xmlns:a16="http://schemas.microsoft.com/office/drawing/2014/main" id="{AF459A6C-3626-7B28-EAC6-27497DCDFB95}"/>
              </a:ext>
            </a:extLst>
          </p:cNvPr>
          <p:cNvCxnSpPr>
            <a:cxnSpLocks/>
            <a:stCxn id="7" idx="3"/>
            <a:endCxn id="48" idx="1"/>
          </p:cNvCxnSpPr>
          <p:nvPr/>
        </p:nvCxnSpPr>
        <p:spPr>
          <a:xfrm flipV="1">
            <a:off x="4689522" y="3163724"/>
            <a:ext cx="801688" cy="412448"/>
          </a:xfrm>
          <a:prstGeom prst="bentConnector3">
            <a:avLst>
              <a:gd name="adj1" fmla="val 6375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105">
            <a:extLst>
              <a:ext uri="{FF2B5EF4-FFF2-40B4-BE49-F238E27FC236}">
                <a16:creationId xmlns:a16="http://schemas.microsoft.com/office/drawing/2014/main" id="{272A75E4-8433-A7CE-5333-4410466E149C}"/>
              </a:ext>
            </a:extLst>
          </p:cNvPr>
          <p:cNvSpPr txBox="1"/>
          <p:nvPr/>
        </p:nvSpPr>
        <p:spPr>
          <a:xfrm>
            <a:off x="7955472" y="288980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...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文本框 105">
            <a:extLst>
              <a:ext uri="{FF2B5EF4-FFF2-40B4-BE49-F238E27FC236}">
                <a16:creationId xmlns:a16="http://schemas.microsoft.com/office/drawing/2014/main" id="{1976CC34-8963-0B94-1B5C-0F14DFFB865C}"/>
              </a:ext>
            </a:extLst>
          </p:cNvPr>
          <p:cNvSpPr txBox="1"/>
          <p:nvPr/>
        </p:nvSpPr>
        <p:spPr>
          <a:xfrm>
            <a:off x="7247906" y="3280570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Retrived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0" name="连接符: 肘形 14">
            <a:extLst>
              <a:ext uri="{FF2B5EF4-FFF2-40B4-BE49-F238E27FC236}">
                <a16:creationId xmlns:a16="http://schemas.microsoft.com/office/drawing/2014/main" id="{DC7C35AF-83FF-110F-BFAE-3564FDDDFAB1}"/>
              </a:ext>
            </a:extLst>
          </p:cNvPr>
          <p:cNvCxnSpPr>
            <a:cxnSpLocks/>
          </p:cNvCxnSpPr>
          <p:nvPr/>
        </p:nvCxnSpPr>
        <p:spPr>
          <a:xfrm rot="5400000" flipH="1">
            <a:off x="8144172" y="2064520"/>
            <a:ext cx="5640" cy="3491446"/>
          </a:xfrm>
          <a:prstGeom prst="bentConnector3">
            <a:avLst>
              <a:gd name="adj1" fmla="val -4053191"/>
            </a:avLst>
          </a:prstGeom>
          <a:ln w="38100">
            <a:solidFill>
              <a:srgbClr val="178F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144">
            <a:extLst>
              <a:ext uri="{FF2B5EF4-FFF2-40B4-BE49-F238E27FC236}">
                <a16:creationId xmlns:a16="http://schemas.microsoft.com/office/drawing/2014/main" id="{15113443-5D42-A941-05E6-3ADE6058538A}"/>
              </a:ext>
            </a:extLst>
          </p:cNvPr>
          <p:cNvCxnSpPr>
            <a:cxnSpLocks/>
            <a:stCxn id="48" idx="3"/>
            <a:endCxn id="142" idx="1"/>
          </p:cNvCxnSpPr>
          <p:nvPr/>
        </p:nvCxnSpPr>
        <p:spPr>
          <a:xfrm flipV="1">
            <a:off x="6819421" y="3161361"/>
            <a:ext cx="342330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164">
            <a:extLst>
              <a:ext uri="{FF2B5EF4-FFF2-40B4-BE49-F238E27FC236}">
                <a16:creationId xmlns:a16="http://schemas.microsoft.com/office/drawing/2014/main" id="{51B32466-EC82-1E59-97D7-8A519D912A63}"/>
              </a:ext>
            </a:extLst>
          </p:cNvPr>
          <p:cNvSpPr txBox="1"/>
          <p:nvPr/>
        </p:nvSpPr>
        <p:spPr>
          <a:xfrm>
            <a:off x="4014148" y="3828757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5BB48D-A891-71E4-CFE4-275026FD8ED7}"/>
              </a:ext>
            </a:extLst>
          </p:cNvPr>
          <p:cNvSpPr/>
          <p:nvPr/>
        </p:nvSpPr>
        <p:spPr>
          <a:xfrm>
            <a:off x="4284795" y="3333173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文本框 88">
            <a:extLst>
              <a:ext uri="{FF2B5EF4-FFF2-40B4-BE49-F238E27FC236}">
                <a16:creationId xmlns:a16="http://schemas.microsoft.com/office/drawing/2014/main" id="{CDE8771C-8FBF-6B1F-DAEC-64DA9946EEEA}"/>
              </a:ext>
            </a:extLst>
          </p:cNvPr>
          <p:cNvSpPr txBox="1"/>
          <p:nvPr/>
        </p:nvSpPr>
        <p:spPr>
          <a:xfrm>
            <a:off x="4241342" y="3431910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87092E-061D-5301-71AD-B9BEC2A6461A}"/>
              </a:ext>
            </a:extLst>
          </p:cNvPr>
          <p:cNvSpPr/>
          <p:nvPr/>
        </p:nvSpPr>
        <p:spPr>
          <a:xfrm>
            <a:off x="2554784" y="5512820"/>
            <a:ext cx="800613" cy="695370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25" name="直接箭头连接符 144">
            <a:extLst>
              <a:ext uri="{FF2B5EF4-FFF2-40B4-BE49-F238E27FC236}">
                <a16:creationId xmlns:a16="http://schemas.microsoft.com/office/drawing/2014/main" id="{C9D9D471-F893-9992-0973-FB23DAA5464D}"/>
              </a:ext>
            </a:extLst>
          </p:cNvPr>
          <p:cNvCxnSpPr>
            <a:cxnSpLocks/>
          </p:cNvCxnSpPr>
          <p:nvPr/>
        </p:nvCxnSpPr>
        <p:spPr>
          <a:xfrm>
            <a:off x="3348197" y="5870951"/>
            <a:ext cx="8510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3CD81E5-8B74-1C46-341F-44450846B3BA}"/>
              </a:ext>
            </a:extLst>
          </p:cNvPr>
          <p:cNvSpPr/>
          <p:nvPr/>
        </p:nvSpPr>
        <p:spPr>
          <a:xfrm>
            <a:off x="2523644" y="2126663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Training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78" name="文本框 22">
            <a:extLst>
              <a:ext uri="{FF2B5EF4-FFF2-40B4-BE49-F238E27FC236}">
                <a16:creationId xmlns:a16="http://schemas.microsoft.com/office/drawing/2014/main" id="{4374DDBB-A6EC-3881-36BD-9B37049ED48D}"/>
              </a:ext>
            </a:extLst>
          </p:cNvPr>
          <p:cNvSpPr txBox="1"/>
          <p:nvPr/>
        </p:nvSpPr>
        <p:spPr>
          <a:xfrm>
            <a:off x="2556221" y="3180211"/>
            <a:ext cx="85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GitHub</a:t>
            </a:r>
            <a:endParaRPr lang="en-US" altLang="zh-CN" sz="1400" dirty="0" err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4" name="连接符: 肘形 14">
            <a:extLst>
              <a:ext uri="{FF2B5EF4-FFF2-40B4-BE49-F238E27FC236}">
                <a16:creationId xmlns:a16="http://schemas.microsoft.com/office/drawing/2014/main" id="{75BFFD92-7CA0-B57F-35A7-27558136A74A}"/>
              </a:ext>
            </a:extLst>
          </p:cNvPr>
          <p:cNvCxnSpPr>
            <a:cxnSpLocks/>
            <a:stCxn id="82" idx="3"/>
            <a:endCxn id="102" idx="1"/>
          </p:cNvCxnSpPr>
          <p:nvPr/>
        </p:nvCxnSpPr>
        <p:spPr>
          <a:xfrm flipV="1">
            <a:off x="3336319" y="2608906"/>
            <a:ext cx="840579" cy="56095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14">
            <a:extLst>
              <a:ext uri="{FF2B5EF4-FFF2-40B4-BE49-F238E27FC236}">
                <a16:creationId xmlns:a16="http://schemas.microsoft.com/office/drawing/2014/main" id="{F317C97B-F31B-336D-DB69-AB77AB7F06BF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3336319" y="3169865"/>
            <a:ext cx="840579" cy="42283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107CDD-655E-85AD-90B4-83086780A2EA}"/>
              </a:ext>
            </a:extLst>
          </p:cNvPr>
          <p:cNvSpPr/>
          <p:nvPr/>
        </p:nvSpPr>
        <p:spPr>
          <a:xfrm>
            <a:off x="4176898" y="2386964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56A41E-522C-C752-2DB1-1BD28B3CE03F}"/>
              </a:ext>
            </a:extLst>
          </p:cNvPr>
          <p:cNvSpPr/>
          <p:nvPr/>
        </p:nvSpPr>
        <p:spPr>
          <a:xfrm>
            <a:off x="4179540" y="3224995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5F37E1E8-46E1-9FB4-3446-A2F86BE5CDDD}"/>
              </a:ext>
            </a:extLst>
          </p:cNvPr>
          <p:cNvSpPr/>
          <p:nvPr/>
        </p:nvSpPr>
        <p:spPr>
          <a:xfrm>
            <a:off x="4198344" y="5530647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4C1D542A-8BC4-B195-23F6-FDB4D1F2F4A9}"/>
              </a:ext>
            </a:extLst>
          </p:cNvPr>
          <p:cNvSpPr/>
          <p:nvPr/>
        </p:nvSpPr>
        <p:spPr>
          <a:xfrm>
            <a:off x="4244551" y="5593890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0" name="图形 104">
            <a:extLst>
              <a:ext uri="{FF2B5EF4-FFF2-40B4-BE49-F238E27FC236}">
                <a16:creationId xmlns:a16="http://schemas.microsoft.com/office/drawing/2014/main" id="{8A4FF6E3-717A-B4D7-54C0-08AC0EDA0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5386" y="4559307"/>
            <a:ext cx="652666" cy="652666"/>
          </a:xfrm>
          <a:prstGeom prst="rect">
            <a:avLst/>
          </a:prstGeom>
        </p:spPr>
      </p:pic>
      <p:sp>
        <p:nvSpPr>
          <p:cNvPr id="171" name="文本框 164">
            <a:extLst>
              <a:ext uri="{FF2B5EF4-FFF2-40B4-BE49-F238E27FC236}">
                <a16:creationId xmlns:a16="http://schemas.microsoft.com/office/drawing/2014/main" id="{6B70EF6E-4A65-4E2E-E540-FBF510E948E9}"/>
              </a:ext>
            </a:extLst>
          </p:cNvPr>
          <p:cNvSpPr txBox="1"/>
          <p:nvPr/>
        </p:nvSpPr>
        <p:spPr>
          <a:xfrm>
            <a:off x="3817508" y="5169435"/>
            <a:ext cx="148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74" name="连接符: 肘形 14">
            <a:extLst>
              <a:ext uri="{FF2B5EF4-FFF2-40B4-BE49-F238E27FC236}">
                <a16:creationId xmlns:a16="http://schemas.microsoft.com/office/drawing/2014/main" id="{CBB01B40-903C-057A-B4B1-4F0E33EAB5E8}"/>
              </a:ext>
            </a:extLst>
          </p:cNvPr>
          <p:cNvCxnSpPr>
            <a:cxnSpLocks/>
            <a:stCxn id="183" idx="3"/>
            <a:endCxn id="71" idx="1"/>
          </p:cNvCxnSpPr>
          <p:nvPr/>
        </p:nvCxnSpPr>
        <p:spPr>
          <a:xfrm>
            <a:off x="4702904" y="4885640"/>
            <a:ext cx="813799" cy="599787"/>
          </a:xfrm>
          <a:prstGeom prst="bentConnector3">
            <a:avLst>
              <a:gd name="adj1" fmla="val 617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4">
            <a:extLst>
              <a:ext uri="{FF2B5EF4-FFF2-40B4-BE49-F238E27FC236}">
                <a16:creationId xmlns:a16="http://schemas.microsoft.com/office/drawing/2014/main" id="{15470993-B758-D979-2F99-65296D7CF66A}"/>
              </a:ext>
            </a:extLst>
          </p:cNvPr>
          <p:cNvCxnSpPr>
            <a:cxnSpLocks/>
            <a:stCxn id="181" idx="3"/>
            <a:endCxn id="71" idx="1"/>
          </p:cNvCxnSpPr>
          <p:nvPr/>
        </p:nvCxnSpPr>
        <p:spPr>
          <a:xfrm flipV="1">
            <a:off x="4693161" y="5485427"/>
            <a:ext cx="823542" cy="405983"/>
          </a:xfrm>
          <a:prstGeom prst="bentConnector3">
            <a:avLst>
              <a:gd name="adj1" fmla="val 6242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64">
            <a:extLst>
              <a:ext uri="{FF2B5EF4-FFF2-40B4-BE49-F238E27FC236}">
                <a16:creationId xmlns:a16="http://schemas.microsoft.com/office/drawing/2014/main" id="{EFD63A46-857F-D289-BE35-C375C325B544}"/>
              </a:ext>
            </a:extLst>
          </p:cNvPr>
          <p:cNvSpPr txBox="1"/>
          <p:nvPr/>
        </p:nvSpPr>
        <p:spPr>
          <a:xfrm>
            <a:off x="3961988" y="6116221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68C2A82-EED3-1268-93E1-A72B8215941A}"/>
              </a:ext>
            </a:extLst>
          </p:cNvPr>
          <p:cNvSpPr/>
          <p:nvPr/>
        </p:nvSpPr>
        <p:spPr>
          <a:xfrm>
            <a:off x="4288434" y="5648411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文本框 88">
            <a:extLst>
              <a:ext uri="{FF2B5EF4-FFF2-40B4-BE49-F238E27FC236}">
                <a16:creationId xmlns:a16="http://schemas.microsoft.com/office/drawing/2014/main" id="{A7DF3E09-E25B-2168-5B67-77679149FCBB}"/>
              </a:ext>
            </a:extLst>
          </p:cNvPr>
          <p:cNvSpPr txBox="1"/>
          <p:nvPr/>
        </p:nvSpPr>
        <p:spPr>
          <a:xfrm>
            <a:off x="4244981" y="574714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86BF01-85FA-E781-91A3-8A015EB6525C}"/>
              </a:ext>
            </a:extLst>
          </p:cNvPr>
          <p:cNvSpPr/>
          <p:nvPr/>
        </p:nvSpPr>
        <p:spPr>
          <a:xfrm>
            <a:off x="4180537" y="4663698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7AB1374-C87F-C275-703B-4DB0B1D2A31B}"/>
              </a:ext>
            </a:extLst>
          </p:cNvPr>
          <p:cNvSpPr/>
          <p:nvPr/>
        </p:nvSpPr>
        <p:spPr>
          <a:xfrm>
            <a:off x="4183179" y="5540233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0" name="连接符: 肘形 14">
            <a:extLst>
              <a:ext uri="{FF2B5EF4-FFF2-40B4-BE49-F238E27FC236}">
                <a16:creationId xmlns:a16="http://schemas.microsoft.com/office/drawing/2014/main" id="{D111FD00-2902-7F36-110B-DF459776D6BB}"/>
              </a:ext>
            </a:extLst>
          </p:cNvPr>
          <p:cNvCxnSpPr>
            <a:cxnSpLocks/>
            <a:stCxn id="53" idx="0"/>
            <a:endCxn id="67" idx="1"/>
          </p:cNvCxnSpPr>
          <p:nvPr/>
        </p:nvCxnSpPr>
        <p:spPr>
          <a:xfrm rot="16200000" flipH="1">
            <a:off x="6384817" y="2661153"/>
            <a:ext cx="875979" cy="4769450"/>
          </a:xfrm>
          <a:prstGeom prst="bentConnector4">
            <a:avLst>
              <a:gd name="adj1" fmla="val -15810"/>
              <a:gd name="adj2" fmla="val 946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0D519C-E8D9-04B3-08C3-7A01593A9A12}"/>
              </a:ext>
            </a:extLst>
          </p:cNvPr>
          <p:cNvSpPr/>
          <p:nvPr/>
        </p:nvSpPr>
        <p:spPr>
          <a:xfrm>
            <a:off x="2530911" y="4430870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Inference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28" name="文本框 22">
            <a:extLst>
              <a:ext uri="{FF2B5EF4-FFF2-40B4-BE49-F238E27FC236}">
                <a16:creationId xmlns:a16="http://schemas.microsoft.com/office/drawing/2014/main" id="{53BE041B-D30F-8CC6-453C-5AFF245828D2}"/>
              </a:ext>
            </a:extLst>
          </p:cNvPr>
          <p:cNvSpPr txBox="1"/>
          <p:nvPr/>
        </p:nvSpPr>
        <p:spPr>
          <a:xfrm>
            <a:off x="2530911" y="5621140"/>
            <a:ext cx="85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urrent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B710342-3FF6-3356-2B9B-CFC2C554B13E}"/>
              </a:ext>
            </a:extLst>
          </p:cNvPr>
          <p:cNvSpPr/>
          <p:nvPr/>
        </p:nvSpPr>
        <p:spPr>
          <a:xfrm>
            <a:off x="9207532" y="483085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DDDBF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图形 146">
            <a:extLst>
              <a:ext uri="{FF2B5EF4-FFF2-40B4-BE49-F238E27FC236}">
                <a16:creationId xmlns:a16="http://schemas.microsoft.com/office/drawing/2014/main" id="{4B0786BD-436F-743A-F341-DA902F0A08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9262" y="5011156"/>
            <a:ext cx="735178" cy="735178"/>
          </a:xfrm>
          <a:prstGeom prst="rect">
            <a:avLst/>
          </a:prstGeom>
        </p:spPr>
      </p:pic>
      <p:sp>
        <p:nvSpPr>
          <p:cNvPr id="69" name="文本框 147">
            <a:extLst>
              <a:ext uri="{FF2B5EF4-FFF2-40B4-BE49-F238E27FC236}">
                <a16:creationId xmlns:a16="http://schemas.microsoft.com/office/drawing/2014/main" id="{1FC46034-8118-C4A9-2921-FCBB2364C628}"/>
              </a:ext>
            </a:extLst>
          </p:cNvPr>
          <p:cNvSpPr txBox="1"/>
          <p:nvPr/>
        </p:nvSpPr>
        <p:spPr>
          <a:xfrm>
            <a:off x="9271643" y="5741061"/>
            <a:ext cx="1050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Generator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9648B7B-2481-4E74-D171-D98316E077B7}"/>
              </a:ext>
            </a:extLst>
          </p:cNvPr>
          <p:cNvSpPr/>
          <p:nvPr/>
        </p:nvSpPr>
        <p:spPr>
          <a:xfrm>
            <a:off x="5516703" y="4832412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文本框 105">
            <a:extLst>
              <a:ext uri="{FF2B5EF4-FFF2-40B4-BE49-F238E27FC236}">
                <a16:creationId xmlns:a16="http://schemas.microsoft.com/office/drawing/2014/main" id="{616EA877-97E4-3F0B-49C0-F7F441063FE3}"/>
              </a:ext>
            </a:extLst>
          </p:cNvPr>
          <p:cNvSpPr txBox="1"/>
          <p:nvPr/>
        </p:nvSpPr>
        <p:spPr>
          <a:xfrm>
            <a:off x="5583476" y="5821349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3" name="图形 137">
            <a:extLst>
              <a:ext uri="{FF2B5EF4-FFF2-40B4-BE49-F238E27FC236}">
                <a16:creationId xmlns:a16="http://schemas.microsoft.com/office/drawing/2014/main" id="{29F4330A-32AD-1368-FFD9-541142119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6821" y="5105249"/>
            <a:ext cx="437716" cy="437716"/>
          </a:xfrm>
          <a:prstGeom prst="rect">
            <a:avLst/>
          </a:prstGeom>
        </p:spPr>
      </p:pic>
      <p:pic>
        <p:nvPicPr>
          <p:cNvPr id="86" name="图形 138">
            <a:extLst>
              <a:ext uri="{FF2B5EF4-FFF2-40B4-BE49-F238E27FC236}">
                <a16:creationId xmlns:a16="http://schemas.microsoft.com/office/drawing/2014/main" id="{ADA6348A-76CD-E992-01A6-3564855345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2333" y="5107813"/>
            <a:ext cx="437716" cy="437716"/>
          </a:xfrm>
          <a:prstGeom prst="rect">
            <a:avLst/>
          </a:prstGeom>
        </p:spPr>
      </p:pic>
      <p:pic>
        <p:nvPicPr>
          <p:cNvPr id="87" name="图形 139">
            <a:extLst>
              <a:ext uri="{FF2B5EF4-FFF2-40B4-BE49-F238E27FC236}">
                <a16:creationId xmlns:a16="http://schemas.microsoft.com/office/drawing/2014/main" id="{0458F074-A7D9-0AAB-05AA-7BB856B0B5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9907" y="5105249"/>
            <a:ext cx="437716" cy="437716"/>
          </a:xfrm>
          <a:prstGeom prst="rect">
            <a:avLst/>
          </a:prstGeom>
        </p:spPr>
      </p:pic>
      <p:sp>
        <p:nvSpPr>
          <p:cNvPr id="89" name="矩形: 圆角 141">
            <a:extLst>
              <a:ext uri="{FF2B5EF4-FFF2-40B4-BE49-F238E27FC236}">
                <a16:creationId xmlns:a16="http://schemas.microsoft.com/office/drawing/2014/main" id="{3163FAEB-25A4-2095-88F2-B6E4B7BB7DDF}"/>
              </a:ext>
            </a:extLst>
          </p:cNvPr>
          <p:cNvSpPr/>
          <p:nvPr/>
        </p:nvSpPr>
        <p:spPr>
          <a:xfrm>
            <a:off x="7187244" y="5045943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144">
            <a:extLst>
              <a:ext uri="{FF2B5EF4-FFF2-40B4-BE49-F238E27FC236}">
                <a16:creationId xmlns:a16="http://schemas.microsoft.com/office/drawing/2014/main" id="{BDE15770-5190-43E2-9DE7-FDE3DB8A264C}"/>
              </a:ext>
            </a:extLst>
          </p:cNvPr>
          <p:cNvCxnSpPr>
            <a:cxnSpLocks/>
            <a:stCxn id="89" idx="3"/>
            <a:endCxn id="67" idx="1"/>
          </p:cNvCxnSpPr>
          <p:nvPr/>
        </p:nvCxnSpPr>
        <p:spPr>
          <a:xfrm>
            <a:off x="8730213" y="5483064"/>
            <a:ext cx="477319" cy="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Classroom outline">
            <a:extLst>
              <a:ext uri="{FF2B5EF4-FFF2-40B4-BE49-F238E27FC236}">
                <a16:creationId xmlns:a16="http://schemas.microsoft.com/office/drawing/2014/main" id="{4FAF7A75-61F9-B0C7-A100-81C1A91612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1368" y="5183058"/>
            <a:ext cx="744346" cy="685920"/>
          </a:xfrm>
          <a:prstGeom prst="rect">
            <a:avLst/>
          </a:prstGeom>
        </p:spPr>
      </p:pic>
      <p:pic>
        <p:nvPicPr>
          <p:cNvPr id="100" name="Graphic 99" descr="Research with solid fill">
            <a:extLst>
              <a:ext uri="{FF2B5EF4-FFF2-40B4-BE49-F238E27FC236}">
                <a16:creationId xmlns:a16="http://schemas.microsoft.com/office/drawing/2014/main" id="{A7D144F0-9A4F-1186-C70D-D7C357AD0B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95795" y="4828736"/>
            <a:ext cx="804415" cy="741274"/>
          </a:xfrm>
          <a:prstGeom prst="rect">
            <a:avLst/>
          </a:prstGeom>
        </p:spPr>
      </p:pic>
      <p:sp>
        <p:nvSpPr>
          <p:cNvPr id="101" name="文本框 105">
            <a:extLst>
              <a:ext uri="{FF2B5EF4-FFF2-40B4-BE49-F238E27FC236}">
                <a16:creationId xmlns:a16="http://schemas.microsoft.com/office/drawing/2014/main" id="{BFFC8A8E-712E-EC81-4141-BF07E3C8B7F7}"/>
              </a:ext>
            </a:extLst>
          </p:cNvPr>
          <p:cNvSpPr txBox="1"/>
          <p:nvPr/>
        </p:nvSpPr>
        <p:spPr>
          <a:xfrm>
            <a:off x="7980965" y="5211508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...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文本框 105">
            <a:extLst>
              <a:ext uri="{FF2B5EF4-FFF2-40B4-BE49-F238E27FC236}">
                <a16:creationId xmlns:a16="http://schemas.microsoft.com/office/drawing/2014/main" id="{2B36CC68-9A7B-63CD-88B7-A3E9D684399A}"/>
              </a:ext>
            </a:extLst>
          </p:cNvPr>
          <p:cNvSpPr txBox="1"/>
          <p:nvPr/>
        </p:nvSpPr>
        <p:spPr>
          <a:xfrm>
            <a:off x="7273399" y="5602273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Retrived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8" name="直接箭头连接符 144">
            <a:extLst>
              <a:ext uri="{FF2B5EF4-FFF2-40B4-BE49-F238E27FC236}">
                <a16:creationId xmlns:a16="http://schemas.microsoft.com/office/drawing/2014/main" id="{06CAFC91-F116-A307-2EC6-4051A191B577}"/>
              </a:ext>
            </a:extLst>
          </p:cNvPr>
          <p:cNvCxnSpPr>
            <a:cxnSpLocks/>
            <a:stCxn id="71" idx="3"/>
            <a:endCxn id="89" idx="1"/>
          </p:cNvCxnSpPr>
          <p:nvPr/>
        </p:nvCxnSpPr>
        <p:spPr>
          <a:xfrm flipV="1">
            <a:off x="6844914" y="5483064"/>
            <a:ext cx="342330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虚尾 43">
            <a:extLst>
              <a:ext uri="{FF2B5EF4-FFF2-40B4-BE49-F238E27FC236}">
                <a16:creationId xmlns:a16="http://schemas.microsoft.com/office/drawing/2014/main" id="{CDEAF75C-FDD0-7990-4461-1566003DB9D6}"/>
              </a:ext>
            </a:extLst>
          </p:cNvPr>
          <p:cNvSpPr/>
          <p:nvPr/>
        </p:nvSpPr>
        <p:spPr>
          <a:xfrm rot="5400000">
            <a:off x="5764842" y="4208369"/>
            <a:ext cx="676780" cy="250082"/>
          </a:xfrm>
          <a:prstGeom prst="stripedRightArrow">
            <a:avLst/>
          </a:prstGeom>
          <a:solidFill>
            <a:srgbClr val="E7E6E6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92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9" name="连接符: 肘形 14">
            <a:extLst>
              <a:ext uri="{FF2B5EF4-FFF2-40B4-BE49-F238E27FC236}">
                <a16:creationId xmlns:a16="http://schemas.microsoft.com/office/drawing/2014/main" id="{63C2D797-1401-DEAA-E542-0F277A230C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79809" y="337828"/>
            <a:ext cx="875979" cy="4769450"/>
          </a:xfrm>
          <a:prstGeom prst="bentConnector4">
            <a:avLst>
              <a:gd name="adj1" fmla="val -15810"/>
              <a:gd name="adj2" fmla="val 946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64">
            <a:extLst>
              <a:ext uri="{FF2B5EF4-FFF2-40B4-BE49-F238E27FC236}">
                <a16:creationId xmlns:a16="http://schemas.microsoft.com/office/drawing/2014/main" id="{B3C63BA1-30EF-B2CB-D603-6A8D813BF3B7}"/>
              </a:ext>
            </a:extLst>
          </p:cNvPr>
          <p:cNvSpPr txBox="1"/>
          <p:nvPr/>
        </p:nvSpPr>
        <p:spPr>
          <a:xfrm>
            <a:off x="4630475" y="2152459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Target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48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圆角 141">
            <a:extLst>
              <a:ext uri="{FF2B5EF4-FFF2-40B4-BE49-F238E27FC236}">
                <a16:creationId xmlns:a16="http://schemas.microsoft.com/office/drawing/2014/main" id="{2AC92ABD-FBAD-8EE5-97C1-41F3B3683062}"/>
              </a:ext>
            </a:extLst>
          </p:cNvPr>
          <p:cNvSpPr/>
          <p:nvPr/>
        </p:nvSpPr>
        <p:spPr>
          <a:xfrm>
            <a:off x="2373086" y="4297755"/>
            <a:ext cx="8157027" cy="2095466"/>
          </a:xfrm>
          <a:prstGeom prst="roundRect">
            <a:avLst>
              <a:gd name="adj" fmla="val 4217"/>
            </a:avLst>
          </a:prstGeom>
          <a:solidFill>
            <a:srgbClr val="F4F4FB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矩形: 圆角 141">
            <a:extLst>
              <a:ext uri="{FF2B5EF4-FFF2-40B4-BE49-F238E27FC236}">
                <a16:creationId xmlns:a16="http://schemas.microsoft.com/office/drawing/2014/main" id="{34ED6CB3-35D0-0454-F05B-9B9256A5BC3F}"/>
              </a:ext>
            </a:extLst>
          </p:cNvPr>
          <p:cNvSpPr/>
          <p:nvPr/>
        </p:nvSpPr>
        <p:spPr>
          <a:xfrm>
            <a:off x="2373086" y="1981200"/>
            <a:ext cx="8157028" cy="2199859"/>
          </a:xfrm>
          <a:prstGeom prst="roundRect">
            <a:avLst>
              <a:gd name="adj" fmla="val 4217"/>
            </a:avLst>
          </a:prstGeom>
          <a:solidFill>
            <a:srgbClr val="F2FBF8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820D52-A2D6-C7BD-7A68-119B028BD0C9}"/>
              </a:ext>
            </a:extLst>
          </p:cNvPr>
          <p:cNvSpPr/>
          <p:nvPr/>
        </p:nvSpPr>
        <p:spPr>
          <a:xfrm>
            <a:off x="4176898" y="4607889"/>
            <a:ext cx="522367" cy="585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97BAB-4A7D-6FBA-04FA-57299B861146}"/>
              </a:ext>
            </a:extLst>
          </p:cNvPr>
          <p:cNvSpPr/>
          <p:nvPr/>
        </p:nvSpPr>
        <p:spPr>
          <a:xfrm>
            <a:off x="2535706" y="2627172"/>
            <a:ext cx="800613" cy="1085385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DBF8390-B142-8DA3-18F7-E86224CB058C}"/>
              </a:ext>
            </a:extLst>
          </p:cNvPr>
          <p:cNvSpPr/>
          <p:nvPr/>
        </p:nvSpPr>
        <p:spPr>
          <a:xfrm>
            <a:off x="9207532" y="250703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C9F2D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E56F044-97C4-2F5E-0740-8D3E79ED2F1C}"/>
              </a:ext>
            </a:extLst>
          </p:cNvPr>
          <p:cNvSpPr/>
          <p:nvPr/>
        </p:nvSpPr>
        <p:spPr>
          <a:xfrm>
            <a:off x="5491210" y="2510709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E6A6DA-FC93-1EA4-1524-11BDDA490985}"/>
              </a:ext>
            </a:extLst>
          </p:cNvPr>
          <p:cNvSpPr/>
          <p:nvPr/>
        </p:nvSpPr>
        <p:spPr>
          <a:xfrm>
            <a:off x="4194705" y="3215409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E003DE-1E45-C64C-6C4B-532338C3E810}"/>
              </a:ext>
            </a:extLst>
          </p:cNvPr>
          <p:cNvSpPr/>
          <p:nvPr/>
        </p:nvSpPr>
        <p:spPr>
          <a:xfrm>
            <a:off x="4240912" y="3278652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F00AB84-E950-489A-A261-0DFE545A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6599" y="2670368"/>
            <a:ext cx="559718" cy="559718"/>
          </a:xfrm>
          <a:prstGeom prst="rect">
            <a:avLst/>
          </a:prstGeom>
        </p:spPr>
      </p:pic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1747" y="2282573"/>
            <a:ext cx="652666" cy="652666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5557983" y="3499646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1328" y="2783546"/>
            <a:ext cx="437716" cy="437716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6840" y="2786110"/>
            <a:ext cx="437716" cy="437716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04414" y="2783546"/>
            <a:ext cx="437716" cy="437716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161751" y="2724240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6EB80EC-21C7-41B0-9215-CBB4711465E4}"/>
              </a:ext>
            </a:extLst>
          </p:cNvPr>
          <p:cNvCxnSpPr>
            <a:cxnSpLocks/>
            <a:stCxn id="142" idx="3"/>
            <a:endCxn id="79" idx="1"/>
          </p:cNvCxnSpPr>
          <p:nvPr/>
        </p:nvCxnSpPr>
        <p:spPr>
          <a:xfrm flipV="1">
            <a:off x="8704720" y="3160048"/>
            <a:ext cx="502812" cy="13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38348" y="2653046"/>
            <a:ext cx="735178" cy="735178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9280729" y="3382951"/>
            <a:ext cx="981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/>
              <p:nvPr/>
            </p:nvSpPr>
            <p:spPr>
              <a:xfrm>
                <a:off x="6723860" y="3771417"/>
                <a:ext cx="30135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𝒇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(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𝒙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8F65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lang="en-US" altLang="zh-CN" sz="1400" dirty="0">
                    <a:solidFill>
                      <a:srgbClr val="178F6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Weighted Perplexity Reward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78F65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60" y="3771417"/>
                <a:ext cx="3013517" cy="307777"/>
              </a:xfrm>
              <a:prstGeom prst="rect">
                <a:avLst/>
              </a:prstGeom>
              <a:blipFill>
                <a:blip r:embed="rId14"/>
                <a:stretch>
                  <a:fillRect t="-4000" b="-16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3823274" y="2882669"/>
            <a:ext cx="139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" name="Graphic 28" descr="Classroom outline">
            <a:extLst>
              <a:ext uri="{FF2B5EF4-FFF2-40B4-BE49-F238E27FC236}">
                <a16:creationId xmlns:a16="http://schemas.microsoft.com/office/drawing/2014/main" id="{9CB8EF54-F37A-807D-7BBB-85D9AEA9A6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45875" y="2861355"/>
            <a:ext cx="744346" cy="685920"/>
          </a:xfrm>
          <a:prstGeom prst="rect">
            <a:avLst/>
          </a:prstGeom>
        </p:spPr>
      </p:pic>
      <p:pic>
        <p:nvPicPr>
          <p:cNvPr id="31" name="Graphic 30" descr="Research with solid fill">
            <a:extLst>
              <a:ext uri="{FF2B5EF4-FFF2-40B4-BE49-F238E27FC236}">
                <a16:creationId xmlns:a16="http://schemas.microsoft.com/office/drawing/2014/main" id="{E05F6D9C-B27C-336A-88F8-89F6C4FB20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70302" y="2507033"/>
            <a:ext cx="804415" cy="741274"/>
          </a:xfrm>
          <a:prstGeom prst="rect">
            <a:avLst/>
          </a:prstGeom>
        </p:spPr>
      </p:pic>
      <p:cxnSp>
        <p:nvCxnSpPr>
          <p:cNvPr id="63" name="连接符: 肘形 14">
            <a:extLst>
              <a:ext uri="{FF2B5EF4-FFF2-40B4-BE49-F238E27FC236}">
                <a16:creationId xmlns:a16="http://schemas.microsoft.com/office/drawing/2014/main" id="{7C6E1617-29C6-4469-0BF8-C3C6EBFF2A3F}"/>
              </a:ext>
            </a:extLst>
          </p:cNvPr>
          <p:cNvCxnSpPr>
            <a:cxnSpLocks/>
            <a:stCxn id="102" idx="3"/>
            <a:endCxn id="48" idx="1"/>
          </p:cNvCxnSpPr>
          <p:nvPr/>
        </p:nvCxnSpPr>
        <p:spPr>
          <a:xfrm>
            <a:off x="4699265" y="2608906"/>
            <a:ext cx="791945" cy="554818"/>
          </a:xfrm>
          <a:prstGeom prst="bentConnector3">
            <a:avLst>
              <a:gd name="adj1" fmla="val 6336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14">
            <a:extLst>
              <a:ext uri="{FF2B5EF4-FFF2-40B4-BE49-F238E27FC236}">
                <a16:creationId xmlns:a16="http://schemas.microsoft.com/office/drawing/2014/main" id="{AF459A6C-3626-7B28-EAC6-27497DCDFB95}"/>
              </a:ext>
            </a:extLst>
          </p:cNvPr>
          <p:cNvCxnSpPr>
            <a:cxnSpLocks/>
            <a:stCxn id="7" idx="3"/>
            <a:endCxn id="48" idx="1"/>
          </p:cNvCxnSpPr>
          <p:nvPr/>
        </p:nvCxnSpPr>
        <p:spPr>
          <a:xfrm flipV="1">
            <a:off x="4689522" y="3163724"/>
            <a:ext cx="801688" cy="412448"/>
          </a:xfrm>
          <a:prstGeom prst="bentConnector3">
            <a:avLst>
              <a:gd name="adj1" fmla="val 6375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105">
            <a:extLst>
              <a:ext uri="{FF2B5EF4-FFF2-40B4-BE49-F238E27FC236}">
                <a16:creationId xmlns:a16="http://schemas.microsoft.com/office/drawing/2014/main" id="{272A75E4-8433-A7CE-5333-4410466E149C}"/>
              </a:ext>
            </a:extLst>
          </p:cNvPr>
          <p:cNvSpPr txBox="1"/>
          <p:nvPr/>
        </p:nvSpPr>
        <p:spPr>
          <a:xfrm>
            <a:off x="7955472" y="288980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...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文本框 105">
            <a:extLst>
              <a:ext uri="{FF2B5EF4-FFF2-40B4-BE49-F238E27FC236}">
                <a16:creationId xmlns:a16="http://schemas.microsoft.com/office/drawing/2014/main" id="{1976CC34-8963-0B94-1B5C-0F14DFFB865C}"/>
              </a:ext>
            </a:extLst>
          </p:cNvPr>
          <p:cNvSpPr txBox="1"/>
          <p:nvPr/>
        </p:nvSpPr>
        <p:spPr>
          <a:xfrm>
            <a:off x="7247906" y="3280570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Retrived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0" name="连接符: 肘形 14">
            <a:extLst>
              <a:ext uri="{FF2B5EF4-FFF2-40B4-BE49-F238E27FC236}">
                <a16:creationId xmlns:a16="http://schemas.microsoft.com/office/drawing/2014/main" id="{DC7C35AF-83FF-110F-BFAE-3564FDDDFAB1}"/>
              </a:ext>
            </a:extLst>
          </p:cNvPr>
          <p:cNvCxnSpPr>
            <a:cxnSpLocks/>
          </p:cNvCxnSpPr>
          <p:nvPr/>
        </p:nvCxnSpPr>
        <p:spPr>
          <a:xfrm rot="5400000" flipH="1">
            <a:off x="8144172" y="2064520"/>
            <a:ext cx="5640" cy="3491446"/>
          </a:xfrm>
          <a:prstGeom prst="bentConnector3">
            <a:avLst>
              <a:gd name="adj1" fmla="val -4053191"/>
            </a:avLst>
          </a:prstGeom>
          <a:ln w="38100">
            <a:solidFill>
              <a:srgbClr val="178F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144">
            <a:extLst>
              <a:ext uri="{FF2B5EF4-FFF2-40B4-BE49-F238E27FC236}">
                <a16:creationId xmlns:a16="http://schemas.microsoft.com/office/drawing/2014/main" id="{15113443-5D42-A941-05E6-3ADE6058538A}"/>
              </a:ext>
            </a:extLst>
          </p:cNvPr>
          <p:cNvCxnSpPr>
            <a:cxnSpLocks/>
            <a:stCxn id="48" idx="3"/>
            <a:endCxn id="142" idx="1"/>
          </p:cNvCxnSpPr>
          <p:nvPr/>
        </p:nvCxnSpPr>
        <p:spPr>
          <a:xfrm flipV="1">
            <a:off x="6819421" y="3161361"/>
            <a:ext cx="342330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164">
            <a:extLst>
              <a:ext uri="{FF2B5EF4-FFF2-40B4-BE49-F238E27FC236}">
                <a16:creationId xmlns:a16="http://schemas.microsoft.com/office/drawing/2014/main" id="{51B32466-EC82-1E59-97D7-8A519D912A63}"/>
              </a:ext>
            </a:extLst>
          </p:cNvPr>
          <p:cNvSpPr txBox="1"/>
          <p:nvPr/>
        </p:nvSpPr>
        <p:spPr>
          <a:xfrm>
            <a:off x="4014148" y="3828757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5BB48D-A891-71E4-CFE4-275026FD8ED7}"/>
              </a:ext>
            </a:extLst>
          </p:cNvPr>
          <p:cNvSpPr/>
          <p:nvPr/>
        </p:nvSpPr>
        <p:spPr>
          <a:xfrm>
            <a:off x="4284795" y="3333173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文本框 88">
            <a:extLst>
              <a:ext uri="{FF2B5EF4-FFF2-40B4-BE49-F238E27FC236}">
                <a16:creationId xmlns:a16="http://schemas.microsoft.com/office/drawing/2014/main" id="{CDE8771C-8FBF-6B1F-DAEC-64DA9946EEEA}"/>
              </a:ext>
            </a:extLst>
          </p:cNvPr>
          <p:cNvSpPr txBox="1"/>
          <p:nvPr/>
        </p:nvSpPr>
        <p:spPr>
          <a:xfrm>
            <a:off x="4241342" y="3431910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87092E-061D-5301-71AD-B9BEC2A6461A}"/>
              </a:ext>
            </a:extLst>
          </p:cNvPr>
          <p:cNvSpPr/>
          <p:nvPr/>
        </p:nvSpPr>
        <p:spPr>
          <a:xfrm>
            <a:off x="2554784" y="5512820"/>
            <a:ext cx="800613" cy="695370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25" name="直接箭头连接符 144">
            <a:extLst>
              <a:ext uri="{FF2B5EF4-FFF2-40B4-BE49-F238E27FC236}">
                <a16:creationId xmlns:a16="http://schemas.microsoft.com/office/drawing/2014/main" id="{C9D9D471-F893-9992-0973-FB23DAA5464D}"/>
              </a:ext>
            </a:extLst>
          </p:cNvPr>
          <p:cNvCxnSpPr>
            <a:cxnSpLocks/>
          </p:cNvCxnSpPr>
          <p:nvPr/>
        </p:nvCxnSpPr>
        <p:spPr>
          <a:xfrm>
            <a:off x="3348197" y="5870951"/>
            <a:ext cx="8510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3CD81E5-8B74-1C46-341F-44450846B3BA}"/>
              </a:ext>
            </a:extLst>
          </p:cNvPr>
          <p:cNvSpPr/>
          <p:nvPr/>
        </p:nvSpPr>
        <p:spPr>
          <a:xfrm>
            <a:off x="2523644" y="2126663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Training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78" name="文本框 22">
            <a:extLst>
              <a:ext uri="{FF2B5EF4-FFF2-40B4-BE49-F238E27FC236}">
                <a16:creationId xmlns:a16="http://schemas.microsoft.com/office/drawing/2014/main" id="{4374DDBB-A6EC-3881-36BD-9B37049ED48D}"/>
              </a:ext>
            </a:extLst>
          </p:cNvPr>
          <p:cNvSpPr txBox="1"/>
          <p:nvPr/>
        </p:nvSpPr>
        <p:spPr>
          <a:xfrm>
            <a:off x="2556221" y="3180211"/>
            <a:ext cx="85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GitHub</a:t>
            </a:r>
            <a:endParaRPr lang="en-US" altLang="zh-CN" sz="1400" dirty="0" err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4" name="连接符: 肘形 14">
            <a:extLst>
              <a:ext uri="{FF2B5EF4-FFF2-40B4-BE49-F238E27FC236}">
                <a16:creationId xmlns:a16="http://schemas.microsoft.com/office/drawing/2014/main" id="{75BFFD92-7CA0-B57F-35A7-27558136A74A}"/>
              </a:ext>
            </a:extLst>
          </p:cNvPr>
          <p:cNvCxnSpPr>
            <a:cxnSpLocks/>
            <a:stCxn id="82" idx="3"/>
            <a:endCxn id="102" idx="1"/>
          </p:cNvCxnSpPr>
          <p:nvPr/>
        </p:nvCxnSpPr>
        <p:spPr>
          <a:xfrm flipV="1">
            <a:off x="3336319" y="2608906"/>
            <a:ext cx="840579" cy="56095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14">
            <a:extLst>
              <a:ext uri="{FF2B5EF4-FFF2-40B4-BE49-F238E27FC236}">
                <a16:creationId xmlns:a16="http://schemas.microsoft.com/office/drawing/2014/main" id="{F317C97B-F31B-336D-DB69-AB77AB7F06BF}"/>
              </a:ext>
            </a:extLst>
          </p:cNvPr>
          <p:cNvCxnSpPr>
            <a:cxnSpLocks/>
            <a:stCxn id="82" idx="3"/>
          </p:cNvCxnSpPr>
          <p:nvPr/>
        </p:nvCxnSpPr>
        <p:spPr>
          <a:xfrm>
            <a:off x="3336319" y="3169865"/>
            <a:ext cx="840579" cy="42283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107CDD-655E-85AD-90B4-83086780A2EA}"/>
              </a:ext>
            </a:extLst>
          </p:cNvPr>
          <p:cNvSpPr/>
          <p:nvPr/>
        </p:nvSpPr>
        <p:spPr>
          <a:xfrm>
            <a:off x="4176898" y="2386964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56A41E-522C-C752-2DB1-1BD28B3CE03F}"/>
              </a:ext>
            </a:extLst>
          </p:cNvPr>
          <p:cNvSpPr/>
          <p:nvPr/>
        </p:nvSpPr>
        <p:spPr>
          <a:xfrm>
            <a:off x="4179540" y="3224995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5F37E1E8-46E1-9FB4-3446-A2F86BE5CDDD}"/>
              </a:ext>
            </a:extLst>
          </p:cNvPr>
          <p:cNvSpPr/>
          <p:nvPr/>
        </p:nvSpPr>
        <p:spPr>
          <a:xfrm>
            <a:off x="4198344" y="5530647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4C1D542A-8BC4-B195-23F6-FDB4D1F2F4A9}"/>
              </a:ext>
            </a:extLst>
          </p:cNvPr>
          <p:cNvSpPr/>
          <p:nvPr/>
        </p:nvSpPr>
        <p:spPr>
          <a:xfrm>
            <a:off x="4244551" y="5593890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0" name="图形 104">
            <a:extLst>
              <a:ext uri="{FF2B5EF4-FFF2-40B4-BE49-F238E27FC236}">
                <a16:creationId xmlns:a16="http://schemas.microsoft.com/office/drawing/2014/main" id="{8A4FF6E3-717A-B4D7-54C0-08AC0EDA0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5386" y="4559307"/>
            <a:ext cx="652666" cy="652666"/>
          </a:xfrm>
          <a:prstGeom prst="rect">
            <a:avLst/>
          </a:prstGeom>
        </p:spPr>
      </p:pic>
      <p:sp>
        <p:nvSpPr>
          <p:cNvPr id="171" name="文本框 164">
            <a:extLst>
              <a:ext uri="{FF2B5EF4-FFF2-40B4-BE49-F238E27FC236}">
                <a16:creationId xmlns:a16="http://schemas.microsoft.com/office/drawing/2014/main" id="{6B70EF6E-4A65-4E2E-E540-FBF510E948E9}"/>
              </a:ext>
            </a:extLst>
          </p:cNvPr>
          <p:cNvSpPr txBox="1"/>
          <p:nvPr/>
        </p:nvSpPr>
        <p:spPr>
          <a:xfrm>
            <a:off x="3817508" y="5169435"/>
            <a:ext cx="148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74" name="连接符: 肘形 14">
            <a:extLst>
              <a:ext uri="{FF2B5EF4-FFF2-40B4-BE49-F238E27FC236}">
                <a16:creationId xmlns:a16="http://schemas.microsoft.com/office/drawing/2014/main" id="{CBB01B40-903C-057A-B4B1-4F0E33EAB5E8}"/>
              </a:ext>
            </a:extLst>
          </p:cNvPr>
          <p:cNvCxnSpPr>
            <a:cxnSpLocks/>
            <a:stCxn id="183" idx="3"/>
            <a:endCxn id="71" idx="1"/>
          </p:cNvCxnSpPr>
          <p:nvPr/>
        </p:nvCxnSpPr>
        <p:spPr>
          <a:xfrm>
            <a:off x="4702904" y="4885640"/>
            <a:ext cx="813799" cy="599787"/>
          </a:xfrm>
          <a:prstGeom prst="bentConnector3">
            <a:avLst>
              <a:gd name="adj1" fmla="val 617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4">
            <a:extLst>
              <a:ext uri="{FF2B5EF4-FFF2-40B4-BE49-F238E27FC236}">
                <a16:creationId xmlns:a16="http://schemas.microsoft.com/office/drawing/2014/main" id="{15470993-B758-D979-2F99-65296D7CF66A}"/>
              </a:ext>
            </a:extLst>
          </p:cNvPr>
          <p:cNvCxnSpPr>
            <a:cxnSpLocks/>
            <a:stCxn id="181" idx="3"/>
            <a:endCxn id="71" idx="1"/>
          </p:cNvCxnSpPr>
          <p:nvPr/>
        </p:nvCxnSpPr>
        <p:spPr>
          <a:xfrm flipV="1">
            <a:off x="4693161" y="5485427"/>
            <a:ext cx="823542" cy="405983"/>
          </a:xfrm>
          <a:prstGeom prst="bentConnector3">
            <a:avLst>
              <a:gd name="adj1" fmla="val 6242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64">
            <a:extLst>
              <a:ext uri="{FF2B5EF4-FFF2-40B4-BE49-F238E27FC236}">
                <a16:creationId xmlns:a16="http://schemas.microsoft.com/office/drawing/2014/main" id="{EFD63A46-857F-D289-BE35-C375C325B544}"/>
              </a:ext>
            </a:extLst>
          </p:cNvPr>
          <p:cNvSpPr txBox="1"/>
          <p:nvPr/>
        </p:nvSpPr>
        <p:spPr>
          <a:xfrm>
            <a:off x="3961988" y="6116221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68C2A82-EED3-1268-93E1-A72B8215941A}"/>
              </a:ext>
            </a:extLst>
          </p:cNvPr>
          <p:cNvSpPr/>
          <p:nvPr/>
        </p:nvSpPr>
        <p:spPr>
          <a:xfrm>
            <a:off x="4288434" y="5648411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文本框 88">
            <a:extLst>
              <a:ext uri="{FF2B5EF4-FFF2-40B4-BE49-F238E27FC236}">
                <a16:creationId xmlns:a16="http://schemas.microsoft.com/office/drawing/2014/main" id="{A7DF3E09-E25B-2168-5B67-77679149FCBB}"/>
              </a:ext>
            </a:extLst>
          </p:cNvPr>
          <p:cNvSpPr txBox="1"/>
          <p:nvPr/>
        </p:nvSpPr>
        <p:spPr>
          <a:xfrm>
            <a:off x="4244981" y="574714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86BF01-85FA-E781-91A3-8A015EB6525C}"/>
              </a:ext>
            </a:extLst>
          </p:cNvPr>
          <p:cNvSpPr/>
          <p:nvPr/>
        </p:nvSpPr>
        <p:spPr>
          <a:xfrm>
            <a:off x="4180537" y="4663698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7AB1374-C87F-C275-703B-4DB0B1D2A31B}"/>
              </a:ext>
            </a:extLst>
          </p:cNvPr>
          <p:cNvSpPr/>
          <p:nvPr/>
        </p:nvSpPr>
        <p:spPr>
          <a:xfrm>
            <a:off x="4183179" y="5540233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0" name="连接符: 肘形 14">
            <a:extLst>
              <a:ext uri="{FF2B5EF4-FFF2-40B4-BE49-F238E27FC236}">
                <a16:creationId xmlns:a16="http://schemas.microsoft.com/office/drawing/2014/main" id="{D111FD00-2902-7F36-110B-DF459776D6BB}"/>
              </a:ext>
            </a:extLst>
          </p:cNvPr>
          <p:cNvCxnSpPr>
            <a:cxnSpLocks/>
            <a:stCxn id="53" idx="0"/>
            <a:endCxn id="67" idx="1"/>
          </p:cNvCxnSpPr>
          <p:nvPr/>
        </p:nvCxnSpPr>
        <p:spPr>
          <a:xfrm rot="16200000" flipH="1">
            <a:off x="6384817" y="2661153"/>
            <a:ext cx="875979" cy="4769450"/>
          </a:xfrm>
          <a:prstGeom prst="bentConnector4">
            <a:avLst>
              <a:gd name="adj1" fmla="val -15810"/>
              <a:gd name="adj2" fmla="val 9469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0D519C-E8D9-04B3-08C3-7A01593A9A12}"/>
              </a:ext>
            </a:extLst>
          </p:cNvPr>
          <p:cNvSpPr/>
          <p:nvPr/>
        </p:nvSpPr>
        <p:spPr>
          <a:xfrm>
            <a:off x="2530911" y="4430870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Inference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28" name="文本框 22">
            <a:extLst>
              <a:ext uri="{FF2B5EF4-FFF2-40B4-BE49-F238E27FC236}">
                <a16:creationId xmlns:a16="http://schemas.microsoft.com/office/drawing/2014/main" id="{53BE041B-D30F-8CC6-453C-5AFF245828D2}"/>
              </a:ext>
            </a:extLst>
          </p:cNvPr>
          <p:cNvSpPr txBox="1"/>
          <p:nvPr/>
        </p:nvSpPr>
        <p:spPr>
          <a:xfrm>
            <a:off x="2530911" y="5621140"/>
            <a:ext cx="85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urrent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B710342-3FF6-3356-2B9B-CFC2C554B13E}"/>
              </a:ext>
            </a:extLst>
          </p:cNvPr>
          <p:cNvSpPr/>
          <p:nvPr/>
        </p:nvSpPr>
        <p:spPr>
          <a:xfrm>
            <a:off x="9207532" y="483085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DDDBF5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图形 146">
            <a:extLst>
              <a:ext uri="{FF2B5EF4-FFF2-40B4-BE49-F238E27FC236}">
                <a16:creationId xmlns:a16="http://schemas.microsoft.com/office/drawing/2014/main" id="{4B0786BD-436F-743A-F341-DA902F0A08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9262" y="5011156"/>
            <a:ext cx="735178" cy="735178"/>
          </a:xfrm>
          <a:prstGeom prst="rect">
            <a:avLst/>
          </a:prstGeom>
        </p:spPr>
      </p:pic>
      <p:sp>
        <p:nvSpPr>
          <p:cNvPr id="69" name="文本框 147">
            <a:extLst>
              <a:ext uri="{FF2B5EF4-FFF2-40B4-BE49-F238E27FC236}">
                <a16:creationId xmlns:a16="http://schemas.microsoft.com/office/drawing/2014/main" id="{1FC46034-8118-C4A9-2921-FCBB2364C628}"/>
              </a:ext>
            </a:extLst>
          </p:cNvPr>
          <p:cNvSpPr txBox="1"/>
          <p:nvPr/>
        </p:nvSpPr>
        <p:spPr>
          <a:xfrm>
            <a:off x="9271643" y="5741061"/>
            <a:ext cx="1050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Generator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9648B7B-2481-4E74-D171-D98316E077B7}"/>
              </a:ext>
            </a:extLst>
          </p:cNvPr>
          <p:cNvSpPr/>
          <p:nvPr/>
        </p:nvSpPr>
        <p:spPr>
          <a:xfrm>
            <a:off x="5516703" y="4832412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文本框 105">
            <a:extLst>
              <a:ext uri="{FF2B5EF4-FFF2-40B4-BE49-F238E27FC236}">
                <a16:creationId xmlns:a16="http://schemas.microsoft.com/office/drawing/2014/main" id="{616EA877-97E4-3F0B-49C0-F7F441063FE3}"/>
              </a:ext>
            </a:extLst>
          </p:cNvPr>
          <p:cNvSpPr txBox="1"/>
          <p:nvPr/>
        </p:nvSpPr>
        <p:spPr>
          <a:xfrm>
            <a:off x="5583476" y="5821349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3" name="图形 137">
            <a:extLst>
              <a:ext uri="{FF2B5EF4-FFF2-40B4-BE49-F238E27FC236}">
                <a16:creationId xmlns:a16="http://schemas.microsoft.com/office/drawing/2014/main" id="{29F4330A-32AD-1368-FFD9-541142119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66821" y="5105249"/>
            <a:ext cx="437716" cy="437716"/>
          </a:xfrm>
          <a:prstGeom prst="rect">
            <a:avLst/>
          </a:prstGeom>
        </p:spPr>
      </p:pic>
      <p:pic>
        <p:nvPicPr>
          <p:cNvPr id="86" name="图形 138">
            <a:extLst>
              <a:ext uri="{FF2B5EF4-FFF2-40B4-BE49-F238E27FC236}">
                <a16:creationId xmlns:a16="http://schemas.microsoft.com/office/drawing/2014/main" id="{ADA6348A-76CD-E992-01A6-3564855345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2333" y="5107813"/>
            <a:ext cx="437716" cy="437716"/>
          </a:xfrm>
          <a:prstGeom prst="rect">
            <a:avLst/>
          </a:prstGeom>
        </p:spPr>
      </p:pic>
      <p:pic>
        <p:nvPicPr>
          <p:cNvPr id="87" name="图形 139">
            <a:extLst>
              <a:ext uri="{FF2B5EF4-FFF2-40B4-BE49-F238E27FC236}">
                <a16:creationId xmlns:a16="http://schemas.microsoft.com/office/drawing/2014/main" id="{0458F074-A7D9-0AAB-05AA-7BB856B0B5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9907" y="5105249"/>
            <a:ext cx="437716" cy="437716"/>
          </a:xfrm>
          <a:prstGeom prst="rect">
            <a:avLst/>
          </a:prstGeom>
        </p:spPr>
      </p:pic>
      <p:sp>
        <p:nvSpPr>
          <p:cNvPr id="89" name="矩形: 圆角 141">
            <a:extLst>
              <a:ext uri="{FF2B5EF4-FFF2-40B4-BE49-F238E27FC236}">
                <a16:creationId xmlns:a16="http://schemas.microsoft.com/office/drawing/2014/main" id="{3163FAEB-25A4-2095-88F2-B6E4B7BB7DDF}"/>
              </a:ext>
            </a:extLst>
          </p:cNvPr>
          <p:cNvSpPr/>
          <p:nvPr/>
        </p:nvSpPr>
        <p:spPr>
          <a:xfrm>
            <a:off x="7187244" y="5045943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144">
            <a:extLst>
              <a:ext uri="{FF2B5EF4-FFF2-40B4-BE49-F238E27FC236}">
                <a16:creationId xmlns:a16="http://schemas.microsoft.com/office/drawing/2014/main" id="{BDE15770-5190-43E2-9DE7-FDE3DB8A264C}"/>
              </a:ext>
            </a:extLst>
          </p:cNvPr>
          <p:cNvCxnSpPr>
            <a:cxnSpLocks/>
            <a:stCxn id="89" idx="3"/>
            <a:endCxn id="67" idx="1"/>
          </p:cNvCxnSpPr>
          <p:nvPr/>
        </p:nvCxnSpPr>
        <p:spPr>
          <a:xfrm>
            <a:off x="8730213" y="5483064"/>
            <a:ext cx="477319" cy="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Classroom outline">
            <a:extLst>
              <a:ext uri="{FF2B5EF4-FFF2-40B4-BE49-F238E27FC236}">
                <a16:creationId xmlns:a16="http://schemas.microsoft.com/office/drawing/2014/main" id="{4FAF7A75-61F9-B0C7-A100-81C1A91612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1368" y="5183058"/>
            <a:ext cx="744346" cy="685920"/>
          </a:xfrm>
          <a:prstGeom prst="rect">
            <a:avLst/>
          </a:prstGeom>
        </p:spPr>
      </p:pic>
      <p:pic>
        <p:nvPicPr>
          <p:cNvPr id="100" name="Graphic 99" descr="Research with solid fill">
            <a:extLst>
              <a:ext uri="{FF2B5EF4-FFF2-40B4-BE49-F238E27FC236}">
                <a16:creationId xmlns:a16="http://schemas.microsoft.com/office/drawing/2014/main" id="{A7D144F0-9A4F-1186-C70D-D7C357AD0B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95795" y="4828736"/>
            <a:ext cx="804415" cy="741274"/>
          </a:xfrm>
          <a:prstGeom prst="rect">
            <a:avLst/>
          </a:prstGeom>
        </p:spPr>
      </p:pic>
      <p:sp>
        <p:nvSpPr>
          <p:cNvPr id="101" name="文本框 105">
            <a:extLst>
              <a:ext uri="{FF2B5EF4-FFF2-40B4-BE49-F238E27FC236}">
                <a16:creationId xmlns:a16="http://schemas.microsoft.com/office/drawing/2014/main" id="{BFFC8A8E-712E-EC81-4141-BF07E3C8B7F7}"/>
              </a:ext>
            </a:extLst>
          </p:cNvPr>
          <p:cNvSpPr txBox="1"/>
          <p:nvPr/>
        </p:nvSpPr>
        <p:spPr>
          <a:xfrm>
            <a:off x="7980965" y="5211508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...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文本框 105">
            <a:extLst>
              <a:ext uri="{FF2B5EF4-FFF2-40B4-BE49-F238E27FC236}">
                <a16:creationId xmlns:a16="http://schemas.microsoft.com/office/drawing/2014/main" id="{2B36CC68-9A7B-63CD-88B7-A3E9D684399A}"/>
              </a:ext>
            </a:extLst>
          </p:cNvPr>
          <p:cNvSpPr txBox="1"/>
          <p:nvPr/>
        </p:nvSpPr>
        <p:spPr>
          <a:xfrm>
            <a:off x="7273399" y="5602273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Retrived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8" name="直接箭头连接符 144">
            <a:extLst>
              <a:ext uri="{FF2B5EF4-FFF2-40B4-BE49-F238E27FC236}">
                <a16:creationId xmlns:a16="http://schemas.microsoft.com/office/drawing/2014/main" id="{06CAFC91-F116-A307-2EC6-4051A191B577}"/>
              </a:ext>
            </a:extLst>
          </p:cNvPr>
          <p:cNvCxnSpPr>
            <a:cxnSpLocks/>
            <a:stCxn id="71" idx="3"/>
            <a:endCxn id="89" idx="1"/>
          </p:cNvCxnSpPr>
          <p:nvPr/>
        </p:nvCxnSpPr>
        <p:spPr>
          <a:xfrm flipV="1">
            <a:off x="6844914" y="5483064"/>
            <a:ext cx="342330" cy="23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虚尾 43">
            <a:extLst>
              <a:ext uri="{FF2B5EF4-FFF2-40B4-BE49-F238E27FC236}">
                <a16:creationId xmlns:a16="http://schemas.microsoft.com/office/drawing/2014/main" id="{CDEAF75C-FDD0-7990-4461-1566003DB9D6}"/>
              </a:ext>
            </a:extLst>
          </p:cNvPr>
          <p:cNvSpPr/>
          <p:nvPr/>
        </p:nvSpPr>
        <p:spPr>
          <a:xfrm rot="5400000">
            <a:off x="5764842" y="4208369"/>
            <a:ext cx="676780" cy="250082"/>
          </a:xfrm>
          <a:prstGeom prst="stripedRightArrow">
            <a:avLst/>
          </a:prstGeom>
          <a:solidFill>
            <a:srgbClr val="E7E6E6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92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9" name="连接符: 肘形 14">
            <a:extLst>
              <a:ext uri="{FF2B5EF4-FFF2-40B4-BE49-F238E27FC236}">
                <a16:creationId xmlns:a16="http://schemas.microsoft.com/office/drawing/2014/main" id="{63C2D797-1401-DEAA-E542-0F277A230CAE}"/>
              </a:ext>
            </a:extLst>
          </p:cNvPr>
          <p:cNvCxnSpPr>
            <a:cxnSpLocks/>
            <a:stCxn id="5" idx="0"/>
          </p:cNvCxnSpPr>
          <p:nvPr/>
        </p:nvCxnSpPr>
        <p:spPr>
          <a:xfrm rot="16200000" flipH="1">
            <a:off x="6294689" y="252710"/>
            <a:ext cx="551637" cy="5264028"/>
          </a:xfrm>
          <a:prstGeom prst="bentConnector4">
            <a:avLst>
              <a:gd name="adj1" fmla="val -78276"/>
              <a:gd name="adj2" fmla="val 9462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64">
            <a:extLst>
              <a:ext uri="{FF2B5EF4-FFF2-40B4-BE49-F238E27FC236}">
                <a16:creationId xmlns:a16="http://schemas.microsoft.com/office/drawing/2014/main" id="{B3C63BA1-30EF-B2CB-D603-6A8D813BF3B7}"/>
              </a:ext>
            </a:extLst>
          </p:cNvPr>
          <p:cNvSpPr txBox="1"/>
          <p:nvPr/>
        </p:nvSpPr>
        <p:spPr>
          <a:xfrm>
            <a:off x="4829564" y="2139158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Target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3B571-8114-3DDB-2322-99506E6196D9}"/>
              </a:ext>
            </a:extLst>
          </p:cNvPr>
          <p:cNvSpPr/>
          <p:nvPr/>
        </p:nvSpPr>
        <p:spPr>
          <a:xfrm>
            <a:off x="3862839" y="2608906"/>
            <a:ext cx="151309" cy="174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42004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: 圆角 141">
            <a:extLst>
              <a:ext uri="{FF2B5EF4-FFF2-40B4-BE49-F238E27FC236}">
                <a16:creationId xmlns:a16="http://schemas.microsoft.com/office/drawing/2014/main" id="{2AC92ABD-FBAD-8EE5-97C1-41F3B3683062}"/>
              </a:ext>
            </a:extLst>
          </p:cNvPr>
          <p:cNvSpPr/>
          <p:nvPr/>
        </p:nvSpPr>
        <p:spPr>
          <a:xfrm>
            <a:off x="2337200" y="1532921"/>
            <a:ext cx="8157027" cy="2635763"/>
          </a:xfrm>
          <a:prstGeom prst="roundRect">
            <a:avLst>
              <a:gd name="adj" fmla="val 4217"/>
            </a:avLst>
          </a:prstGeom>
          <a:solidFill>
            <a:srgbClr val="F4F4FB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矩形: 圆角 141">
            <a:extLst>
              <a:ext uri="{FF2B5EF4-FFF2-40B4-BE49-F238E27FC236}">
                <a16:creationId xmlns:a16="http://schemas.microsoft.com/office/drawing/2014/main" id="{34ED6CB3-35D0-0454-F05B-9B9256A5BC3F}"/>
              </a:ext>
            </a:extLst>
          </p:cNvPr>
          <p:cNvSpPr/>
          <p:nvPr/>
        </p:nvSpPr>
        <p:spPr>
          <a:xfrm>
            <a:off x="2337199" y="4324225"/>
            <a:ext cx="8157027" cy="2176588"/>
          </a:xfrm>
          <a:prstGeom prst="roundRect">
            <a:avLst>
              <a:gd name="adj" fmla="val 4217"/>
            </a:avLst>
          </a:prstGeom>
          <a:solidFill>
            <a:srgbClr val="F2FBF8"/>
          </a:solidFill>
          <a:ln w="381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820D52-A2D6-C7BD-7A68-119B028BD0C9}"/>
              </a:ext>
            </a:extLst>
          </p:cNvPr>
          <p:cNvSpPr/>
          <p:nvPr/>
        </p:nvSpPr>
        <p:spPr>
          <a:xfrm>
            <a:off x="4176898" y="4607889"/>
            <a:ext cx="522367" cy="5850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97BAB-4A7D-6FBA-04FA-57299B861146}"/>
              </a:ext>
            </a:extLst>
          </p:cNvPr>
          <p:cNvSpPr/>
          <p:nvPr/>
        </p:nvSpPr>
        <p:spPr>
          <a:xfrm>
            <a:off x="2535706" y="2140832"/>
            <a:ext cx="800613" cy="1085385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DBF8390-B142-8DA3-18F7-E86224CB058C}"/>
              </a:ext>
            </a:extLst>
          </p:cNvPr>
          <p:cNvSpPr/>
          <p:nvPr/>
        </p:nvSpPr>
        <p:spPr>
          <a:xfrm>
            <a:off x="9207532" y="2507033"/>
            <a:ext cx="1189418" cy="1306030"/>
          </a:xfrm>
          <a:prstGeom prst="roundRect">
            <a:avLst>
              <a:gd name="adj" fmla="val 7814"/>
            </a:avLst>
          </a:prstGeom>
          <a:solidFill>
            <a:srgbClr val="C9F2D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E56F044-97C4-2F5E-0740-8D3E79ED2F1C}"/>
              </a:ext>
            </a:extLst>
          </p:cNvPr>
          <p:cNvSpPr/>
          <p:nvPr/>
        </p:nvSpPr>
        <p:spPr>
          <a:xfrm>
            <a:off x="5491210" y="2510709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E6A6DA-FC93-1EA4-1524-11BDDA490985}"/>
              </a:ext>
            </a:extLst>
          </p:cNvPr>
          <p:cNvSpPr/>
          <p:nvPr/>
        </p:nvSpPr>
        <p:spPr>
          <a:xfrm>
            <a:off x="4194705" y="3215409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E003DE-1E45-C64C-6C4B-532338C3E810}"/>
              </a:ext>
            </a:extLst>
          </p:cNvPr>
          <p:cNvSpPr/>
          <p:nvPr/>
        </p:nvSpPr>
        <p:spPr>
          <a:xfrm>
            <a:off x="4240912" y="3278652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F00AB84-E950-489A-A261-0DFE545A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6599" y="2184028"/>
            <a:ext cx="559718" cy="559718"/>
          </a:xfrm>
          <a:prstGeom prst="rect">
            <a:avLst/>
          </a:prstGeom>
        </p:spPr>
      </p:pic>
      <p:pic>
        <p:nvPicPr>
          <p:cNvPr id="105" name="图形 104">
            <a:extLst>
              <a:ext uri="{FF2B5EF4-FFF2-40B4-BE49-F238E27FC236}">
                <a16:creationId xmlns:a16="http://schemas.microsoft.com/office/drawing/2014/main" id="{7FCBCB0D-468A-42FA-BCB5-DFB70DE54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7741" y="2449929"/>
            <a:ext cx="531524" cy="525838"/>
          </a:xfrm>
          <a:prstGeom prst="rect">
            <a:avLst/>
          </a:prstGeom>
        </p:spPr>
      </p:pic>
      <p:sp>
        <p:nvSpPr>
          <p:cNvPr id="106" name="文本框 105">
            <a:extLst>
              <a:ext uri="{FF2B5EF4-FFF2-40B4-BE49-F238E27FC236}">
                <a16:creationId xmlns:a16="http://schemas.microsoft.com/office/drawing/2014/main" id="{A1CF11E1-4860-4A4B-991A-605B94B4405D}"/>
              </a:ext>
            </a:extLst>
          </p:cNvPr>
          <p:cNvSpPr txBox="1"/>
          <p:nvPr/>
        </p:nvSpPr>
        <p:spPr>
          <a:xfrm>
            <a:off x="5557983" y="3499646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8" name="图形 137">
            <a:extLst>
              <a:ext uri="{FF2B5EF4-FFF2-40B4-BE49-F238E27FC236}">
                <a16:creationId xmlns:a16="http://schemas.microsoft.com/office/drawing/2014/main" id="{6CC094ED-A1EA-4E1B-A8D9-A5F316943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1328" y="2783546"/>
            <a:ext cx="437716" cy="437716"/>
          </a:xfrm>
          <a:prstGeom prst="rect">
            <a:avLst/>
          </a:prstGeom>
        </p:spPr>
      </p:pic>
      <p:pic>
        <p:nvPicPr>
          <p:cNvPr id="139" name="图形 138">
            <a:extLst>
              <a:ext uri="{FF2B5EF4-FFF2-40B4-BE49-F238E27FC236}">
                <a16:creationId xmlns:a16="http://schemas.microsoft.com/office/drawing/2014/main" id="{F93459BC-250A-496C-9A07-91D68AA52F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6840" y="2786110"/>
            <a:ext cx="437716" cy="437716"/>
          </a:xfrm>
          <a:prstGeom prst="rect">
            <a:avLst/>
          </a:prstGeom>
        </p:spPr>
      </p:pic>
      <p:pic>
        <p:nvPicPr>
          <p:cNvPr id="140" name="图形 139">
            <a:extLst>
              <a:ext uri="{FF2B5EF4-FFF2-40B4-BE49-F238E27FC236}">
                <a16:creationId xmlns:a16="http://schemas.microsoft.com/office/drawing/2014/main" id="{FFFC3DAB-87FB-41C9-833E-DA68FC2E01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04414" y="2783546"/>
            <a:ext cx="437716" cy="437716"/>
          </a:xfrm>
          <a:prstGeom prst="rect">
            <a:avLst/>
          </a:prstGeom>
        </p:spPr>
      </p:pic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7A923C8-C59D-43C1-96D4-A910E3045015}"/>
              </a:ext>
            </a:extLst>
          </p:cNvPr>
          <p:cNvSpPr/>
          <p:nvPr/>
        </p:nvSpPr>
        <p:spPr>
          <a:xfrm>
            <a:off x="7161751" y="2724240"/>
            <a:ext cx="1542969" cy="874241"/>
          </a:xfrm>
          <a:prstGeom prst="roundRect">
            <a:avLst>
              <a:gd name="adj" fmla="val 9014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26EB80EC-21C7-41B0-9215-CBB4711465E4}"/>
              </a:ext>
            </a:extLst>
          </p:cNvPr>
          <p:cNvCxnSpPr>
            <a:cxnSpLocks/>
            <a:stCxn id="142" idx="3"/>
            <a:endCxn id="79" idx="1"/>
          </p:cNvCxnSpPr>
          <p:nvPr/>
        </p:nvCxnSpPr>
        <p:spPr>
          <a:xfrm flipV="1">
            <a:off x="8704720" y="3160048"/>
            <a:ext cx="502812" cy="1313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7" name="图形 146">
            <a:extLst>
              <a:ext uri="{FF2B5EF4-FFF2-40B4-BE49-F238E27FC236}">
                <a16:creationId xmlns:a16="http://schemas.microsoft.com/office/drawing/2014/main" id="{AEDD43DA-0963-4AA0-9C2F-880C5DDB8A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38348" y="2653046"/>
            <a:ext cx="735178" cy="735178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AB9BA08-89A9-4B21-A0C3-0CE0F98CC075}"/>
              </a:ext>
            </a:extLst>
          </p:cNvPr>
          <p:cNvSpPr txBox="1"/>
          <p:nvPr/>
        </p:nvSpPr>
        <p:spPr>
          <a:xfrm>
            <a:off x="9280729" y="3382951"/>
            <a:ext cx="981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Evaluator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/>
              <p:nvPr/>
            </p:nvSpPr>
            <p:spPr>
              <a:xfrm>
                <a:off x="6723860" y="3757129"/>
                <a:ext cx="30135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𝒇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(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𝒙</m:t>
                    </m:r>
                    <m:r>
                      <a:rPr kumimoji="0" lang="en-US" altLang="zh-CN" sz="14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78F65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8F65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lang="en-US" altLang="zh-CN" sz="1400" dirty="0">
                    <a:solidFill>
                      <a:srgbClr val="178F6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Weighted Perplexity Reward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78F65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D55F7873-D205-4C8E-8C1C-66D84647E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860" y="3757129"/>
                <a:ext cx="3013517" cy="307777"/>
              </a:xfrm>
              <a:prstGeom prst="rect">
                <a:avLst/>
              </a:prstGeom>
              <a:blipFill>
                <a:blip r:embed="rId14"/>
                <a:stretch>
                  <a:fillRect t="-3846" b="-115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文本框 164">
            <a:extLst>
              <a:ext uri="{FF2B5EF4-FFF2-40B4-BE49-F238E27FC236}">
                <a16:creationId xmlns:a16="http://schemas.microsoft.com/office/drawing/2014/main" id="{7CAD9A2E-E031-48EA-BB6D-D22B21929E19}"/>
              </a:ext>
            </a:extLst>
          </p:cNvPr>
          <p:cNvSpPr txBox="1"/>
          <p:nvPr/>
        </p:nvSpPr>
        <p:spPr>
          <a:xfrm>
            <a:off x="3833061" y="2946826"/>
            <a:ext cx="139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" name="Graphic 28" descr="Classroom outline">
            <a:extLst>
              <a:ext uri="{FF2B5EF4-FFF2-40B4-BE49-F238E27FC236}">
                <a16:creationId xmlns:a16="http://schemas.microsoft.com/office/drawing/2014/main" id="{9CB8EF54-F37A-807D-7BBB-85D9AEA9A6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45875" y="2861355"/>
            <a:ext cx="744346" cy="685920"/>
          </a:xfrm>
          <a:prstGeom prst="rect">
            <a:avLst/>
          </a:prstGeom>
        </p:spPr>
      </p:pic>
      <p:pic>
        <p:nvPicPr>
          <p:cNvPr id="31" name="Graphic 30" descr="Research with solid fill">
            <a:extLst>
              <a:ext uri="{FF2B5EF4-FFF2-40B4-BE49-F238E27FC236}">
                <a16:creationId xmlns:a16="http://schemas.microsoft.com/office/drawing/2014/main" id="{E05F6D9C-B27C-336A-88F8-89F6C4FB20C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70302" y="2507033"/>
            <a:ext cx="804415" cy="741274"/>
          </a:xfrm>
          <a:prstGeom prst="rect">
            <a:avLst/>
          </a:prstGeom>
        </p:spPr>
      </p:pic>
      <p:cxnSp>
        <p:nvCxnSpPr>
          <p:cNvPr id="63" name="连接符: 肘形 14">
            <a:extLst>
              <a:ext uri="{FF2B5EF4-FFF2-40B4-BE49-F238E27FC236}">
                <a16:creationId xmlns:a16="http://schemas.microsoft.com/office/drawing/2014/main" id="{7C6E1617-29C6-4469-0BF8-C3C6EBFF2A3F}"/>
              </a:ext>
            </a:extLst>
          </p:cNvPr>
          <p:cNvCxnSpPr>
            <a:cxnSpLocks/>
            <a:stCxn id="102" idx="3"/>
            <a:endCxn id="48" idx="1"/>
          </p:cNvCxnSpPr>
          <p:nvPr/>
        </p:nvCxnSpPr>
        <p:spPr>
          <a:xfrm>
            <a:off x="4628394" y="2689512"/>
            <a:ext cx="862816" cy="474212"/>
          </a:xfrm>
          <a:prstGeom prst="bentConnector3">
            <a:avLst>
              <a:gd name="adj1" fmla="val 66364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14">
            <a:extLst>
              <a:ext uri="{FF2B5EF4-FFF2-40B4-BE49-F238E27FC236}">
                <a16:creationId xmlns:a16="http://schemas.microsoft.com/office/drawing/2014/main" id="{AF459A6C-3626-7B28-EAC6-27497DCDFB95}"/>
              </a:ext>
            </a:extLst>
          </p:cNvPr>
          <p:cNvCxnSpPr>
            <a:cxnSpLocks/>
            <a:stCxn id="7" idx="3"/>
            <a:endCxn id="48" idx="1"/>
          </p:cNvCxnSpPr>
          <p:nvPr/>
        </p:nvCxnSpPr>
        <p:spPr>
          <a:xfrm flipV="1">
            <a:off x="4689522" y="3163724"/>
            <a:ext cx="801688" cy="412448"/>
          </a:xfrm>
          <a:prstGeom prst="bentConnector3">
            <a:avLst>
              <a:gd name="adj1" fmla="val 63751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105">
            <a:extLst>
              <a:ext uri="{FF2B5EF4-FFF2-40B4-BE49-F238E27FC236}">
                <a16:creationId xmlns:a16="http://schemas.microsoft.com/office/drawing/2014/main" id="{272A75E4-8433-A7CE-5333-4410466E149C}"/>
              </a:ext>
            </a:extLst>
          </p:cNvPr>
          <p:cNvSpPr txBox="1"/>
          <p:nvPr/>
        </p:nvSpPr>
        <p:spPr>
          <a:xfrm>
            <a:off x="7955472" y="2889805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...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文本框 105">
            <a:extLst>
              <a:ext uri="{FF2B5EF4-FFF2-40B4-BE49-F238E27FC236}">
                <a16:creationId xmlns:a16="http://schemas.microsoft.com/office/drawing/2014/main" id="{1976CC34-8963-0B94-1B5C-0F14DFFB865C}"/>
              </a:ext>
            </a:extLst>
          </p:cNvPr>
          <p:cNvSpPr txBox="1"/>
          <p:nvPr/>
        </p:nvSpPr>
        <p:spPr>
          <a:xfrm>
            <a:off x="7247906" y="3280570"/>
            <a:ext cx="1482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Retrived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0" name="连接符: 肘形 14">
            <a:extLst>
              <a:ext uri="{FF2B5EF4-FFF2-40B4-BE49-F238E27FC236}">
                <a16:creationId xmlns:a16="http://schemas.microsoft.com/office/drawing/2014/main" id="{DC7C35AF-83FF-110F-BFAE-3564FDDDFAB1}"/>
              </a:ext>
            </a:extLst>
          </p:cNvPr>
          <p:cNvCxnSpPr>
            <a:cxnSpLocks/>
          </p:cNvCxnSpPr>
          <p:nvPr/>
        </p:nvCxnSpPr>
        <p:spPr>
          <a:xfrm rot="5400000" flipH="1">
            <a:off x="8144172" y="2064520"/>
            <a:ext cx="5640" cy="3491446"/>
          </a:xfrm>
          <a:prstGeom prst="bentConnector3">
            <a:avLst>
              <a:gd name="adj1" fmla="val -4053191"/>
            </a:avLst>
          </a:prstGeom>
          <a:ln w="38100">
            <a:solidFill>
              <a:srgbClr val="178F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144">
            <a:extLst>
              <a:ext uri="{FF2B5EF4-FFF2-40B4-BE49-F238E27FC236}">
                <a16:creationId xmlns:a16="http://schemas.microsoft.com/office/drawing/2014/main" id="{15113443-5D42-A941-05E6-3ADE6058538A}"/>
              </a:ext>
            </a:extLst>
          </p:cNvPr>
          <p:cNvCxnSpPr>
            <a:cxnSpLocks/>
            <a:stCxn id="48" idx="3"/>
            <a:endCxn id="142" idx="1"/>
          </p:cNvCxnSpPr>
          <p:nvPr/>
        </p:nvCxnSpPr>
        <p:spPr>
          <a:xfrm flipV="1">
            <a:off x="6819421" y="3161361"/>
            <a:ext cx="342330" cy="2363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164">
            <a:extLst>
              <a:ext uri="{FF2B5EF4-FFF2-40B4-BE49-F238E27FC236}">
                <a16:creationId xmlns:a16="http://schemas.microsoft.com/office/drawing/2014/main" id="{51B32466-EC82-1E59-97D7-8A519D912A63}"/>
              </a:ext>
            </a:extLst>
          </p:cNvPr>
          <p:cNvSpPr txBox="1"/>
          <p:nvPr/>
        </p:nvSpPr>
        <p:spPr>
          <a:xfrm>
            <a:off x="4014148" y="3828757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5BB48D-A891-71E4-CFE4-275026FD8ED7}"/>
              </a:ext>
            </a:extLst>
          </p:cNvPr>
          <p:cNvSpPr/>
          <p:nvPr/>
        </p:nvSpPr>
        <p:spPr>
          <a:xfrm>
            <a:off x="4284795" y="3333173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文本框 88">
            <a:extLst>
              <a:ext uri="{FF2B5EF4-FFF2-40B4-BE49-F238E27FC236}">
                <a16:creationId xmlns:a16="http://schemas.microsoft.com/office/drawing/2014/main" id="{CDE8771C-8FBF-6B1F-DAEC-64DA9946EEEA}"/>
              </a:ext>
            </a:extLst>
          </p:cNvPr>
          <p:cNvSpPr txBox="1"/>
          <p:nvPr/>
        </p:nvSpPr>
        <p:spPr>
          <a:xfrm>
            <a:off x="4241342" y="3431910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87092E-061D-5301-71AD-B9BEC2A6461A}"/>
              </a:ext>
            </a:extLst>
          </p:cNvPr>
          <p:cNvSpPr/>
          <p:nvPr/>
        </p:nvSpPr>
        <p:spPr>
          <a:xfrm>
            <a:off x="2554784" y="5512820"/>
            <a:ext cx="800613" cy="695370"/>
          </a:xfrm>
          <a:prstGeom prst="roundRect">
            <a:avLst>
              <a:gd name="adj" fmla="val 7814"/>
            </a:avLst>
          </a:prstGeom>
          <a:solidFill>
            <a:srgbClr val="F4F5F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25" name="直接箭头连接符 144">
            <a:extLst>
              <a:ext uri="{FF2B5EF4-FFF2-40B4-BE49-F238E27FC236}">
                <a16:creationId xmlns:a16="http://schemas.microsoft.com/office/drawing/2014/main" id="{C9D9D471-F893-9992-0973-FB23DAA5464D}"/>
              </a:ext>
            </a:extLst>
          </p:cNvPr>
          <p:cNvCxnSpPr>
            <a:cxnSpLocks/>
          </p:cNvCxnSpPr>
          <p:nvPr/>
        </p:nvCxnSpPr>
        <p:spPr>
          <a:xfrm>
            <a:off x="3348197" y="5870951"/>
            <a:ext cx="851075" cy="0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3CD81E5-8B74-1C46-341F-44450846B3BA}"/>
              </a:ext>
            </a:extLst>
          </p:cNvPr>
          <p:cNvSpPr/>
          <p:nvPr/>
        </p:nvSpPr>
        <p:spPr>
          <a:xfrm>
            <a:off x="2497838" y="3640559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Training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78" name="文本框 22">
            <a:extLst>
              <a:ext uri="{FF2B5EF4-FFF2-40B4-BE49-F238E27FC236}">
                <a16:creationId xmlns:a16="http://schemas.microsoft.com/office/drawing/2014/main" id="{4374DDBB-A6EC-3881-36BD-9B37049ED48D}"/>
              </a:ext>
            </a:extLst>
          </p:cNvPr>
          <p:cNvSpPr txBox="1"/>
          <p:nvPr/>
        </p:nvSpPr>
        <p:spPr>
          <a:xfrm>
            <a:off x="2556221" y="2693871"/>
            <a:ext cx="854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GitHub</a:t>
            </a:r>
            <a:endParaRPr lang="en-US" altLang="zh-CN" sz="1400" dirty="0" err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4" name="连接符: 肘形 14">
            <a:extLst>
              <a:ext uri="{FF2B5EF4-FFF2-40B4-BE49-F238E27FC236}">
                <a16:creationId xmlns:a16="http://schemas.microsoft.com/office/drawing/2014/main" id="{75BFFD92-7CA0-B57F-35A7-27558136A74A}"/>
              </a:ext>
            </a:extLst>
          </p:cNvPr>
          <p:cNvCxnSpPr>
            <a:cxnSpLocks/>
            <a:stCxn id="82" idx="3"/>
            <a:endCxn id="102" idx="1"/>
          </p:cNvCxnSpPr>
          <p:nvPr/>
        </p:nvCxnSpPr>
        <p:spPr>
          <a:xfrm>
            <a:off x="3336319" y="2683525"/>
            <a:ext cx="850367" cy="598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14">
            <a:extLst>
              <a:ext uri="{FF2B5EF4-FFF2-40B4-BE49-F238E27FC236}">
                <a16:creationId xmlns:a16="http://schemas.microsoft.com/office/drawing/2014/main" id="{F317C97B-F31B-336D-DB69-AB77AB7F06BF}"/>
              </a:ext>
            </a:extLst>
          </p:cNvPr>
          <p:cNvCxnSpPr>
            <a:cxnSpLocks/>
            <a:stCxn id="82" idx="3"/>
            <a:endCxn id="103" idx="1"/>
          </p:cNvCxnSpPr>
          <p:nvPr/>
        </p:nvCxnSpPr>
        <p:spPr>
          <a:xfrm>
            <a:off x="3336319" y="2683525"/>
            <a:ext cx="843221" cy="76341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107CDD-655E-85AD-90B4-83086780A2EA}"/>
              </a:ext>
            </a:extLst>
          </p:cNvPr>
          <p:cNvSpPr/>
          <p:nvPr/>
        </p:nvSpPr>
        <p:spPr>
          <a:xfrm>
            <a:off x="4186686" y="2484019"/>
            <a:ext cx="441708" cy="410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C56A41E-522C-C752-2DB1-1BD28B3CE03F}"/>
              </a:ext>
            </a:extLst>
          </p:cNvPr>
          <p:cNvSpPr/>
          <p:nvPr/>
        </p:nvSpPr>
        <p:spPr>
          <a:xfrm>
            <a:off x="4179540" y="3224995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5F37E1E8-46E1-9FB4-3446-A2F86BE5CDDD}"/>
              </a:ext>
            </a:extLst>
          </p:cNvPr>
          <p:cNvSpPr/>
          <p:nvPr/>
        </p:nvSpPr>
        <p:spPr>
          <a:xfrm>
            <a:off x="4198344" y="5530647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4C1D542A-8BC4-B195-23F6-FDB4D1F2F4A9}"/>
              </a:ext>
            </a:extLst>
          </p:cNvPr>
          <p:cNvSpPr/>
          <p:nvPr/>
        </p:nvSpPr>
        <p:spPr>
          <a:xfrm>
            <a:off x="4244551" y="5593890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0" name="图形 104">
            <a:extLst>
              <a:ext uri="{FF2B5EF4-FFF2-40B4-BE49-F238E27FC236}">
                <a16:creationId xmlns:a16="http://schemas.microsoft.com/office/drawing/2014/main" id="{8A4FF6E3-717A-B4D7-54C0-08AC0EDA0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5386" y="4559307"/>
            <a:ext cx="652666" cy="652666"/>
          </a:xfrm>
          <a:prstGeom prst="rect">
            <a:avLst/>
          </a:prstGeom>
        </p:spPr>
      </p:pic>
      <p:sp>
        <p:nvSpPr>
          <p:cNvPr id="171" name="文本框 164">
            <a:extLst>
              <a:ext uri="{FF2B5EF4-FFF2-40B4-BE49-F238E27FC236}">
                <a16:creationId xmlns:a16="http://schemas.microsoft.com/office/drawing/2014/main" id="{6B70EF6E-4A65-4E2E-E540-FBF510E948E9}"/>
              </a:ext>
            </a:extLst>
          </p:cNvPr>
          <p:cNvSpPr txBox="1"/>
          <p:nvPr/>
        </p:nvSpPr>
        <p:spPr>
          <a:xfrm>
            <a:off x="3817508" y="5169435"/>
            <a:ext cx="1481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Unfinished 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74" name="连接符: 肘形 14">
            <a:extLst>
              <a:ext uri="{FF2B5EF4-FFF2-40B4-BE49-F238E27FC236}">
                <a16:creationId xmlns:a16="http://schemas.microsoft.com/office/drawing/2014/main" id="{CBB01B40-903C-057A-B4B1-4F0E33EAB5E8}"/>
              </a:ext>
            </a:extLst>
          </p:cNvPr>
          <p:cNvCxnSpPr>
            <a:cxnSpLocks/>
            <a:stCxn id="183" idx="3"/>
            <a:endCxn id="71" idx="1"/>
          </p:cNvCxnSpPr>
          <p:nvPr/>
        </p:nvCxnSpPr>
        <p:spPr>
          <a:xfrm>
            <a:off x="4702904" y="4885640"/>
            <a:ext cx="813799" cy="599787"/>
          </a:xfrm>
          <a:prstGeom prst="bentConnector3">
            <a:avLst>
              <a:gd name="adj1" fmla="val 61786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连接符: 肘形 14">
            <a:extLst>
              <a:ext uri="{FF2B5EF4-FFF2-40B4-BE49-F238E27FC236}">
                <a16:creationId xmlns:a16="http://schemas.microsoft.com/office/drawing/2014/main" id="{15470993-B758-D979-2F99-65296D7CF66A}"/>
              </a:ext>
            </a:extLst>
          </p:cNvPr>
          <p:cNvCxnSpPr>
            <a:cxnSpLocks/>
            <a:stCxn id="181" idx="3"/>
            <a:endCxn id="71" idx="1"/>
          </p:cNvCxnSpPr>
          <p:nvPr/>
        </p:nvCxnSpPr>
        <p:spPr>
          <a:xfrm flipV="1">
            <a:off x="4693161" y="5485427"/>
            <a:ext cx="823542" cy="405983"/>
          </a:xfrm>
          <a:prstGeom prst="bentConnector3">
            <a:avLst>
              <a:gd name="adj1" fmla="val 62423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文本框 164">
            <a:extLst>
              <a:ext uri="{FF2B5EF4-FFF2-40B4-BE49-F238E27FC236}">
                <a16:creationId xmlns:a16="http://schemas.microsoft.com/office/drawing/2014/main" id="{EFD63A46-857F-D289-BE35-C375C325B544}"/>
              </a:ext>
            </a:extLst>
          </p:cNvPr>
          <p:cNvSpPr txBox="1"/>
          <p:nvPr/>
        </p:nvSpPr>
        <p:spPr>
          <a:xfrm>
            <a:off x="3961988" y="6116221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Codebase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868C2A82-EED3-1268-93E1-A72B8215941A}"/>
              </a:ext>
            </a:extLst>
          </p:cNvPr>
          <p:cNvSpPr/>
          <p:nvPr/>
        </p:nvSpPr>
        <p:spPr>
          <a:xfrm>
            <a:off x="4288434" y="5648411"/>
            <a:ext cx="404727" cy="485998"/>
          </a:xfrm>
          <a:prstGeom prst="roundRect">
            <a:avLst>
              <a:gd name="adj" fmla="val 781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文本框 88">
            <a:extLst>
              <a:ext uri="{FF2B5EF4-FFF2-40B4-BE49-F238E27FC236}">
                <a16:creationId xmlns:a16="http://schemas.microsoft.com/office/drawing/2014/main" id="{A7DF3E09-E25B-2168-5B67-77679149FCBB}"/>
              </a:ext>
            </a:extLst>
          </p:cNvPr>
          <p:cNvSpPr txBox="1"/>
          <p:nvPr/>
        </p:nvSpPr>
        <p:spPr>
          <a:xfrm>
            <a:off x="4244981" y="574714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KaiTi" panose="02010609060101010101" pitchFamily="49" charset="-122"/>
                <a:cs typeface="Consolas" panose="020B0609020204030204" pitchFamily="49" charset="0"/>
              </a:rPr>
              <a:t>&lt;/&gt;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F86BF01-85FA-E781-91A3-8A015EB6525C}"/>
              </a:ext>
            </a:extLst>
          </p:cNvPr>
          <p:cNvSpPr/>
          <p:nvPr/>
        </p:nvSpPr>
        <p:spPr>
          <a:xfrm>
            <a:off x="4180537" y="4663698"/>
            <a:ext cx="522367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7AB1374-C87F-C275-703B-4DB0B1D2A31B}"/>
              </a:ext>
            </a:extLst>
          </p:cNvPr>
          <p:cNvSpPr/>
          <p:nvPr/>
        </p:nvSpPr>
        <p:spPr>
          <a:xfrm>
            <a:off x="4183179" y="5540233"/>
            <a:ext cx="45093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0" name="连接符: 肘形 14">
            <a:extLst>
              <a:ext uri="{FF2B5EF4-FFF2-40B4-BE49-F238E27FC236}">
                <a16:creationId xmlns:a16="http://schemas.microsoft.com/office/drawing/2014/main" id="{D111FD00-2902-7F36-110B-DF459776D6BB}"/>
              </a:ext>
            </a:extLst>
          </p:cNvPr>
          <p:cNvCxnSpPr>
            <a:cxnSpLocks/>
            <a:stCxn id="53" idx="0"/>
            <a:endCxn id="67" idx="1"/>
          </p:cNvCxnSpPr>
          <p:nvPr/>
        </p:nvCxnSpPr>
        <p:spPr>
          <a:xfrm rot="16200000" flipH="1">
            <a:off x="6403534" y="2642436"/>
            <a:ext cx="838545" cy="4769450"/>
          </a:xfrm>
          <a:prstGeom prst="bentConnector4">
            <a:avLst>
              <a:gd name="adj1" fmla="val -17349"/>
              <a:gd name="adj2" fmla="val 94011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0D519C-E8D9-04B3-08C3-7A01593A9A12}"/>
              </a:ext>
            </a:extLst>
          </p:cNvPr>
          <p:cNvSpPr/>
          <p:nvPr/>
        </p:nvSpPr>
        <p:spPr>
          <a:xfrm>
            <a:off x="2497838" y="4501992"/>
            <a:ext cx="1331928" cy="35307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Xinwei" panose="02010800040101010101" pitchFamily="2" charset="-122"/>
                <a:ea typeface="STXinwei" panose="02010800040101010101" pitchFamily="2" charset="-122"/>
                <a:cs typeface="+mn-cs"/>
              </a:rPr>
              <a:t>Inference</a:t>
            </a: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Xinwei" panose="02010800040101010101" pitchFamily="2" charset="-122"/>
              <a:ea typeface="STXinwei" panose="02010800040101010101" pitchFamily="2" charset="-122"/>
              <a:cs typeface="+mn-cs"/>
            </a:endParaRPr>
          </a:p>
        </p:txBody>
      </p:sp>
      <p:sp>
        <p:nvSpPr>
          <p:cNvPr id="28" name="文本框 22">
            <a:extLst>
              <a:ext uri="{FF2B5EF4-FFF2-40B4-BE49-F238E27FC236}">
                <a16:creationId xmlns:a16="http://schemas.microsoft.com/office/drawing/2014/main" id="{53BE041B-D30F-8CC6-453C-5AFF245828D2}"/>
              </a:ext>
            </a:extLst>
          </p:cNvPr>
          <p:cNvSpPr txBox="1"/>
          <p:nvPr/>
        </p:nvSpPr>
        <p:spPr>
          <a:xfrm>
            <a:off x="2530911" y="5621140"/>
            <a:ext cx="851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urrent</a:t>
            </a:r>
            <a:r>
              <a:rPr kumimoji="0" lang="zh-CN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Repo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92B9E89-410B-7BDA-65E4-E6DB36B01BBA}"/>
              </a:ext>
            </a:extLst>
          </p:cNvPr>
          <p:cNvGrpSpPr/>
          <p:nvPr/>
        </p:nvGrpSpPr>
        <p:grpSpPr>
          <a:xfrm>
            <a:off x="9207532" y="4793419"/>
            <a:ext cx="1189418" cy="1306030"/>
            <a:chOff x="9207532" y="4793419"/>
            <a:chExt cx="1189418" cy="1306030"/>
          </a:xfrm>
        </p:grpSpPr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CB710342-3FF6-3356-2B9B-CFC2C554B13E}"/>
                </a:ext>
              </a:extLst>
            </p:cNvPr>
            <p:cNvSpPr/>
            <p:nvPr/>
          </p:nvSpPr>
          <p:spPr>
            <a:xfrm>
              <a:off x="9207532" y="4793419"/>
              <a:ext cx="1189418" cy="1306030"/>
            </a:xfrm>
            <a:prstGeom prst="roundRect">
              <a:avLst>
                <a:gd name="adj" fmla="val 7814"/>
              </a:avLst>
            </a:prstGeom>
            <a:solidFill>
              <a:srgbClr val="DDDBF5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23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N" sz="2211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8" name="图形 146">
              <a:extLst>
                <a:ext uri="{FF2B5EF4-FFF2-40B4-BE49-F238E27FC236}">
                  <a16:creationId xmlns:a16="http://schemas.microsoft.com/office/drawing/2014/main" id="{4B0786BD-436F-743A-F341-DA902F0A0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9429262" y="5011156"/>
              <a:ext cx="735178" cy="735178"/>
            </a:xfrm>
            <a:prstGeom prst="rect">
              <a:avLst/>
            </a:prstGeom>
          </p:spPr>
        </p:pic>
        <p:sp>
          <p:nvSpPr>
            <p:cNvPr id="69" name="文本框 147">
              <a:extLst>
                <a:ext uri="{FF2B5EF4-FFF2-40B4-BE49-F238E27FC236}">
                  <a16:creationId xmlns:a16="http://schemas.microsoft.com/office/drawing/2014/main" id="{1FC46034-8118-C4A9-2921-FCBB2364C628}"/>
                </a:ext>
              </a:extLst>
            </p:cNvPr>
            <p:cNvSpPr txBox="1"/>
            <p:nvPr/>
          </p:nvSpPr>
          <p:spPr>
            <a:xfrm>
              <a:off x="9271643" y="5741061"/>
              <a:ext cx="10504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23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Generator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9648B7B-2481-4E74-D171-D98316E077B7}"/>
              </a:ext>
            </a:extLst>
          </p:cNvPr>
          <p:cNvSpPr/>
          <p:nvPr/>
        </p:nvSpPr>
        <p:spPr>
          <a:xfrm>
            <a:off x="5516703" y="4832412"/>
            <a:ext cx="1328211" cy="1306030"/>
          </a:xfrm>
          <a:prstGeom prst="roundRect">
            <a:avLst>
              <a:gd name="adj" fmla="val 78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文本框 105">
            <a:extLst>
              <a:ext uri="{FF2B5EF4-FFF2-40B4-BE49-F238E27FC236}">
                <a16:creationId xmlns:a16="http://schemas.microsoft.com/office/drawing/2014/main" id="{616EA877-97E4-3F0B-49C0-F7F441063FE3}"/>
              </a:ext>
            </a:extLst>
          </p:cNvPr>
          <p:cNvSpPr txBox="1"/>
          <p:nvPr/>
        </p:nvSpPr>
        <p:spPr>
          <a:xfrm>
            <a:off x="5583476" y="5821349"/>
            <a:ext cx="1220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RLRetriever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9" name="Graphic 98" descr="Classroom outline">
            <a:extLst>
              <a:ext uri="{FF2B5EF4-FFF2-40B4-BE49-F238E27FC236}">
                <a16:creationId xmlns:a16="http://schemas.microsoft.com/office/drawing/2014/main" id="{4FAF7A75-61F9-B0C7-A100-81C1A91612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1368" y="5183058"/>
            <a:ext cx="744346" cy="685920"/>
          </a:xfrm>
          <a:prstGeom prst="rect">
            <a:avLst/>
          </a:prstGeom>
        </p:spPr>
      </p:pic>
      <p:pic>
        <p:nvPicPr>
          <p:cNvPr id="100" name="Graphic 99" descr="Research with solid fill">
            <a:extLst>
              <a:ext uri="{FF2B5EF4-FFF2-40B4-BE49-F238E27FC236}">
                <a16:creationId xmlns:a16="http://schemas.microsoft.com/office/drawing/2014/main" id="{A7D144F0-9A4F-1186-C70D-D7C357AD0B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895795" y="4828736"/>
            <a:ext cx="804415" cy="741274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4B352E1-0ABB-9B0E-9203-21B45643C5AC}"/>
              </a:ext>
            </a:extLst>
          </p:cNvPr>
          <p:cNvGrpSpPr/>
          <p:nvPr/>
        </p:nvGrpSpPr>
        <p:grpSpPr>
          <a:xfrm>
            <a:off x="7161751" y="5044943"/>
            <a:ext cx="1569061" cy="874241"/>
            <a:chOff x="7187244" y="5045943"/>
            <a:chExt cx="1569061" cy="874241"/>
          </a:xfrm>
        </p:grpSpPr>
        <p:pic>
          <p:nvPicPr>
            <p:cNvPr id="83" name="图形 137">
              <a:extLst>
                <a:ext uri="{FF2B5EF4-FFF2-40B4-BE49-F238E27FC236}">
                  <a16:creationId xmlns:a16="http://schemas.microsoft.com/office/drawing/2014/main" id="{29F4330A-32AD-1368-FFD9-541142119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66821" y="5105249"/>
              <a:ext cx="437716" cy="437716"/>
            </a:xfrm>
            <a:prstGeom prst="rect">
              <a:avLst/>
            </a:prstGeom>
          </p:spPr>
        </p:pic>
        <p:pic>
          <p:nvPicPr>
            <p:cNvPr id="86" name="图形 138">
              <a:extLst>
                <a:ext uri="{FF2B5EF4-FFF2-40B4-BE49-F238E27FC236}">
                  <a16:creationId xmlns:a16="http://schemas.microsoft.com/office/drawing/2014/main" id="{ADA6348A-76CD-E992-01A6-3564855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52333" y="5107813"/>
              <a:ext cx="437716" cy="437716"/>
            </a:xfrm>
            <a:prstGeom prst="rect">
              <a:avLst/>
            </a:prstGeom>
          </p:spPr>
        </p:pic>
        <p:pic>
          <p:nvPicPr>
            <p:cNvPr id="87" name="图形 139">
              <a:extLst>
                <a:ext uri="{FF2B5EF4-FFF2-40B4-BE49-F238E27FC236}">
                  <a16:creationId xmlns:a16="http://schemas.microsoft.com/office/drawing/2014/main" id="{0458F074-A7D9-0AAB-05AA-7BB856B0B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29907" y="5105249"/>
              <a:ext cx="437716" cy="437716"/>
            </a:xfrm>
            <a:prstGeom prst="rect">
              <a:avLst/>
            </a:prstGeom>
          </p:spPr>
        </p:pic>
        <p:sp>
          <p:nvSpPr>
            <p:cNvPr id="89" name="矩形: 圆角 141">
              <a:extLst>
                <a:ext uri="{FF2B5EF4-FFF2-40B4-BE49-F238E27FC236}">
                  <a16:creationId xmlns:a16="http://schemas.microsoft.com/office/drawing/2014/main" id="{3163FAEB-25A4-2095-88F2-B6E4B7BB7DDF}"/>
                </a:ext>
              </a:extLst>
            </p:cNvPr>
            <p:cNvSpPr/>
            <p:nvPr/>
          </p:nvSpPr>
          <p:spPr>
            <a:xfrm>
              <a:off x="7187244" y="5045943"/>
              <a:ext cx="1542969" cy="874241"/>
            </a:xfrm>
            <a:prstGeom prst="roundRect">
              <a:avLst>
                <a:gd name="adj" fmla="val 9014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1123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文本框 105">
              <a:extLst>
                <a:ext uri="{FF2B5EF4-FFF2-40B4-BE49-F238E27FC236}">
                  <a16:creationId xmlns:a16="http://schemas.microsoft.com/office/drawing/2014/main" id="{BFFC8A8E-712E-EC81-4141-BF07E3C8B7F7}"/>
                </a:ext>
              </a:extLst>
            </p:cNvPr>
            <p:cNvSpPr txBox="1"/>
            <p:nvPr/>
          </p:nvSpPr>
          <p:spPr>
            <a:xfrm>
              <a:off x="7980965" y="5211508"/>
              <a:ext cx="3385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23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...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4" name="文本框 105">
              <a:extLst>
                <a:ext uri="{FF2B5EF4-FFF2-40B4-BE49-F238E27FC236}">
                  <a16:creationId xmlns:a16="http://schemas.microsoft.com/office/drawing/2014/main" id="{2B36CC68-9A7B-63CD-88B7-A3E9D684399A}"/>
                </a:ext>
              </a:extLst>
            </p:cNvPr>
            <p:cNvSpPr txBox="1"/>
            <p:nvPr/>
          </p:nvSpPr>
          <p:spPr>
            <a:xfrm>
              <a:off x="7273399" y="5602273"/>
              <a:ext cx="148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231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Retrived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Codes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108" name="直接箭头连接符 144">
            <a:extLst>
              <a:ext uri="{FF2B5EF4-FFF2-40B4-BE49-F238E27FC236}">
                <a16:creationId xmlns:a16="http://schemas.microsoft.com/office/drawing/2014/main" id="{06CAFC91-F116-A307-2EC6-4051A191B577}"/>
              </a:ext>
            </a:extLst>
          </p:cNvPr>
          <p:cNvCxnSpPr>
            <a:cxnSpLocks/>
            <a:stCxn id="71" idx="3"/>
            <a:endCxn id="89" idx="1"/>
          </p:cNvCxnSpPr>
          <p:nvPr/>
        </p:nvCxnSpPr>
        <p:spPr>
          <a:xfrm flipV="1">
            <a:off x="6844914" y="5482064"/>
            <a:ext cx="316837" cy="3363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虚尾 43">
            <a:extLst>
              <a:ext uri="{FF2B5EF4-FFF2-40B4-BE49-F238E27FC236}">
                <a16:creationId xmlns:a16="http://schemas.microsoft.com/office/drawing/2014/main" id="{CDEAF75C-FDD0-7990-4461-1566003DB9D6}"/>
              </a:ext>
            </a:extLst>
          </p:cNvPr>
          <p:cNvSpPr/>
          <p:nvPr/>
        </p:nvSpPr>
        <p:spPr>
          <a:xfrm rot="5400000">
            <a:off x="5838468" y="4203364"/>
            <a:ext cx="676780" cy="257877"/>
          </a:xfrm>
          <a:prstGeom prst="stripedRightArrow">
            <a:avLst/>
          </a:prstGeom>
          <a:solidFill>
            <a:srgbClr val="E7E6E6">
              <a:lumMod val="5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921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9" name="连接符: 肘形 14">
            <a:extLst>
              <a:ext uri="{FF2B5EF4-FFF2-40B4-BE49-F238E27FC236}">
                <a16:creationId xmlns:a16="http://schemas.microsoft.com/office/drawing/2014/main" id="{63C2D797-1401-DEAA-E542-0F277A230CAE}"/>
              </a:ext>
            </a:extLst>
          </p:cNvPr>
          <p:cNvCxnSpPr>
            <a:cxnSpLocks/>
            <a:stCxn id="21" idx="3"/>
            <a:endCxn id="79" idx="0"/>
          </p:cNvCxnSpPr>
          <p:nvPr/>
        </p:nvCxnSpPr>
        <p:spPr>
          <a:xfrm>
            <a:off x="4630475" y="1806071"/>
            <a:ext cx="5171766" cy="700962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64">
            <a:extLst>
              <a:ext uri="{FF2B5EF4-FFF2-40B4-BE49-F238E27FC236}">
                <a16:creationId xmlns:a16="http://schemas.microsoft.com/office/drawing/2014/main" id="{B3C63BA1-30EF-B2CB-D603-6A8D813BF3B7}"/>
              </a:ext>
            </a:extLst>
          </p:cNvPr>
          <p:cNvSpPr txBox="1"/>
          <p:nvPr/>
        </p:nvSpPr>
        <p:spPr>
          <a:xfrm>
            <a:off x="3933849" y="2075647"/>
            <a:ext cx="1131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Target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3B571-8114-3DDB-2322-99506E6196D9}"/>
              </a:ext>
            </a:extLst>
          </p:cNvPr>
          <p:cNvSpPr/>
          <p:nvPr/>
        </p:nvSpPr>
        <p:spPr>
          <a:xfrm>
            <a:off x="3862839" y="2649850"/>
            <a:ext cx="151309" cy="174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799463B0-4A68-15F2-3B6A-9A5ADF996B9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085793" y="1526007"/>
            <a:ext cx="687310" cy="615451"/>
          </a:xfrm>
          <a:prstGeom prst="rect">
            <a:avLst/>
          </a:prstGeom>
        </p:spPr>
      </p:pic>
      <p:cxnSp>
        <p:nvCxnSpPr>
          <p:cNvPr id="14" name="连接符: 肘形 14">
            <a:extLst>
              <a:ext uri="{FF2B5EF4-FFF2-40B4-BE49-F238E27FC236}">
                <a16:creationId xmlns:a16="http://schemas.microsoft.com/office/drawing/2014/main" id="{226BF3B8-0503-24B9-EAA1-90A092F4C296}"/>
              </a:ext>
            </a:extLst>
          </p:cNvPr>
          <p:cNvCxnSpPr>
            <a:cxnSpLocks/>
            <a:stCxn id="82" idx="3"/>
            <a:endCxn id="21" idx="1"/>
          </p:cNvCxnSpPr>
          <p:nvPr/>
        </p:nvCxnSpPr>
        <p:spPr>
          <a:xfrm flipV="1">
            <a:off x="3336319" y="1806071"/>
            <a:ext cx="849411" cy="877454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2EB53E8-D720-5602-9FC4-170E72A70627}"/>
              </a:ext>
            </a:extLst>
          </p:cNvPr>
          <p:cNvSpPr/>
          <p:nvPr/>
        </p:nvSpPr>
        <p:spPr>
          <a:xfrm>
            <a:off x="4185730" y="1584129"/>
            <a:ext cx="444745" cy="443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1231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21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9BBCEEE6-D3BB-BCAC-AB6B-0C4F164E99CE}"/>
              </a:ext>
            </a:extLst>
          </p:cNvPr>
          <p:cNvCxnSpPr>
            <a:cxnSpLocks/>
            <a:stCxn id="105" idx="0"/>
            <a:endCxn id="79" idx="1"/>
          </p:cNvCxnSpPr>
          <p:nvPr/>
        </p:nvCxnSpPr>
        <p:spPr>
          <a:xfrm rot="16200000" flipH="1">
            <a:off x="6465457" y="417974"/>
            <a:ext cx="710119" cy="4774029"/>
          </a:xfrm>
          <a:prstGeom prst="bentConnector4">
            <a:avLst>
              <a:gd name="adj1" fmla="val -12973"/>
              <a:gd name="adj2" fmla="val 94235"/>
            </a:avLst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44">
            <a:extLst>
              <a:ext uri="{FF2B5EF4-FFF2-40B4-BE49-F238E27FC236}">
                <a16:creationId xmlns:a16="http://schemas.microsoft.com/office/drawing/2014/main" id="{7B0B4538-E26C-F6EA-7A5A-A4F71337E315}"/>
              </a:ext>
            </a:extLst>
          </p:cNvPr>
          <p:cNvCxnSpPr>
            <a:cxnSpLocks/>
          </p:cNvCxnSpPr>
          <p:nvPr/>
        </p:nvCxnSpPr>
        <p:spPr>
          <a:xfrm flipV="1">
            <a:off x="8705435" y="5449153"/>
            <a:ext cx="502812" cy="1313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78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F0D0CC-CE84-82B5-A0C2-3C46C8CB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50" y="5765675"/>
            <a:ext cx="7772400" cy="2432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8497EA-FA06-EB50-503E-6F324E2BB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23" y="391535"/>
            <a:ext cx="7919618" cy="4527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6B211F-1AB6-AF32-516F-A1332A8B4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0907" y="1545809"/>
            <a:ext cx="3514903" cy="350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0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0185B7-7709-4633-9759-02DE6BC4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898" y="4040751"/>
            <a:ext cx="1303509" cy="76581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5">
            <a:extLst>
              <a:ext uri="{FF2B5EF4-FFF2-40B4-BE49-F238E27FC236}">
                <a16:creationId xmlns:a16="http://schemas.microsoft.com/office/drawing/2014/main" id="{005F7BE8-9C6F-4887-A076-12B3CFA22F71}"/>
              </a:ext>
            </a:extLst>
          </p:cNvPr>
          <p:cNvSpPr txBox="1"/>
          <p:nvPr/>
        </p:nvSpPr>
        <p:spPr>
          <a:xfrm>
            <a:off x="3074357" y="4131144"/>
            <a:ext cx="652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42687FB-D401-4854-A57F-EA3D0DB6B3BF}"/>
              </a:ext>
            </a:extLst>
          </p:cNvPr>
          <p:cNvCxnSpPr>
            <a:cxnSpLocks/>
          </p:cNvCxnSpPr>
          <p:nvPr/>
        </p:nvCxnSpPr>
        <p:spPr>
          <a:xfrm>
            <a:off x="2988394" y="4499769"/>
            <a:ext cx="7335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形 27">
            <a:extLst>
              <a:ext uri="{FF2B5EF4-FFF2-40B4-BE49-F238E27FC236}">
                <a16:creationId xmlns:a16="http://schemas.microsoft.com/office/drawing/2014/main" id="{81D27A0D-1517-4CA8-971E-35543B282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1609" y="4199651"/>
            <a:ext cx="478678" cy="478678"/>
          </a:xfrm>
          <a:prstGeom prst="rect">
            <a:avLst/>
          </a:prstGeom>
        </p:spPr>
      </p:pic>
      <p:sp>
        <p:nvSpPr>
          <p:cNvPr id="29" name="文本框 15">
            <a:extLst>
              <a:ext uri="{FF2B5EF4-FFF2-40B4-BE49-F238E27FC236}">
                <a16:creationId xmlns:a16="http://schemas.microsoft.com/office/drawing/2014/main" id="{C01091A9-F43B-4088-A0DD-7157578C8B9F}"/>
              </a:ext>
            </a:extLst>
          </p:cNvPr>
          <p:cNvSpPr txBox="1"/>
          <p:nvPr/>
        </p:nvSpPr>
        <p:spPr>
          <a:xfrm>
            <a:off x="3333537" y="4729897"/>
            <a:ext cx="1624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Repositories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F950E40-9995-42D8-BC4A-F7BE39784E46}"/>
              </a:ext>
            </a:extLst>
          </p:cNvPr>
          <p:cNvCxnSpPr>
            <a:cxnSpLocks/>
          </p:cNvCxnSpPr>
          <p:nvPr/>
        </p:nvCxnSpPr>
        <p:spPr>
          <a:xfrm>
            <a:off x="4591139" y="4499769"/>
            <a:ext cx="93424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15">
            <a:extLst>
              <a:ext uri="{FF2B5EF4-FFF2-40B4-BE49-F238E27FC236}">
                <a16:creationId xmlns:a16="http://schemas.microsoft.com/office/drawing/2014/main" id="{EA88E548-DF25-40B4-985C-A27A4821B389}"/>
              </a:ext>
            </a:extLst>
          </p:cNvPr>
          <p:cNvSpPr txBox="1"/>
          <p:nvPr/>
        </p:nvSpPr>
        <p:spPr>
          <a:xfrm>
            <a:off x="4487367" y="3955208"/>
            <a:ext cx="1204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Dependency</a:t>
            </a:r>
          </a:p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</a:t>
            </a: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id="{AE4559E9-6246-45A1-A71D-7AA347212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9259" y="3760487"/>
            <a:ext cx="515711" cy="515711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F5CAB014-A847-422F-8DEC-6212DED19F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8591" y="3848736"/>
            <a:ext cx="515711" cy="515711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094C0676-FE96-4CD6-B4F4-208C2AA38A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93353" y="4237698"/>
            <a:ext cx="515711" cy="515711"/>
          </a:xfrm>
          <a:prstGeom prst="rect">
            <a:avLst/>
          </a:prstGeom>
        </p:spPr>
      </p:pic>
      <p:sp>
        <p:nvSpPr>
          <p:cNvPr id="38" name="文本框 15">
            <a:extLst>
              <a:ext uri="{FF2B5EF4-FFF2-40B4-BE49-F238E27FC236}">
                <a16:creationId xmlns:a16="http://schemas.microsoft.com/office/drawing/2014/main" id="{BE23E049-FCA5-4C28-A125-D16346793DD7}"/>
              </a:ext>
            </a:extLst>
          </p:cNvPr>
          <p:cNvSpPr txBox="1"/>
          <p:nvPr/>
        </p:nvSpPr>
        <p:spPr>
          <a:xfrm>
            <a:off x="5581782" y="4740597"/>
            <a:ext cx="1356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Clusters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4D733D0-28F4-4325-8F64-AB886C32F32B}"/>
              </a:ext>
            </a:extLst>
          </p:cNvPr>
          <p:cNvCxnSpPr>
            <a:cxnSpLocks/>
          </p:cNvCxnSpPr>
          <p:nvPr/>
        </p:nvCxnSpPr>
        <p:spPr>
          <a:xfrm flipV="1">
            <a:off x="6895712" y="3939168"/>
            <a:ext cx="759921" cy="2377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277231C-D803-42DD-82CB-1C50CDF059AD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895711" y="4616530"/>
            <a:ext cx="749068" cy="2077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形 46">
            <a:extLst>
              <a:ext uri="{FF2B5EF4-FFF2-40B4-BE49-F238E27FC236}">
                <a16:creationId xmlns:a16="http://schemas.microsoft.com/office/drawing/2014/main" id="{F1F99D4E-57A6-4390-94E6-31D515CC47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44779" y="4605446"/>
            <a:ext cx="437716" cy="437716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C9F9114E-A06D-418E-BAE6-4030D78D0A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66449" y="4594106"/>
            <a:ext cx="437716" cy="437716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15314149-ED3A-4C7C-AB28-942809C6CC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68395" y="4587664"/>
            <a:ext cx="437716" cy="437716"/>
          </a:xfrm>
          <a:prstGeom prst="rect">
            <a:avLst/>
          </a:prstGeom>
        </p:spPr>
      </p:pic>
      <p:sp>
        <p:nvSpPr>
          <p:cNvPr id="52" name="文本框 15">
            <a:extLst>
              <a:ext uri="{FF2B5EF4-FFF2-40B4-BE49-F238E27FC236}">
                <a16:creationId xmlns:a16="http://schemas.microsoft.com/office/drawing/2014/main" id="{2BB265D2-59F6-47A1-B182-D7562173A10A}"/>
              </a:ext>
            </a:extLst>
          </p:cNvPr>
          <p:cNvSpPr txBox="1"/>
          <p:nvPr/>
        </p:nvSpPr>
        <p:spPr>
          <a:xfrm>
            <a:off x="7606910" y="5082758"/>
            <a:ext cx="1356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39DB6556-25B8-4F08-9D94-1A107C928E8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70254" y="3491925"/>
            <a:ext cx="592823" cy="592823"/>
          </a:xfrm>
          <a:prstGeom prst="rect">
            <a:avLst/>
          </a:prstGeom>
        </p:spPr>
      </p:pic>
      <p:sp>
        <p:nvSpPr>
          <p:cNvPr id="59" name="文本框 15">
            <a:extLst>
              <a:ext uri="{FF2B5EF4-FFF2-40B4-BE49-F238E27FC236}">
                <a16:creationId xmlns:a16="http://schemas.microsoft.com/office/drawing/2014/main" id="{DC299729-227B-44D2-84D5-4CF51D7F19FE}"/>
              </a:ext>
            </a:extLst>
          </p:cNvPr>
          <p:cNvSpPr txBox="1"/>
          <p:nvPr/>
        </p:nvSpPr>
        <p:spPr>
          <a:xfrm>
            <a:off x="7429294" y="3956901"/>
            <a:ext cx="1356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Code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15">
            <a:extLst>
              <a:ext uri="{FF2B5EF4-FFF2-40B4-BE49-F238E27FC236}">
                <a16:creationId xmlns:a16="http://schemas.microsoft.com/office/drawing/2014/main" id="{D78ADAE7-3861-4F22-A9AD-00A33C4408B1}"/>
              </a:ext>
            </a:extLst>
          </p:cNvPr>
          <p:cNvSpPr txBox="1"/>
          <p:nvPr/>
        </p:nvSpPr>
        <p:spPr>
          <a:xfrm rot="20445696">
            <a:off x="6985947" y="3737931"/>
            <a:ext cx="586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15">
            <a:extLst>
              <a:ext uri="{FF2B5EF4-FFF2-40B4-BE49-F238E27FC236}">
                <a16:creationId xmlns:a16="http://schemas.microsoft.com/office/drawing/2014/main" id="{61A4AD47-D91C-4947-A690-D82CE7F523F1}"/>
              </a:ext>
            </a:extLst>
          </p:cNvPr>
          <p:cNvSpPr txBox="1"/>
          <p:nvPr/>
        </p:nvSpPr>
        <p:spPr>
          <a:xfrm rot="911779">
            <a:off x="6977270" y="4405235"/>
            <a:ext cx="657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15">
            <a:extLst>
              <a:ext uri="{FF2B5EF4-FFF2-40B4-BE49-F238E27FC236}">
                <a16:creationId xmlns:a16="http://schemas.microsoft.com/office/drawing/2014/main" id="{E184C138-66BF-43D4-A5AB-5A0CE1577DEC}"/>
              </a:ext>
            </a:extLst>
          </p:cNvPr>
          <p:cNvSpPr txBox="1"/>
          <p:nvPr/>
        </p:nvSpPr>
        <p:spPr>
          <a:xfrm>
            <a:off x="2989726" y="4085594"/>
            <a:ext cx="24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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15">
            <a:extLst>
              <a:ext uri="{FF2B5EF4-FFF2-40B4-BE49-F238E27FC236}">
                <a16:creationId xmlns:a16="http://schemas.microsoft.com/office/drawing/2014/main" id="{853099DF-B2D1-458B-8C5C-E717F32E7236}"/>
              </a:ext>
            </a:extLst>
          </p:cNvPr>
          <p:cNvSpPr txBox="1"/>
          <p:nvPr/>
        </p:nvSpPr>
        <p:spPr>
          <a:xfrm>
            <a:off x="4350240" y="3927517"/>
            <a:ext cx="32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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15">
            <a:extLst>
              <a:ext uri="{FF2B5EF4-FFF2-40B4-BE49-F238E27FC236}">
                <a16:creationId xmlns:a16="http://schemas.microsoft.com/office/drawing/2014/main" id="{313A7596-ACCB-472A-ACA4-C39521EE8D6F}"/>
              </a:ext>
            </a:extLst>
          </p:cNvPr>
          <p:cNvSpPr txBox="1"/>
          <p:nvPr/>
        </p:nvSpPr>
        <p:spPr>
          <a:xfrm rot="20568777">
            <a:off x="6807869" y="3790467"/>
            <a:ext cx="32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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3E0EDFBA-213E-4E29-89AC-AFC1093A7DDF}"/>
              </a:ext>
            </a:extLst>
          </p:cNvPr>
          <p:cNvSpPr txBox="1"/>
          <p:nvPr/>
        </p:nvSpPr>
        <p:spPr>
          <a:xfrm rot="1091249">
            <a:off x="6857386" y="4283109"/>
            <a:ext cx="32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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911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8FB3510-8836-6E47-FA22-A26090EED690}"/>
              </a:ext>
            </a:extLst>
          </p:cNvPr>
          <p:cNvSpPr/>
          <p:nvPr/>
        </p:nvSpPr>
        <p:spPr>
          <a:xfrm>
            <a:off x="2663651" y="3021251"/>
            <a:ext cx="7490542" cy="1595120"/>
          </a:xfrm>
          <a:prstGeom prst="rect">
            <a:avLst/>
          </a:prstGeom>
          <a:solidFill>
            <a:srgbClr val="DFEEF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legacy_mergeOrderings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"""Merge multiple orderings so that within-ordering order is preserved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algn="just"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Orderings are constrained in such a way that if an object appears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algn="just"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in two or more orderings, then the suffix that begins with the object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algn="just"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must be in both orderings.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algn="just"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algn="just"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527933-9B27-FF3A-9D65-BC8D7F529D7A}"/>
              </a:ext>
            </a:extLst>
          </p:cNvPr>
          <p:cNvSpPr/>
          <p:nvPr/>
        </p:nvSpPr>
        <p:spPr>
          <a:xfrm>
            <a:off x="2663651" y="4616371"/>
            <a:ext cx="7490542" cy="1139920"/>
          </a:xfrm>
          <a:prstGeom prst="rect">
            <a:avLst/>
          </a:prstGeom>
          <a:solidFill>
            <a:srgbClr val="F9EC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[]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extend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sort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()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96C264-420E-483E-E1B6-B352CD68E098}"/>
              </a:ext>
            </a:extLst>
          </p:cNvPr>
          <p:cNvSpPr/>
          <p:nvPr/>
        </p:nvSpPr>
        <p:spPr>
          <a:xfrm>
            <a:off x="2663651" y="389811"/>
            <a:ext cx="7490542" cy="2631440"/>
          </a:xfrm>
          <a:prstGeom prst="rect">
            <a:avLst/>
          </a:prstGeom>
          <a:solidFill>
            <a:srgbClr val="EBEAF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457200"/>
            <a:r>
              <a:rPr lang="en-US" altLang="zh-CN" sz="1401" kern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zope/interface/tests/test_ro.py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457200"/>
            <a:r>
              <a:rPr lang="en-US" altLang="zh-CN" sz="1401" kern="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"""Resolution ordering utility tests"""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457200"/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import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unittest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457200"/>
            <a:r>
              <a:rPr lang="en-US" altLang="zh-CN" sz="1401" kern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</a:t>
            </a:r>
            <a:r>
              <a:rPr lang="en-US" altLang="zh-CN" sz="1401" kern="0" dirty="0" err="1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pylint:disable</a:t>
            </a:r>
            <a:r>
              <a:rPr lang="en-US" altLang="zh-CN" sz="1401" kern="0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=blacklisted-name,protected-access,attribute-defined-outside-init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457200"/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Test__</a:t>
            </a:r>
            <a:r>
              <a:rPr lang="en-US" altLang="zh-CN" sz="1401" kern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mergeOrderings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unittest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TestCase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callFUT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from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zope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interface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ro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import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legacy_mergeOrderings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legacy_mergeOrderings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test_empty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assertEqual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callFUT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([]), [])</a:t>
            </a:r>
            <a:b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1954E5-93A6-E352-E9B5-DDE3F791DAD0}"/>
              </a:ext>
            </a:extLst>
          </p:cNvPr>
          <p:cNvSpPr txBox="1"/>
          <p:nvPr/>
        </p:nvSpPr>
        <p:spPr>
          <a:xfrm>
            <a:off x="8213854" y="2682696"/>
            <a:ext cx="1940339" cy="338554"/>
          </a:xfrm>
          <a:prstGeom prst="rect">
            <a:avLst/>
          </a:prstGeom>
          <a:solidFill>
            <a:srgbClr val="BFABED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Retrieved Context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60C357E-E161-EA42-4A66-04420334C964}"/>
              </a:ext>
            </a:extLst>
          </p:cNvPr>
          <p:cNvSpPr txBox="1"/>
          <p:nvPr/>
        </p:nvSpPr>
        <p:spPr>
          <a:xfrm>
            <a:off x="8561769" y="4263721"/>
            <a:ext cx="1592424" cy="338554"/>
          </a:xfrm>
          <a:prstGeom prst="rect">
            <a:avLst/>
          </a:prstGeom>
          <a:solidFill>
            <a:srgbClr val="AFDCED"/>
          </a:solidFill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Problem Head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3513F5-E3F5-5DF9-FC69-18E5D80D6325}"/>
              </a:ext>
            </a:extLst>
          </p:cNvPr>
          <p:cNvSpPr txBox="1"/>
          <p:nvPr/>
        </p:nvSpPr>
        <p:spPr>
          <a:xfrm>
            <a:off x="7452292" y="5405719"/>
            <a:ext cx="2701901" cy="338554"/>
          </a:xfrm>
          <a:prstGeom prst="rect">
            <a:avLst/>
          </a:prstGeom>
          <a:solidFill>
            <a:srgbClr val="F2CBCA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 with Retrieval </a:t>
            </a:r>
          </a:p>
        </p:txBody>
      </p:sp>
      <p:sp>
        <p:nvSpPr>
          <p:cNvPr id="22" name="乘号 21">
            <a:extLst>
              <a:ext uri="{FF2B5EF4-FFF2-40B4-BE49-F238E27FC236}">
                <a16:creationId xmlns:a16="http://schemas.microsoft.com/office/drawing/2014/main" id="{CB3AB075-EE6A-3113-D9B9-387797C5539E}"/>
              </a:ext>
            </a:extLst>
          </p:cNvPr>
          <p:cNvSpPr/>
          <p:nvPr/>
        </p:nvSpPr>
        <p:spPr>
          <a:xfrm>
            <a:off x="7397743" y="4777746"/>
            <a:ext cx="660400" cy="670560"/>
          </a:xfrm>
          <a:prstGeom prst="mathMultiply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zh-CN" altLang="en-US" sz="1801" kern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88CA8A-13D4-16C4-5209-C88C7F9ADC3A}"/>
              </a:ext>
            </a:extLst>
          </p:cNvPr>
          <p:cNvSpPr/>
          <p:nvPr/>
        </p:nvSpPr>
        <p:spPr>
          <a:xfrm>
            <a:off x="2663651" y="5756292"/>
            <a:ext cx="7490542" cy="1930940"/>
          </a:xfrm>
          <a:prstGeom prst="rect">
            <a:avLst/>
          </a:prstGeom>
          <a:solidFill>
            <a:srgbClr val="F2F9E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seen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()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[]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reversed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orderings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reversed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ordering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seen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    </a:t>
            </a:r>
            <a:r>
              <a:rPr lang="en-US" altLang="zh-CN" sz="1401" kern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seen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add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algn="just" defTabSz="457200"/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        </a:t>
            </a:r>
            <a:r>
              <a:rPr lang="en-US" altLang="zh-CN" sz="1401" kern="0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r>
              <a:rPr lang="en-US" altLang="zh-CN" sz="1401" kern="0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401" kern="0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insert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401" kern="0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algn="just" defTabSz="457200"/>
            <a:b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401" kern="0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401" kern="0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401" kern="0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result</a:t>
            </a:r>
            <a:endParaRPr lang="en-US" altLang="zh-CN" sz="1401" kern="0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19E26CD-E75F-098F-D686-1D9FF8AB3B0D}"/>
              </a:ext>
            </a:extLst>
          </p:cNvPr>
          <p:cNvGrpSpPr/>
          <p:nvPr/>
        </p:nvGrpSpPr>
        <p:grpSpPr>
          <a:xfrm>
            <a:off x="7242627" y="6581772"/>
            <a:ext cx="1143196" cy="749572"/>
            <a:chOff x="5245926" y="6232117"/>
            <a:chExt cx="1143197" cy="749570"/>
          </a:xfrm>
          <a:solidFill>
            <a:srgbClr val="70AD47">
              <a:lumMod val="75000"/>
            </a:srgbClr>
          </a:solidFill>
        </p:grpSpPr>
        <p:sp>
          <p:nvSpPr>
            <p:cNvPr id="25" name="减号 24">
              <a:extLst>
                <a:ext uri="{FF2B5EF4-FFF2-40B4-BE49-F238E27FC236}">
                  <a16:creationId xmlns:a16="http://schemas.microsoft.com/office/drawing/2014/main" id="{9E9057F2-8100-72E0-B3FD-ABA729A98702}"/>
                </a:ext>
              </a:extLst>
            </p:cNvPr>
            <p:cNvSpPr/>
            <p:nvPr/>
          </p:nvSpPr>
          <p:spPr>
            <a:xfrm rot="3117376">
              <a:off x="5362939" y="6320237"/>
              <a:ext cx="515543" cy="749570"/>
            </a:xfrm>
            <a:prstGeom prst="mathMinus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801" kern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6" name="减号 25">
              <a:extLst>
                <a:ext uri="{FF2B5EF4-FFF2-40B4-BE49-F238E27FC236}">
                  <a16:creationId xmlns:a16="http://schemas.microsoft.com/office/drawing/2014/main" id="{9ED476B4-4BFC-5D39-4B6B-417D1C3A5D2E}"/>
                </a:ext>
              </a:extLst>
            </p:cNvPr>
            <p:cNvSpPr/>
            <p:nvPr/>
          </p:nvSpPr>
          <p:spPr>
            <a:xfrm rot="19339638">
              <a:off x="5406239" y="6232117"/>
              <a:ext cx="982884" cy="749570"/>
            </a:xfrm>
            <a:prstGeom prst="mathMinus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801" kern="0">
                <a:solidFill>
                  <a:prstClr val="white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CE2D2A49-6D1E-AC24-8519-80203EEFF103}"/>
              </a:ext>
            </a:extLst>
          </p:cNvPr>
          <p:cNvSpPr txBox="1"/>
          <p:nvPr/>
        </p:nvSpPr>
        <p:spPr>
          <a:xfrm>
            <a:off x="7131391" y="7337316"/>
            <a:ext cx="3022802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 without Retrieval 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443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95D605B-F503-4E8F-9AEA-419CD6FF0F1F}"/>
              </a:ext>
            </a:extLst>
          </p:cNvPr>
          <p:cNvSpPr/>
          <p:nvPr/>
        </p:nvSpPr>
        <p:spPr>
          <a:xfrm>
            <a:off x="2372825" y="3380000"/>
            <a:ext cx="9409964" cy="2513574"/>
          </a:xfrm>
          <a:prstGeom prst="rect">
            <a:avLst/>
          </a:prstGeom>
          <a:solidFill>
            <a:srgbClr val="F8F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1654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1654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654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86CE6E-55A7-4124-810D-FA6528233C50}"/>
              </a:ext>
            </a:extLst>
          </p:cNvPr>
          <p:cNvSpPr/>
          <p:nvPr/>
        </p:nvSpPr>
        <p:spPr>
          <a:xfrm>
            <a:off x="2372824" y="5893575"/>
            <a:ext cx="9409964" cy="22299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offset used to </a:t>
            </a: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	skip the escape</a:t>
            </a:r>
            <a:r>
              <a:rPr lang="zh-CN" altLang="en-US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character.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 convert tuples into a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sequence of parameters.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2450E-CF85-4985-9BCA-CCA9EC99809D}"/>
              </a:ext>
            </a:extLst>
          </p:cNvPr>
          <p:cNvSpPr/>
          <p:nvPr/>
        </p:nvSpPr>
        <p:spPr>
          <a:xfrm>
            <a:off x="2372824" y="866426"/>
            <a:ext cx="9409964" cy="2513574"/>
          </a:xfrm>
          <a:prstGeom prst="rect">
            <a:avLst/>
          </a:prstGeom>
          <a:solidFill>
            <a:srgbClr val="EBE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 implementing the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conversion from one in-style parameter to another out-style parameter.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654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1654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1ACB5E-816C-426F-8928-3CA6527A3659}"/>
              </a:ext>
            </a:extLst>
          </p:cNvPr>
          <p:cNvSpPr/>
          <p:nvPr/>
        </p:nvSpPr>
        <p:spPr>
          <a:xfrm>
            <a:off x="2664173" y="2319269"/>
            <a:ext cx="4224366" cy="20780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221ECC-2D57-488A-8FE9-10B7CF00FE9B}"/>
              </a:ext>
            </a:extLst>
          </p:cNvPr>
          <p:cNvSpPr txBox="1"/>
          <p:nvPr/>
        </p:nvSpPr>
        <p:spPr>
          <a:xfrm>
            <a:off x="7223481" y="3892129"/>
            <a:ext cx="4224365" cy="565779"/>
          </a:xfrm>
          <a:prstGeom prst="roundRect">
            <a:avLst>
              <a:gd name="adj" fmla="val 45113"/>
            </a:avLst>
          </a:prstGeom>
          <a:solidFill>
            <a:srgbClr val="F2CBCA"/>
          </a:solidFill>
        </p:spPr>
        <p:txBody>
          <a:bodyPr wrap="square" rtlCol="0">
            <a:spAutoFit/>
          </a:bodyPr>
          <a:lstStyle/>
          <a:p>
            <a:pPr defTabSz="1079947"/>
            <a:r>
              <a:rPr lang="en-US" altLang="zh-CN" sz="2127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Continuity is Disrupted!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3C7E2F49-23E0-4C84-AF7F-43C2EE6CB6FF}"/>
              </a:ext>
            </a:extLst>
          </p:cNvPr>
          <p:cNvSpPr/>
          <p:nvPr/>
        </p:nvSpPr>
        <p:spPr>
          <a:xfrm rot="6932862">
            <a:off x="7269099" y="3114247"/>
            <a:ext cx="260252" cy="1007658"/>
          </a:xfrm>
          <a:prstGeom prst="downArrow">
            <a:avLst>
              <a:gd name="adj1" fmla="val 50000"/>
              <a:gd name="adj2" fmla="val 5181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09EA81-56D2-447F-98B9-41576600AEC9}"/>
              </a:ext>
            </a:extLst>
          </p:cNvPr>
          <p:cNvSpPr txBox="1"/>
          <p:nvPr/>
        </p:nvSpPr>
        <p:spPr>
          <a:xfrm>
            <a:off x="10376762" y="866425"/>
            <a:ext cx="1406026" cy="3468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1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9FFF0A-84FF-435C-A726-B914A0E7283D}"/>
              </a:ext>
            </a:extLst>
          </p:cNvPr>
          <p:cNvSpPr txBox="1"/>
          <p:nvPr/>
        </p:nvSpPr>
        <p:spPr>
          <a:xfrm>
            <a:off x="10371353" y="3357784"/>
            <a:ext cx="1406026" cy="346890"/>
          </a:xfrm>
          <a:prstGeom prst="rect">
            <a:avLst/>
          </a:prstGeom>
          <a:solidFill>
            <a:srgbClr val="F2C807"/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2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2B24E8-105A-456C-9DF6-BCA1E3224112}"/>
              </a:ext>
            </a:extLst>
          </p:cNvPr>
          <p:cNvSpPr txBox="1"/>
          <p:nvPr/>
        </p:nvSpPr>
        <p:spPr>
          <a:xfrm>
            <a:off x="10376762" y="5915790"/>
            <a:ext cx="1406026" cy="34689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3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7771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95D605B-F503-4E8F-9AEA-419CD6FF0F1F}"/>
              </a:ext>
            </a:extLst>
          </p:cNvPr>
          <p:cNvSpPr/>
          <p:nvPr/>
        </p:nvSpPr>
        <p:spPr>
          <a:xfrm>
            <a:off x="2372825" y="3380000"/>
            <a:ext cx="9409964" cy="2513574"/>
          </a:xfrm>
          <a:prstGeom prst="rect">
            <a:avLst/>
          </a:prstGeom>
          <a:solidFill>
            <a:srgbClr val="F8F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1654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1654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654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86CE6E-55A7-4124-810D-FA6528233C50}"/>
              </a:ext>
            </a:extLst>
          </p:cNvPr>
          <p:cNvSpPr/>
          <p:nvPr/>
        </p:nvSpPr>
        <p:spPr>
          <a:xfrm>
            <a:off x="2372824" y="5893575"/>
            <a:ext cx="9409964" cy="22299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offset used to </a:t>
            </a: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	skip the escape</a:t>
            </a:r>
            <a:r>
              <a:rPr lang="zh-CN" altLang="en-US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character.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 convert tuples into a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sequence of parameters.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2450E-CF85-4985-9BCA-CCA9EC99809D}"/>
              </a:ext>
            </a:extLst>
          </p:cNvPr>
          <p:cNvSpPr/>
          <p:nvPr/>
        </p:nvSpPr>
        <p:spPr>
          <a:xfrm>
            <a:off x="2372824" y="866426"/>
            <a:ext cx="9409964" cy="2513574"/>
          </a:xfrm>
          <a:prstGeom prst="rect">
            <a:avLst/>
          </a:prstGeom>
          <a:solidFill>
            <a:srgbClr val="EBEA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1654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 implementing the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conversion from one in-style parameter to another out-style parameter.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654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654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654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654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654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1654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654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654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1654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1ACB5E-816C-426F-8928-3CA6527A3659}"/>
              </a:ext>
            </a:extLst>
          </p:cNvPr>
          <p:cNvSpPr/>
          <p:nvPr/>
        </p:nvSpPr>
        <p:spPr>
          <a:xfrm>
            <a:off x="2664173" y="2319269"/>
            <a:ext cx="4224366" cy="20780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221ECC-2D57-488A-8FE9-10B7CF00FE9B}"/>
              </a:ext>
            </a:extLst>
          </p:cNvPr>
          <p:cNvSpPr txBox="1"/>
          <p:nvPr/>
        </p:nvSpPr>
        <p:spPr>
          <a:xfrm>
            <a:off x="7223481" y="3837265"/>
            <a:ext cx="4224365" cy="565779"/>
          </a:xfrm>
          <a:prstGeom prst="roundRect">
            <a:avLst>
              <a:gd name="adj" fmla="val 45113"/>
            </a:avLst>
          </a:prstGeom>
          <a:noFill/>
        </p:spPr>
        <p:txBody>
          <a:bodyPr wrap="square" rtlCol="0">
            <a:spAutoFit/>
          </a:bodyPr>
          <a:lstStyle/>
          <a:p>
            <a:pPr defTabSz="1079947"/>
            <a:r>
              <a:rPr lang="en-US" altLang="zh-CN" sz="2127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Continuity is Disrupted!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3C7E2F49-23E0-4C84-AF7F-43C2EE6CB6FF}"/>
              </a:ext>
            </a:extLst>
          </p:cNvPr>
          <p:cNvSpPr/>
          <p:nvPr/>
        </p:nvSpPr>
        <p:spPr>
          <a:xfrm rot="6932862">
            <a:off x="7269099" y="3114247"/>
            <a:ext cx="260252" cy="1007658"/>
          </a:xfrm>
          <a:prstGeom prst="downArrow">
            <a:avLst>
              <a:gd name="adj1" fmla="val 50000"/>
              <a:gd name="adj2" fmla="val 5181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09EA81-56D2-447F-98B9-41576600AEC9}"/>
              </a:ext>
            </a:extLst>
          </p:cNvPr>
          <p:cNvSpPr txBox="1"/>
          <p:nvPr/>
        </p:nvSpPr>
        <p:spPr>
          <a:xfrm>
            <a:off x="10376762" y="866425"/>
            <a:ext cx="1406026" cy="3468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1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9FFF0A-84FF-435C-A726-B914A0E7283D}"/>
              </a:ext>
            </a:extLst>
          </p:cNvPr>
          <p:cNvSpPr txBox="1"/>
          <p:nvPr/>
        </p:nvSpPr>
        <p:spPr>
          <a:xfrm>
            <a:off x="10371353" y="3357784"/>
            <a:ext cx="1406026" cy="346890"/>
          </a:xfrm>
          <a:prstGeom prst="rect">
            <a:avLst/>
          </a:prstGeom>
          <a:solidFill>
            <a:srgbClr val="F2C807"/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2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2B24E8-105A-456C-9DF6-BCA1E3224112}"/>
              </a:ext>
            </a:extLst>
          </p:cNvPr>
          <p:cNvSpPr txBox="1"/>
          <p:nvPr/>
        </p:nvSpPr>
        <p:spPr>
          <a:xfrm>
            <a:off x="10376762" y="5915790"/>
            <a:ext cx="1406026" cy="34689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3</a:t>
            </a:r>
            <a:endParaRPr lang="zh-CN" altLang="en-US" sz="1654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74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FE2450E-CF85-4985-9BCA-CCA9EC99809D}"/>
              </a:ext>
            </a:extLst>
          </p:cNvPr>
          <p:cNvSpPr/>
          <p:nvPr/>
        </p:nvSpPr>
        <p:spPr>
          <a:xfrm>
            <a:off x="1388198" y="2819744"/>
            <a:ext cx="2892866" cy="2108431"/>
          </a:xfrm>
          <a:prstGeom prst="rect">
            <a:avLst/>
          </a:prstGeom>
          <a:solidFill>
            <a:srgbClr val="EBEAF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 implementing the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conversion from one in-style 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offset used to skip the escape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 convert tuples into a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09EA81-56D2-447F-98B9-41576600AEC9}"/>
              </a:ext>
            </a:extLst>
          </p:cNvPr>
          <p:cNvSpPr txBox="1"/>
          <p:nvPr/>
        </p:nvSpPr>
        <p:spPr>
          <a:xfrm>
            <a:off x="11819569" y="2825973"/>
            <a:ext cx="948619" cy="23775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827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en-US" altLang="zh-CN" sz="94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endParaRPr lang="zh-CN" altLang="en-US" sz="94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4DF7556E-8E1F-4580-9ED8-D56E30BF5715}"/>
              </a:ext>
            </a:extLst>
          </p:cNvPr>
          <p:cNvSpPr/>
          <p:nvPr/>
        </p:nvSpPr>
        <p:spPr>
          <a:xfrm rot="5400000" flipV="1">
            <a:off x="4628341" y="3669511"/>
            <a:ext cx="239055" cy="542419"/>
          </a:xfrm>
          <a:prstGeom prst="downArrow">
            <a:avLst>
              <a:gd name="adj1" fmla="val 50000"/>
              <a:gd name="adj2" fmla="val 51818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 dirty="0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6EA4F9-3231-486C-9420-F72ED5DE2CF0}"/>
              </a:ext>
            </a:extLst>
          </p:cNvPr>
          <p:cNvSpPr/>
          <p:nvPr/>
        </p:nvSpPr>
        <p:spPr>
          <a:xfrm>
            <a:off x="5145753" y="2702742"/>
            <a:ext cx="2892866" cy="378006"/>
          </a:xfrm>
          <a:prstGeom prst="rect">
            <a:avLst/>
          </a:prstGeom>
          <a:solidFill>
            <a:srgbClr val="DFEEF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 implementing the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conversion from one in-style 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6216E2-8282-4FA0-9A59-177DABC7CA42}"/>
              </a:ext>
            </a:extLst>
          </p:cNvPr>
          <p:cNvSpPr/>
          <p:nvPr/>
        </p:nvSpPr>
        <p:spPr>
          <a:xfrm>
            <a:off x="5145753" y="3188750"/>
            <a:ext cx="2892866" cy="816012"/>
          </a:xfrm>
          <a:prstGeom prst="rect">
            <a:avLst/>
          </a:prstGeom>
          <a:solidFill>
            <a:srgbClr val="F7F4E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2EC4E-D317-49B4-B6FD-1573758DC97F}"/>
              </a:ext>
            </a:extLst>
          </p:cNvPr>
          <p:cNvSpPr/>
          <p:nvPr/>
        </p:nvSpPr>
        <p:spPr>
          <a:xfrm>
            <a:off x="5145749" y="4112763"/>
            <a:ext cx="2892866" cy="378006"/>
          </a:xfrm>
          <a:prstGeom prst="rect">
            <a:avLst/>
          </a:prstGeom>
          <a:solidFill>
            <a:srgbClr val="F2F9E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offset used to skip the escape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DE75E5-3F70-42FD-90F1-147819521F51}"/>
              </a:ext>
            </a:extLst>
          </p:cNvPr>
          <p:cNvSpPr/>
          <p:nvPr/>
        </p:nvSpPr>
        <p:spPr>
          <a:xfrm>
            <a:off x="5145751" y="4598771"/>
            <a:ext cx="2892866" cy="43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 convert tuples into a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9C1727D0-1AD7-4972-BF9C-0BA3F05F4FE8}"/>
              </a:ext>
            </a:extLst>
          </p:cNvPr>
          <p:cNvSpPr/>
          <p:nvPr/>
        </p:nvSpPr>
        <p:spPr>
          <a:xfrm rot="5400000" flipV="1">
            <a:off x="8394896" y="3669511"/>
            <a:ext cx="239055" cy="542419"/>
          </a:xfrm>
          <a:prstGeom prst="downArrow">
            <a:avLst>
              <a:gd name="adj1" fmla="val 50000"/>
              <a:gd name="adj2" fmla="val 51818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A112BBD-56B0-47E7-B61F-E007C6DF7B92}"/>
              </a:ext>
            </a:extLst>
          </p:cNvPr>
          <p:cNvSpPr/>
          <p:nvPr/>
        </p:nvSpPr>
        <p:spPr>
          <a:xfrm>
            <a:off x="8912307" y="2756743"/>
            <a:ext cx="2892866" cy="378006"/>
          </a:xfrm>
          <a:prstGeom prst="rect">
            <a:avLst/>
          </a:prstGeom>
          <a:solidFill>
            <a:srgbClr val="DFEEF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 implementing the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conversion from one in-style 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665BFD-7983-44C6-8E90-7B6B881BF278}"/>
              </a:ext>
            </a:extLst>
          </p:cNvPr>
          <p:cNvSpPr/>
          <p:nvPr/>
        </p:nvSpPr>
        <p:spPr>
          <a:xfrm>
            <a:off x="8912307" y="3242750"/>
            <a:ext cx="2892866" cy="816012"/>
          </a:xfrm>
          <a:prstGeom prst="rect">
            <a:avLst/>
          </a:prstGeom>
          <a:solidFill>
            <a:srgbClr val="F7F4E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F2CFA1-01FE-4514-ACDF-5E26F23B44BD}"/>
              </a:ext>
            </a:extLst>
          </p:cNvPr>
          <p:cNvSpPr/>
          <p:nvPr/>
        </p:nvSpPr>
        <p:spPr>
          <a:xfrm>
            <a:off x="8912304" y="4166764"/>
            <a:ext cx="2892866" cy="8160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offset used to skip the escape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""“</a:t>
            </a:r>
          </a:p>
          <a:p>
            <a:pPr defTabSz="1079947"/>
            <a:endParaRPr lang="en-US" altLang="zh-CN" sz="472" dirty="0">
              <a:solidFill>
                <a:srgbClr val="A31515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 convert tuples into a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2E3D0A14-C5A1-4A25-9FD6-9BAC9C5C7ADE}"/>
              </a:ext>
            </a:extLst>
          </p:cNvPr>
          <p:cNvCxnSpPr>
            <a:cxnSpLocks/>
          </p:cNvCxnSpPr>
          <p:nvPr/>
        </p:nvCxnSpPr>
        <p:spPr>
          <a:xfrm>
            <a:off x="8088119" y="4313766"/>
            <a:ext cx="697513" cy="133771"/>
          </a:xfrm>
          <a:prstGeom prst="straightConnector1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ABB707D-2266-4605-B409-B64E2295FEF1}"/>
              </a:ext>
            </a:extLst>
          </p:cNvPr>
          <p:cNvCxnSpPr>
            <a:cxnSpLocks/>
          </p:cNvCxnSpPr>
          <p:nvPr/>
        </p:nvCxnSpPr>
        <p:spPr>
          <a:xfrm flipV="1">
            <a:off x="8088119" y="4598771"/>
            <a:ext cx="697513" cy="153003"/>
          </a:xfrm>
          <a:prstGeom prst="straightConnector1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2682ED9-6150-4D97-9A9A-4C8D4B0C4EE5}"/>
              </a:ext>
            </a:extLst>
          </p:cNvPr>
          <p:cNvSpPr txBox="1"/>
          <p:nvPr/>
        </p:nvSpPr>
        <p:spPr>
          <a:xfrm>
            <a:off x="11819569" y="3523525"/>
            <a:ext cx="948619" cy="23775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827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en-US" altLang="zh-CN" sz="94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endParaRPr lang="zh-CN" altLang="en-US" sz="94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2F1AE66-E266-427E-B60E-7021F903CA41}"/>
              </a:ext>
            </a:extLst>
          </p:cNvPr>
          <p:cNvSpPr txBox="1"/>
          <p:nvPr/>
        </p:nvSpPr>
        <p:spPr>
          <a:xfrm>
            <a:off x="11819569" y="4423538"/>
            <a:ext cx="948619" cy="23775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827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  <a:r>
              <a:rPr lang="en-US" altLang="zh-CN" sz="94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endParaRPr lang="zh-CN" altLang="en-US" sz="94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F75DB1A-C144-43EA-A2C9-AE701F453D76}"/>
              </a:ext>
            </a:extLst>
          </p:cNvPr>
          <p:cNvSpPr txBox="1"/>
          <p:nvPr/>
        </p:nvSpPr>
        <p:spPr>
          <a:xfrm>
            <a:off x="4407738" y="3574906"/>
            <a:ext cx="542419" cy="274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118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endParaRPr lang="zh-CN" altLang="en-US" sz="94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FDE706-8F11-45AA-B1D7-A1246ECF88BF}"/>
              </a:ext>
            </a:extLst>
          </p:cNvPr>
          <p:cNvSpPr txBox="1"/>
          <p:nvPr/>
        </p:nvSpPr>
        <p:spPr>
          <a:xfrm>
            <a:off x="7945532" y="3549024"/>
            <a:ext cx="1059861" cy="274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1181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Aggregate</a:t>
            </a:r>
            <a:endParaRPr lang="zh-CN" altLang="en-US" sz="94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9031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94D8DB-09EA-CD0B-D137-3FCF966384E3}"/>
              </a:ext>
            </a:extLst>
          </p:cNvPr>
          <p:cNvSpPr/>
          <p:nvPr/>
        </p:nvSpPr>
        <p:spPr>
          <a:xfrm>
            <a:off x="5210070" y="4649255"/>
            <a:ext cx="1942282" cy="43800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9C35A0-8B13-BB8F-B799-76EF04DFA287}"/>
              </a:ext>
            </a:extLst>
          </p:cNvPr>
          <p:cNvSpPr/>
          <p:nvPr/>
        </p:nvSpPr>
        <p:spPr>
          <a:xfrm>
            <a:off x="5207106" y="3312184"/>
            <a:ext cx="1944260" cy="800724"/>
          </a:xfrm>
          <a:prstGeom prst="rect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31A54-DFEB-63CA-7B32-AF0079F69F7D}"/>
              </a:ext>
            </a:extLst>
          </p:cNvPr>
          <p:cNvSpPr/>
          <p:nvPr/>
        </p:nvSpPr>
        <p:spPr>
          <a:xfrm>
            <a:off x="5213294" y="4165610"/>
            <a:ext cx="1942282" cy="438006"/>
          </a:xfrm>
          <a:prstGeom prst="rect">
            <a:avLst/>
          </a:prstGeom>
          <a:solidFill>
            <a:schemeClr val="accent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843B51-CC02-59D5-3B71-D256E3BCBEBE}"/>
              </a:ext>
            </a:extLst>
          </p:cNvPr>
          <p:cNvSpPr/>
          <p:nvPr/>
        </p:nvSpPr>
        <p:spPr>
          <a:xfrm>
            <a:off x="5209081" y="2837626"/>
            <a:ext cx="1944260" cy="423121"/>
          </a:xfrm>
          <a:prstGeom prst="rect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969925-D32B-B3AF-DC40-A0A15DF00658}"/>
              </a:ext>
            </a:extLst>
          </p:cNvPr>
          <p:cNvSpPr/>
          <p:nvPr/>
        </p:nvSpPr>
        <p:spPr>
          <a:xfrm>
            <a:off x="2959228" y="2837844"/>
            <a:ext cx="1944260" cy="2261817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2450E-CF85-4985-9BCA-CCA9EC99809D}"/>
              </a:ext>
            </a:extLst>
          </p:cNvPr>
          <p:cNvSpPr/>
          <p:nvPr/>
        </p:nvSpPr>
        <p:spPr>
          <a:xfrm>
            <a:off x="2885362" y="2863886"/>
            <a:ext cx="2106279" cy="22148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</a:t>
            </a: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implementing the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conversion from one in-style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</a:t>
            </a:r>
            <a:endParaRPr lang="en-US" altLang="zh-CN" sz="472" dirty="0">
              <a:solidFill>
                <a:srgbClr val="A31515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</a:p>
          <a:p>
            <a:pPr defTabSz="1079947"/>
            <a:r>
              <a:rPr lang="zh-CN" altLang="en-US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 </a:t>
            </a:r>
          </a:p>
          <a:p>
            <a:pPr defTabSz="1079947"/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used to skip the escape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b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</a:b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</a:t>
            </a:r>
          </a:p>
          <a:p>
            <a:pPr defTabSz="1079947"/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convert tuples into a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6EA4F9-3231-486C-9420-F72ED5DE2CF0}"/>
              </a:ext>
            </a:extLst>
          </p:cNvPr>
          <p:cNvSpPr/>
          <p:nvPr/>
        </p:nvSpPr>
        <p:spPr>
          <a:xfrm>
            <a:off x="5145743" y="2874607"/>
            <a:ext cx="2101131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>
              <a:defRPr/>
            </a:pP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implementing the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conversion from one in-style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</a:t>
            </a:r>
            <a:endParaRPr lang="en-US" altLang="zh-CN" sz="472" dirty="0">
              <a:solidFill>
                <a:srgbClr val="A31515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6216E2-8282-4FA0-9A59-177DABC7CA42}"/>
              </a:ext>
            </a:extLst>
          </p:cNvPr>
          <p:cNvSpPr/>
          <p:nvPr/>
        </p:nvSpPr>
        <p:spPr>
          <a:xfrm>
            <a:off x="5143768" y="3309586"/>
            <a:ext cx="2109291" cy="8160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2EC4E-D317-49B4-B6FD-1573758DC97F}"/>
              </a:ext>
            </a:extLst>
          </p:cNvPr>
          <p:cNvSpPr/>
          <p:nvPr/>
        </p:nvSpPr>
        <p:spPr>
          <a:xfrm>
            <a:off x="5149953" y="4211248"/>
            <a:ext cx="2103105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</a:p>
          <a:p>
            <a:pPr defTabSz="1079947">
              <a:defRPr/>
            </a:pPr>
            <a:r>
              <a:rPr lang="zh-CN" altLang="en-US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 </a:t>
            </a:r>
          </a:p>
          <a:p>
            <a:pPr defTabSz="1079947">
              <a:defRPr/>
            </a:pP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used to skip the escape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DE75E5-3F70-42FD-90F1-147819521F51}"/>
              </a:ext>
            </a:extLst>
          </p:cNvPr>
          <p:cNvSpPr/>
          <p:nvPr/>
        </p:nvSpPr>
        <p:spPr>
          <a:xfrm>
            <a:off x="5146730" y="4676755"/>
            <a:ext cx="2054362" cy="43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</a:t>
            </a:r>
          </a:p>
          <a:p>
            <a:pPr defTabSz="1079947"/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convert tuples into a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DE0ECC-A9AF-6DAF-3EC5-7BD63C5A22F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4903489" y="3968753"/>
            <a:ext cx="303617" cy="0"/>
          </a:xfrm>
          <a:prstGeom prst="straightConnector1">
            <a:avLst/>
          </a:prstGeom>
          <a:ln>
            <a:solidFill>
              <a:schemeClr val="tx2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C59D064-69C3-F36A-C9E7-74303E19547C}"/>
              </a:ext>
            </a:extLst>
          </p:cNvPr>
          <p:cNvSpPr/>
          <p:nvPr/>
        </p:nvSpPr>
        <p:spPr>
          <a:xfrm>
            <a:off x="7457437" y="3312184"/>
            <a:ext cx="1944260" cy="800724"/>
          </a:xfrm>
          <a:prstGeom prst="rect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9F70A2-8DFE-07BE-5C70-DBD71D4464D1}"/>
              </a:ext>
            </a:extLst>
          </p:cNvPr>
          <p:cNvSpPr/>
          <p:nvPr/>
        </p:nvSpPr>
        <p:spPr>
          <a:xfrm>
            <a:off x="7463625" y="4165610"/>
            <a:ext cx="1942282" cy="921651"/>
          </a:xfrm>
          <a:prstGeom prst="rect">
            <a:avLst/>
          </a:prstGeom>
          <a:solidFill>
            <a:schemeClr val="accent5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7713B1-22B6-3A9D-DC90-033B1C493F3D}"/>
              </a:ext>
            </a:extLst>
          </p:cNvPr>
          <p:cNvSpPr/>
          <p:nvPr/>
        </p:nvSpPr>
        <p:spPr>
          <a:xfrm>
            <a:off x="7459411" y="2837626"/>
            <a:ext cx="1944260" cy="423121"/>
          </a:xfrm>
          <a:prstGeom prst="rect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14" name="矩形 14">
            <a:extLst>
              <a:ext uri="{FF2B5EF4-FFF2-40B4-BE49-F238E27FC236}">
                <a16:creationId xmlns:a16="http://schemas.microsoft.com/office/drawing/2014/main" id="{E817DC00-02BC-6453-139A-A288F62B39E9}"/>
              </a:ext>
            </a:extLst>
          </p:cNvPr>
          <p:cNvSpPr/>
          <p:nvPr/>
        </p:nvSpPr>
        <p:spPr>
          <a:xfrm>
            <a:off x="7396074" y="2874607"/>
            <a:ext cx="2101131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>
              <a:defRPr/>
            </a:pP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object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class is the base class for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implementing the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conversion from one in-style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</a:t>
            </a:r>
            <a:endParaRPr lang="en-US" altLang="zh-CN" sz="472" dirty="0">
              <a:solidFill>
                <a:srgbClr val="A31515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parameter to another out-style parameter.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0" name="矩形 15">
            <a:extLst>
              <a:ext uri="{FF2B5EF4-FFF2-40B4-BE49-F238E27FC236}">
                <a16:creationId xmlns:a16="http://schemas.microsoft.com/office/drawing/2014/main" id="{F3D757E6-664D-C545-E687-B56E2AFA4D95}"/>
              </a:ext>
            </a:extLst>
          </p:cNvPr>
          <p:cNvSpPr/>
          <p:nvPr/>
        </p:nvSpPr>
        <p:spPr>
          <a:xfrm>
            <a:off x="7394099" y="3309586"/>
            <a:ext cx="2109291" cy="8160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init</a:t>
            </a:r>
            <a:r>
              <a:rPr lang="en-US" altLang="zh-CN" sz="472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Optional[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in_regex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Pattern[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_</a:t>
            </a:r>
            <a:r>
              <a:rPr lang="en-US" altLang="zh-CN" sz="472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styles.Style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) -&gt;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Initializes the 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class:`.Converter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instance.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2" name="矩形 16">
            <a:extLst>
              <a:ext uri="{FF2B5EF4-FFF2-40B4-BE49-F238E27FC236}">
                <a16:creationId xmlns:a16="http://schemas.microsoft.com/office/drawing/2014/main" id="{9AF80071-3EFA-8A1F-8AC3-8594AC7C355B}"/>
              </a:ext>
            </a:extLst>
          </p:cNvPr>
          <p:cNvSpPr/>
          <p:nvPr/>
        </p:nvSpPr>
        <p:spPr>
          <a:xfrm>
            <a:off x="7400284" y="4211248"/>
            <a:ext cx="2103105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len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</a:p>
          <a:p>
            <a:pPr defTabSz="1079947">
              <a:defRPr/>
            </a:pPr>
            <a:r>
              <a:rPr lang="zh-CN" altLang="en-US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escape_char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None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98658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0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escape_start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class:`int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offse </a:t>
            </a:r>
          </a:p>
          <a:p>
            <a:pPr defTabSz="1079947">
              <a:defRPr/>
            </a:pP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used to skip the escape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character.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>
              <a:defRPr/>
            </a:pP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3" name="矩形 17">
            <a:extLst>
              <a:ext uri="{FF2B5EF4-FFF2-40B4-BE49-F238E27FC236}">
                <a16:creationId xmlns:a16="http://schemas.microsoft.com/office/drawing/2014/main" id="{19827FAB-F8A6-0D77-D545-8CE362B2544C}"/>
              </a:ext>
            </a:extLst>
          </p:cNvPr>
          <p:cNvSpPr/>
          <p:nvPr/>
        </p:nvSpPr>
        <p:spPr>
          <a:xfrm>
            <a:off x="7397061" y="4676755"/>
            <a:ext cx="2054362" cy="43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472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472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bool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*_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expand_tuples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472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whether to</a:t>
            </a:r>
          </a:p>
          <a:p>
            <a:pPr defTabSz="1079947"/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     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convert tuples into a</a:t>
            </a:r>
            <a:r>
              <a:rPr lang="zh-CN" altLang="en-US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sequence of parameters.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472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"""</a:t>
            </a:r>
            <a:endParaRPr lang="en-US" altLang="zh-CN" sz="472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605B60-039D-1764-45C8-3AC77B21ED41}"/>
              </a:ext>
            </a:extLst>
          </p:cNvPr>
          <p:cNvSpPr/>
          <p:nvPr/>
        </p:nvSpPr>
        <p:spPr>
          <a:xfrm>
            <a:off x="3592284" y="2680647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CN" sz="709">
                <a:solidFill>
                  <a:srgbClr val="FFFFFF"/>
                </a:solidFill>
                <a:latin typeface="等线" panose="020F0502020204030204"/>
              </a:rPr>
              <a:t>Raw</a:t>
            </a:r>
            <a:r>
              <a:rPr lang="zh-CN" altLang="en-US" sz="709">
                <a:solidFill>
                  <a:srgbClr val="FFFFFF"/>
                </a:solidFill>
                <a:latin typeface="等线" panose="020F0502020204030204"/>
                <a:ea typeface="等线" panose="02010600030101010101" pitchFamily="2" charset="-122"/>
              </a:rPr>
              <a:t> </a:t>
            </a:r>
            <a:r>
              <a:rPr lang="en-US" altLang="zh-CN" sz="709">
                <a:solidFill>
                  <a:srgbClr val="FFFFFF"/>
                </a:solidFill>
                <a:latin typeface="等线" panose="020F0502020204030204"/>
                <a:ea typeface="等线" panose="02010600030101010101" pitchFamily="2" charset="-122"/>
              </a:rPr>
              <a:t>Code</a:t>
            </a:r>
            <a:endParaRPr lang="en-CN" sz="709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1CFC04-F351-742F-6779-B947944EC1ED}"/>
              </a:ext>
            </a:extLst>
          </p:cNvPr>
          <p:cNvSpPr/>
          <p:nvPr/>
        </p:nvSpPr>
        <p:spPr>
          <a:xfrm>
            <a:off x="5857233" y="2674108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CN" sz="709">
                <a:solidFill>
                  <a:srgbClr val="FFFFFF"/>
                </a:solidFill>
                <a:latin typeface="等线" panose="020F0502020204030204"/>
              </a:rPr>
              <a:t>Mini</a:t>
            </a:r>
            <a:r>
              <a:rPr lang="zh-CN" altLang="en-US" sz="709">
                <a:solidFill>
                  <a:srgbClr val="FFFFFF"/>
                </a:solidFill>
                <a:latin typeface="等线" panose="020F0502020204030204"/>
                <a:ea typeface="等线" panose="02010600030101010101" pitchFamily="2" charset="-122"/>
              </a:rPr>
              <a:t> </a:t>
            </a:r>
            <a:r>
              <a:rPr lang="en-US" altLang="zh-CN" sz="709">
                <a:solidFill>
                  <a:srgbClr val="FFFFFF"/>
                </a:solidFill>
                <a:latin typeface="等线" panose="020F0502020204030204"/>
                <a:ea typeface="等线" panose="02010600030101010101" pitchFamily="2" charset="-122"/>
              </a:rPr>
              <a:t>Blocks</a:t>
            </a:r>
            <a:endParaRPr lang="en-CN" sz="709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082D35-F774-244C-4383-AD12A319BF83}"/>
              </a:ext>
            </a:extLst>
          </p:cNvPr>
          <p:cNvSpPr/>
          <p:nvPr/>
        </p:nvSpPr>
        <p:spPr>
          <a:xfrm>
            <a:off x="8107564" y="2681249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CN" sz="709">
                <a:solidFill>
                  <a:srgbClr val="FFFFFF"/>
                </a:solidFill>
                <a:latin typeface="等线" panose="020F0502020204030204"/>
              </a:rPr>
              <a:t>Candidates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E9D623-B68A-F82C-BB48-B35F12916A7A}"/>
              </a:ext>
            </a:extLst>
          </p:cNvPr>
          <p:cNvSpPr/>
          <p:nvPr/>
        </p:nvSpPr>
        <p:spPr>
          <a:xfrm>
            <a:off x="4976586" y="3608287"/>
            <a:ext cx="138074" cy="731536"/>
          </a:xfrm>
          <a:prstGeom prst="roundRect">
            <a:avLst/>
          </a:prstGeom>
          <a:solidFill>
            <a:srgbClr val="F7F4E4"/>
          </a:solidFill>
          <a:ln w="9525">
            <a:solidFill>
              <a:schemeClr val="tx2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defTabSz="1079947"/>
            <a:endParaRPr lang="en-CN" sz="827">
              <a:solidFill>
                <a:srgbClr val="000000"/>
              </a:solidFill>
              <a:latin typeface="等线" panose="020F0502020204030204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BCC917-1D8B-BC8A-A338-84FDDF1BC674}"/>
              </a:ext>
            </a:extLst>
          </p:cNvPr>
          <p:cNvCxnSpPr>
            <a:cxnSpLocks/>
          </p:cNvCxnSpPr>
          <p:nvPr/>
        </p:nvCxnSpPr>
        <p:spPr>
          <a:xfrm>
            <a:off x="7151363" y="3968753"/>
            <a:ext cx="303617" cy="0"/>
          </a:xfrm>
          <a:prstGeom prst="straightConnector1">
            <a:avLst/>
          </a:prstGeom>
          <a:ln>
            <a:solidFill>
              <a:schemeClr val="tx2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629C07D-728A-E28E-CF4A-0AFEE99AA759}"/>
              </a:ext>
            </a:extLst>
          </p:cNvPr>
          <p:cNvSpPr/>
          <p:nvPr/>
        </p:nvSpPr>
        <p:spPr>
          <a:xfrm>
            <a:off x="7224460" y="3608287"/>
            <a:ext cx="138074" cy="731536"/>
          </a:xfrm>
          <a:prstGeom prst="roundRect">
            <a:avLst/>
          </a:prstGeom>
          <a:solidFill>
            <a:srgbClr val="F7F4E4"/>
          </a:solidFill>
          <a:ln w="9525">
            <a:solidFill>
              <a:schemeClr val="tx2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 defTabSz="1079947"/>
            <a:endParaRPr lang="en-CN" sz="827">
              <a:solidFill>
                <a:srgbClr val="000000"/>
              </a:solidFill>
              <a:latin typeface="等线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5A3836-378D-F14B-EDBF-D791F9254588}"/>
              </a:ext>
            </a:extLst>
          </p:cNvPr>
          <p:cNvSpPr txBox="1"/>
          <p:nvPr/>
        </p:nvSpPr>
        <p:spPr>
          <a:xfrm rot="5400000">
            <a:off x="4823342" y="3867589"/>
            <a:ext cx="467706" cy="21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Split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8692C6-DB89-7529-0526-7BEE7CEA6E7E}"/>
              </a:ext>
            </a:extLst>
          </p:cNvPr>
          <p:cNvSpPr txBox="1"/>
          <p:nvPr/>
        </p:nvSpPr>
        <p:spPr>
          <a:xfrm rot="5400000">
            <a:off x="6954450" y="3865071"/>
            <a:ext cx="697925" cy="2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Aggregate</a:t>
            </a:r>
          </a:p>
        </p:txBody>
      </p:sp>
    </p:spTree>
    <p:extLst>
      <p:ext uri="{BB962C8B-B14F-4D97-AF65-F5344CB8AC3E}">
        <p14:creationId xmlns:p14="http://schemas.microsoft.com/office/powerpoint/2010/main" val="3201794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1118A26-74B1-F359-DD05-9A37BE51BA33}"/>
              </a:ext>
            </a:extLst>
          </p:cNvPr>
          <p:cNvCxnSpPr>
            <a:cxnSpLocks/>
          </p:cNvCxnSpPr>
          <p:nvPr/>
        </p:nvCxnSpPr>
        <p:spPr>
          <a:xfrm>
            <a:off x="4903488" y="3979912"/>
            <a:ext cx="303617" cy="0"/>
          </a:xfrm>
          <a:prstGeom prst="straightConnector1">
            <a:avLst/>
          </a:prstGeom>
          <a:ln>
            <a:solidFill>
              <a:schemeClr val="tx2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DC6F76A-5EC1-6C9B-F53B-F7FE2460FDEA}"/>
              </a:ext>
            </a:extLst>
          </p:cNvPr>
          <p:cNvSpPr/>
          <p:nvPr/>
        </p:nvSpPr>
        <p:spPr>
          <a:xfrm>
            <a:off x="7456702" y="4332620"/>
            <a:ext cx="1942282" cy="909476"/>
          </a:xfrm>
          <a:prstGeom prst="rect">
            <a:avLst/>
          </a:prstGeom>
          <a:solidFill>
            <a:schemeClr val="accent5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en-CN" sz="2126">
              <a:solidFill>
                <a:srgbClr val="FFFFFF"/>
              </a:solidFill>
              <a:latin typeface="等线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4D8DB-09EA-CD0B-D137-3FCF966384E3}"/>
              </a:ext>
            </a:extLst>
          </p:cNvPr>
          <p:cNvSpPr/>
          <p:nvPr/>
        </p:nvSpPr>
        <p:spPr>
          <a:xfrm>
            <a:off x="5217050" y="4790887"/>
            <a:ext cx="1942282" cy="4512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9C35A0-8B13-BB8F-B799-76EF04DFA287}"/>
              </a:ext>
            </a:extLst>
          </p:cNvPr>
          <p:cNvSpPr/>
          <p:nvPr/>
        </p:nvSpPr>
        <p:spPr>
          <a:xfrm>
            <a:off x="5207106" y="3409903"/>
            <a:ext cx="1944260" cy="862253"/>
          </a:xfrm>
          <a:prstGeom prst="rect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31A54-DFEB-63CA-7B32-AF0079F69F7D}"/>
              </a:ext>
            </a:extLst>
          </p:cNvPr>
          <p:cNvSpPr/>
          <p:nvPr/>
        </p:nvSpPr>
        <p:spPr>
          <a:xfrm>
            <a:off x="5213294" y="4312190"/>
            <a:ext cx="1942282" cy="438006"/>
          </a:xfrm>
          <a:prstGeom prst="rect">
            <a:avLst/>
          </a:prstGeom>
          <a:solidFill>
            <a:schemeClr val="accent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843B51-CC02-59D5-3B71-D256E3BCBEBE}"/>
              </a:ext>
            </a:extLst>
          </p:cNvPr>
          <p:cNvSpPr/>
          <p:nvPr/>
        </p:nvSpPr>
        <p:spPr>
          <a:xfrm>
            <a:off x="5209081" y="2837626"/>
            <a:ext cx="1944260" cy="525285"/>
          </a:xfrm>
          <a:prstGeom prst="rect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969925-D32B-B3AF-DC40-A0A15DF00658}"/>
              </a:ext>
            </a:extLst>
          </p:cNvPr>
          <p:cNvSpPr/>
          <p:nvPr/>
        </p:nvSpPr>
        <p:spPr>
          <a:xfrm>
            <a:off x="2959228" y="2837844"/>
            <a:ext cx="1944260" cy="240425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E2450E-CF85-4985-9BCA-CCA9EC99809D}"/>
              </a:ext>
            </a:extLst>
          </p:cNvPr>
          <p:cNvSpPr/>
          <p:nvPr/>
        </p:nvSpPr>
        <p:spPr>
          <a:xfrm>
            <a:off x="2885362" y="2877846"/>
            <a:ext cx="2106279" cy="232934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object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class is the base class for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implementing the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conversion from one in-style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A31515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parameter to another out-style parameter.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</a:b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def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init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Optional[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in_regex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Pattern[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out_style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) -&gt;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Initializes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instance.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</a:b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class:`int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the offse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used to skip the escape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character.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</a:b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whether to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convert tuples into a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sequence of parameters.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6EA4F9-3231-486C-9420-F72ED5DE2CF0}"/>
              </a:ext>
            </a:extLst>
          </p:cNvPr>
          <p:cNvSpPr/>
          <p:nvPr/>
        </p:nvSpPr>
        <p:spPr>
          <a:xfrm>
            <a:off x="5138763" y="2839707"/>
            <a:ext cx="2109291" cy="51952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object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class is the base class for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implementing the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conversion from one in-style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A31515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parameter to another out-style parameter.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6216E2-8282-4FA0-9A59-177DABC7CA42}"/>
              </a:ext>
            </a:extLst>
          </p:cNvPr>
          <p:cNvSpPr/>
          <p:nvPr/>
        </p:nvSpPr>
        <p:spPr>
          <a:xfrm>
            <a:off x="5143768" y="3449186"/>
            <a:ext cx="2109291" cy="8160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def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init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Optional[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in_regex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Pattern[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out_style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) -&gt;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Initializes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instance.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2EC4E-D317-49B4-B6FD-1573758DC97F}"/>
              </a:ext>
            </a:extLst>
          </p:cNvPr>
          <p:cNvSpPr/>
          <p:nvPr/>
        </p:nvSpPr>
        <p:spPr>
          <a:xfrm>
            <a:off x="5149953" y="4357828"/>
            <a:ext cx="2103105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class:`int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the offse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used to skip the escape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character.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DE75E5-3F70-42FD-90F1-147819521F51}"/>
              </a:ext>
            </a:extLst>
          </p:cNvPr>
          <p:cNvSpPr/>
          <p:nvPr/>
        </p:nvSpPr>
        <p:spPr>
          <a:xfrm>
            <a:off x="5146730" y="4818387"/>
            <a:ext cx="2100144" cy="43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whether to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convert tuples into a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sequence of parameters.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605B60-039D-1764-45C8-3AC77B21ED41}"/>
              </a:ext>
            </a:extLst>
          </p:cNvPr>
          <p:cNvSpPr/>
          <p:nvPr/>
        </p:nvSpPr>
        <p:spPr>
          <a:xfrm>
            <a:off x="3592284" y="2680647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Raw</a:t>
            </a:r>
            <a:r>
              <a:rPr kumimoji="0" lang="zh-CN" altLang="en-US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</a:t>
            </a:r>
            <a:endParaRPr kumimoji="0" lang="en-CN" sz="70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1CFC04-F351-742F-6779-B947944EC1ED}"/>
              </a:ext>
            </a:extLst>
          </p:cNvPr>
          <p:cNvSpPr/>
          <p:nvPr/>
        </p:nvSpPr>
        <p:spPr>
          <a:xfrm>
            <a:off x="5857233" y="2674108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Mini</a:t>
            </a:r>
            <a:r>
              <a:rPr kumimoji="0" lang="zh-CN" altLang="en-US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Blocks</a:t>
            </a:r>
            <a:endParaRPr kumimoji="0" lang="en-CN" sz="70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082D35-F774-244C-4383-AD12A319BF83}"/>
              </a:ext>
            </a:extLst>
          </p:cNvPr>
          <p:cNvSpPr/>
          <p:nvPr/>
        </p:nvSpPr>
        <p:spPr>
          <a:xfrm>
            <a:off x="8107564" y="2681249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Candidates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E9D623-B68A-F82C-BB48-B35F12916A7A}"/>
              </a:ext>
            </a:extLst>
          </p:cNvPr>
          <p:cNvSpPr/>
          <p:nvPr/>
        </p:nvSpPr>
        <p:spPr>
          <a:xfrm>
            <a:off x="4976586" y="3608287"/>
            <a:ext cx="138074" cy="731536"/>
          </a:xfrm>
          <a:prstGeom prst="roundRect">
            <a:avLst/>
          </a:prstGeom>
          <a:solidFill>
            <a:srgbClr val="F7F4E4"/>
          </a:solidFill>
          <a:ln w="9525">
            <a:solidFill>
              <a:schemeClr val="tx2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82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BCC917-1D8B-BC8A-A338-84FDDF1BC674}"/>
              </a:ext>
            </a:extLst>
          </p:cNvPr>
          <p:cNvCxnSpPr>
            <a:cxnSpLocks/>
          </p:cNvCxnSpPr>
          <p:nvPr/>
        </p:nvCxnSpPr>
        <p:spPr>
          <a:xfrm>
            <a:off x="7151363" y="3968753"/>
            <a:ext cx="303617" cy="0"/>
          </a:xfrm>
          <a:prstGeom prst="straightConnector1">
            <a:avLst/>
          </a:prstGeom>
          <a:ln>
            <a:solidFill>
              <a:schemeClr val="tx2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629C07D-728A-E28E-CF4A-0AFEE99AA759}"/>
              </a:ext>
            </a:extLst>
          </p:cNvPr>
          <p:cNvSpPr/>
          <p:nvPr/>
        </p:nvSpPr>
        <p:spPr>
          <a:xfrm>
            <a:off x="7224460" y="3608287"/>
            <a:ext cx="138074" cy="731536"/>
          </a:xfrm>
          <a:prstGeom prst="roundRect">
            <a:avLst/>
          </a:prstGeom>
          <a:solidFill>
            <a:srgbClr val="F7F4E4"/>
          </a:solidFill>
          <a:ln w="9525">
            <a:solidFill>
              <a:schemeClr val="tx2"/>
            </a:solidFill>
            <a:prstDash val="sys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82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5A3836-378D-F14B-EDBF-D791F9254588}"/>
              </a:ext>
            </a:extLst>
          </p:cNvPr>
          <p:cNvSpPr txBox="1"/>
          <p:nvPr/>
        </p:nvSpPr>
        <p:spPr>
          <a:xfrm rot="5400000">
            <a:off x="4823342" y="3867589"/>
            <a:ext cx="467706" cy="21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7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Split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8692C6-DB89-7529-0526-7BEE7CEA6E7E}"/>
              </a:ext>
            </a:extLst>
          </p:cNvPr>
          <p:cNvSpPr txBox="1"/>
          <p:nvPr/>
        </p:nvSpPr>
        <p:spPr>
          <a:xfrm rot="5400000">
            <a:off x="6954450" y="3865071"/>
            <a:ext cx="697925" cy="2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7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Aggregate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2F6253-55C5-7396-68A7-947999C7C127}"/>
              </a:ext>
            </a:extLst>
          </p:cNvPr>
          <p:cNvSpPr/>
          <p:nvPr/>
        </p:nvSpPr>
        <p:spPr>
          <a:xfrm>
            <a:off x="7455359" y="3416442"/>
            <a:ext cx="1944260" cy="862253"/>
          </a:xfrm>
          <a:prstGeom prst="rect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2F2A2D-6D62-6660-D032-01C5F7C883D8}"/>
              </a:ext>
            </a:extLst>
          </p:cNvPr>
          <p:cNvSpPr/>
          <p:nvPr/>
        </p:nvSpPr>
        <p:spPr>
          <a:xfrm>
            <a:off x="7457334" y="2844165"/>
            <a:ext cx="1944260" cy="525285"/>
          </a:xfrm>
          <a:prstGeom prst="rect">
            <a:avLst/>
          </a:prstGeom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212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6" name="矩形 14">
            <a:extLst>
              <a:ext uri="{FF2B5EF4-FFF2-40B4-BE49-F238E27FC236}">
                <a16:creationId xmlns:a16="http://schemas.microsoft.com/office/drawing/2014/main" id="{ADCC7CCA-EAE4-2E4A-DC9D-A935890FD9E2}"/>
              </a:ext>
            </a:extLst>
          </p:cNvPr>
          <p:cNvSpPr/>
          <p:nvPr/>
        </p:nvSpPr>
        <p:spPr>
          <a:xfrm>
            <a:off x="7387016" y="2846246"/>
            <a:ext cx="2109291" cy="51952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object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class is the base class for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implementing the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conversion from one in-style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A31515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parameter to another out-style parameter.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15">
            <a:extLst>
              <a:ext uri="{FF2B5EF4-FFF2-40B4-BE49-F238E27FC236}">
                <a16:creationId xmlns:a16="http://schemas.microsoft.com/office/drawing/2014/main" id="{E3502E03-9C2E-1FAE-E931-7679C685ED8E}"/>
              </a:ext>
            </a:extLst>
          </p:cNvPr>
          <p:cNvSpPr/>
          <p:nvPr/>
        </p:nvSpPr>
        <p:spPr>
          <a:xfrm>
            <a:off x="7392021" y="3455725"/>
            <a:ext cx="2109291" cy="8160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def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init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__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Optional[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in_regex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Pattern[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],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in_style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out_style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styles.Style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) -&gt;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Initializes the 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class:`.Converter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 instance.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16">
            <a:extLst>
              <a:ext uri="{FF2B5EF4-FFF2-40B4-BE49-F238E27FC236}">
                <a16:creationId xmlns:a16="http://schemas.microsoft.com/office/drawing/2014/main" id="{71A57467-866D-E22B-6AAF-A5D32227D934}"/>
              </a:ext>
            </a:extLst>
          </p:cNvPr>
          <p:cNvSpPr/>
          <p:nvPr/>
        </p:nvSpPr>
        <p:spPr>
          <a:xfrm>
            <a:off x="7398206" y="4371347"/>
            <a:ext cx="2103105" cy="37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len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escape_char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is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None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else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escape_start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class:`int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the offse 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used to skip the escape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character.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17">
            <a:extLst>
              <a:ext uri="{FF2B5EF4-FFF2-40B4-BE49-F238E27FC236}">
                <a16:creationId xmlns:a16="http://schemas.microsoft.com/office/drawing/2014/main" id="{570B0080-B46F-036F-51ED-D03B08832F9D}"/>
              </a:ext>
            </a:extLst>
          </p:cNvPr>
          <p:cNvSpPr/>
          <p:nvPr/>
        </p:nvSpPr>
        <p:spPr>
          <a:xfrm>
            <a:off x="7394983" y="4810966"/>
            <a:ext cx="2100144" cy="43800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self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: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=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*_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expand_tuples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* (:</a:t>
            </a:r>
            <a:r>
              <a:rPr kumimoji="0" lang="en-US" altLang="zh-CN" sz="5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class:`bool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`) is whether to</a:t>
            </a: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     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convert tuples into a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sequence of parameters.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        """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2D2AA2-F2E2-2BB1-91DA-FBDFEA4F4FEB}"/>
              </a:ext>
            </a:extLst>
          </p:cNvPr>
          <p:cNvSpPr/>
          <p:nvPr/>
        </p:nvSpPr>
        <p:spPr>
          <a:xfrm>
            <a:off x="8105486" y="2680647"/>
            <a:ext cx="678149" cy="1632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799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Candidates</a:t>
            </a:r>
            <a:endParaRPr kumimoji="0" lang="en-CN" sz="70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783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DCB0D0F-80E3-4D7C-996F-1595A1070304}"/>
              </a:ext>
            </a:extLst>
          </p:cNvPr>
          <p:cNvSpPr/>
          <p:nvPr/>
        </p:nvSpPr>
        <p:spPr>
          <a:xfrm>
            <a:off x="163227" y="695983"/>
            <a:ext cx="8253698" cy="23280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formatmany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TSqlStr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Union[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Dict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[Union[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 Any]], 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[Sequence[Any]]],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-&gt; Tuple[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TSqlStr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Union[List[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Dict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Any]], List[Sequence[Any]]]]: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Convert the SQL query to use the out-style parameters instead of the in-style parameters.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...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Normalize query encoding to simplify processing.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isinstance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elif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isinstance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bytes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DA2C33-9D23-4CAF-B9C7-BD54C1513D3F}"/>
              </a:ext>
            </a:extLst>
          </p:cNvPr>
          <p:cNvSpPr/>
          <p:nvPr/>
        </p:nvSpPr>
        <p:spPr>
          <a:xfrm>
            <a:off x="163226" y="3024013"/>
            <a:ext cx="8253698" cy="2108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decode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(_BYTES_ENCODING)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A82B43E-AE04-43AD-9183-584B72245AE3}"/>
              </a:ext>
            </a:extLst>
          </p:cNvPr>
          <p:cNvSpPr/>
          <p:nvPr/>
        </p:nvSpPr>
        <p:spPr>
          <a:xfrm>
            <a:off x="163226" y="3234836"/>
            <a:ext cx="8253698" cy="591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bytes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raise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TypeError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{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=!r}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is not a 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unicode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or byte string."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3A8590-5F50-4695-B2B5-D05C0A7A5935}"/>
              </a:ext>
            </a:extLst>
          </p:cNvPr>
          <p:cNvSpPr/>
          <p:nvPr/>
        </p:nvSpPr>
        <p:spPr>
          <a:xfrm>
            <a:off x="163226" y="3826761"/>
            <a:ext cx="8253698" cy="2108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_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util.is_iterable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EB7BBF-AE12-4E1B-B643-BC4743D7B1D6}"/>
              </a:ext>
            </a:extLst>
          </p:cNvPr>
          <p:cNvSpPr/>
          <p:nvPr/>
        </p:nvSpPr>
        <p:spPr>
          <a:xfrm>
            <a:off x="163226" y="4037584"/>
            <a:ext cx="8253698" cy="381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raise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TypeError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{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=!r}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is not 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."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Strip comments.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3FE7EB7-D553-4A11-8CA9-26EC27019154}"/>
              </a:ext>
            </a:extLst>
          </p:cNvPr>
          <p:cNvSpPr/>
          <p:nvPr/>
        </p:nvSpPr>
        <p:spPr>
          <a:xfrm>
            <a:off x="163225" y="4415985"/>
            <a:ext cx="8253698" cy="2108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.__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strip_comments_from_sql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907C18-C127-46D1-934C-3F42FC2BDC20}"/>
              </a:ext>
            </a:extLst>
          </p:cNvPr>
          <p:cNvSpPr/>
          <p:nvPr/>
        </p:nvSpPr>
        <p:spPr>
          <a:xfrm>
            <a:off x="163224" y="4629510"/>
            <a:ext cx="8253698" cy="210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Replace in-style with out-style parameters.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A5F5F3-94CD-449F-AA9B-E457D0ECD5B2}"/>
              </a:ext>
            </a:extLst>
          </p:cNvPr>
          <p:cNvSpPr/>
          <p:nvPr/>
        </p:nvSpPr>
        <p:spPr>
          <a:xfrm>
            <a:off x="163222" y="4840334"/>
            <a:ext cx="8253698" cy="2108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.__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converter.convert_many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18F757-C975-4050-AD2B-DD59714C4FCD}"/>
              </a:ext>
            </a:extLst>
          </p:cNvPr>
          <p:cNvSpPr/>
          <p:nvPr/>
        </p:nvSpPr>
        <p:spPr>
          <a:xfrm>
            <a:off x="163222" y="5048454"/>
            <a:ext cx="8253698" cy="381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Make sure the query is returned as the proper string type.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bytes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EADE783-A626-48A6-9CCD-76B9A8CBE86E}"/>
              </a:ext>
            </a:extLst>
          </p:cNvPr>
          <p:cNvSpPr/>
          <p:nvPr/>
        </p:nvSpPr>
        <p:spPr>
          <a:xfrm>
            <a:off x="163222" y="5429556"/>
            <a:ext cx="8253698" cy="2108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.encode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(_BYTES_ENCODING)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7D82B02-F228-4A08-971A-FD92A51916AF}"/>
              </a:ext>
            </a:extLst>
          </p:cNvPr>
          <p:cNvSpPr/>
          <p:nvPr/>
        </p:nvSpPr>
        <p:spPr>
          <a:xfrm>
            <a:off x="163222" y="5634977"/>
            <a:ext cx="8253698" cy="738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else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Return converted SQL and out-parameters.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D11152-27AD-4F1F-943D-6F3AF6B1F28E}"/>
              </a:ext>
            </a:extLst>
          </p:cNvPr>
          <p:cNvSpPr/>
          <p:nvPr/>
        </p:nvSpPr>
        <p:spPr>
          <a:xfrm>
            <a:off x="951555" y="6978911"/>
            <a:ext cx="2539862" cy="4750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sqlparams/__init__.py</a:t>
            </a:r>
            <a:endParaRPr lang="en-US" altLang="zh-CN" sz="1241" dirty="0">
              <a:solidFill>
                <a:srgbClr val="0070C1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70C1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_BYTES_ENCODING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'latin1'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3A278D-DF7A-472F-97F7-63234233A627}"/>
              </a:ext>
            </a:extLst>
          </p:cNvPr>
          <p:cNvSpPr/>
          <p:nvPr/>
        </p:nvSpPr>
        <p:spPr>
          <a:xfrm>
            <a:off x="6817202" y="1689589"/>
            <a:ext cx="6918160" cy="15631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sqlparams/_util.py</a:t>
            </a:r>
            <a:endParaRPr lang="en-US" altLang="zh-CN" sz="1241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is_iterable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value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Check whether the value is an 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(excludes strings).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*value* is the value to check,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Returns whether *value* is a 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class:`bool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isinstance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value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and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isinstance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value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(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bytes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4629C5-2098-46D8-9428-9F3E16677775}"/>
              </a:ext>
            </a:extLst>
          </p:cNvPr>
          <p:cNvSpPr/>
          <p:nvPr/>
        </p:nvSpPr>
        <p:spPr>
          <a:xfrm>
            <a:off x="4794511" y="5653238"/>
            <a:ext cx="8654147" cy="2843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sqlparams/_converting.py</a:t>
            </a:r>
            <a:endParaRPr lang="en-US" altLang="zh-CN" sz="1241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convert_many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Union[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Dict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[Union[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 Any]], 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[Sequence[Any]]],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-&gt; Tuple[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Union[List[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Dict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[Union[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int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], Any]], List[Sequence[Any]]]]: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Convert the SQL query to use the named out-style parameters from the named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the in-style parameters.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*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class:`str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SQL query.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*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(:class:`~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collections.abc.Iterable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contains each set of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in-style parameters (:class:`~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collections.abc.Mapping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or :class:`~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collections.abc.Sequence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Returns a 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class:`tuple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containing: the converted SQL query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class:`str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`),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and the many out-style parameters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class:`list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of :class:`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dict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 or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class:`list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raise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NotImplementedError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{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__class__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qualname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}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must implement 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convert_many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()."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95C2C9F-079D-47E3-A628-F3F0A9CFB10A}"/>
              </a:ext>
            </a:extLst>
          </p:cNvPr>
          <p:cNvSpPr/>
          <p:nvPr/>
        </p:nvSpPr>
        <p:spPr>
          <a:xfrm>
            <a:off x="7987693" y="3431517"/>
            <a:ext cx="5275412" cy="21371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sqlparams/__init__.py</a:t>
            </a:r>
            <a:endParaRPr lang="en-US" altLang="zh-CN" sz="1241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def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__</a:t>
            </a:r>
            <a:r>
              <a:rPr lang="en-US" altLang="zh-CN" sz="1241" dirty="0" err="1">
                <a:solidFill>
                  <a:srgbClr val="795E26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strip_comments_from_sql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 -&gt; </a:t>
            </a:r>
            <a:r>
              <a:rPr lang="en-US" altLang="zh-CN" sz="1241" dirty="0">
                <a:solidFill>
                  <a:srgbClr val="267F99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Strip comments from the SQL.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*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*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class:`str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 is the SQL query.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Returns the stripped SQL query (:</a:t>
            </a:r>
            <a:r>
              <a:rPr lang="en-US" altLang="zh-CN" sz="1241" dirty="0" err="1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class:`str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`).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"""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sql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for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comment_regex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in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self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.__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strip_comment_regexes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: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comment_regex</a:t>
            </a:r>
            <a:r>
              <a:rPr lang="en-US" altLang="zh-CN" sz="1241" dirty="0" err="1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.sub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""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>
                <a:solidFill>
                  <a:srgbClr val="AF00D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return</a:t>
            </a:r>
            <a:r>
              <a:rPr lang="en-US" altLang="zh-CN" sz="1241" dirty="0">
                <a:solidFill>
                  <a:srgbClr val="3B3B3B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241" dirty="0" err="1">
                <a:solidFill>
                  <a:srgbClr val="00108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endParaRPr lang="en-US" altLang="zh-CN" sz="1241" dirty="0">
              <a:solidFill>
                <a:srgbClr val="3B3B3B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375A556-7065-46EA-892E-A4DA9F63A946}"/>
              </a:ext>
            </a:extLst>
          </p:cNvPr>
          <p:cNvCxnSpPr>
            <a:cxnSpLocks/>
          </p:cNvCxnSpPr>
          <p:nvPr/>
        </p:nvCxnSpPr>
        <p:spPr>
          <a:xfrm flipH="1">
            <a:off x="2648558" y="5686668"/>
            <a:ext cx="842859" cy="1206558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7654990-4D4A-4171-9893-601B6793F542}"/>
              </a:ext>
            </a:extLst>
          </p:cNvPr>
          <p:cNvCxnSpPr>
            <a:cxnSpLocks/>
          </p:cNvCxnSpPr>
          <p:nvPr/>
        </p:nvCxnSpPr>
        <p:spPr>
          <a:xfrm flipH="1">
            <a:off x="1745831" y="3234835"/>
            <a:ext cx="1191035" cy="3658391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E419800-CA55-497B-8A60-24094478FED2}"/>
              </a:ext>
            </a:extLst>
          </p:cNvPr>
          <p:cNvCxnSpPr>
            <a:cxnSpLocks/>
          </p:cNvCxnSpPr>
          <p:nvPr/>
        </p:nvCxnSpPr>
        <p:spPr>
          <a:xfrm flipV="1">
            <a:off x="3818017" y="2460698"/>
            <a:ext cx="2883046" cy="1404909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B3D29D9-D51F-4210-B467-F51AC46B3898}"/>
              </a:ext>
            </a:extLst>
          </p:cNvPr>
          <p:cNvCxnSpPr>
            <a:cxnSpLocks/>
          </p:cNvCxnSpPr>
          <p:nvPr/>
        </p:nvCxnSpPr>
        <p:spPr>
          <a:xfrm>
            <a:off x="4932945" y="4503233"/>
            <a:ext cx="2973141" cy="237223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D69454E-79DA-4937-AD10-4A4567B63C23}"/>
              </a:ext>
            </a:extLst>
          </p:cNvPr>
          <p:cNvCxnSpPr>
            <a:cxnSpLocks/>
          </p:cNvCxnSpPr>
          <p:nvPr/>
        </p:nvCxnSpPr>
        <p:spPr>
          <a:xfrm>
            <a:off x="5048338" y="5067354"/>
            <a:ext cx="616631" cy="532483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F6E83AAB-7C9C-41CC-987B-61AF8FAF3FD7}"/>
              </a:ext>
            </a:extLst>
          </p:cNvPr>
          <p:cNvSpPr/>
          <p:nvPr/>
        </p:nvSpPr>
        <p:spPr>
          <a:xfrm>
            <a:off x="163221" y="489435"/>
            <a:ext cx="8253698" cy="21082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05431">
              <a:defRPr/>
            </a:pPr>
            <a:r>
              <a:rPr lang="en-US" altLang="zh-CN" sz="1241" dirty="0">
                <a:solidFill>
                  <a:srgbClr val="008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# sqlparams/__init__.py</a:t>
            </a:r>
            <a:endParaRPr lang="en-US" altLang="zh-CN" sz="1241" dirty="0">
              <a:solidFill>
                <a:srgbClr val="0070C1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70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D4435FD7-EA9A-4542-AC0F-B7D38A48D554}"/>
              </a:ext>
            </a:extLst>
          </p:cNvPr>
          <p:cNvSpPr/>
          <p:nvPr/>
        </p:nvSpPr>
        <p:spPr>
          <a:xfrm>
            <a:off x="1426518" y="2247696"/>
            <a:ext cx="7340370" cy="3008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not 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util.is_iterable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raise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TypeError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(f"{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=!r} is not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.")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Strip comments.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strip_comments_from_sql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Replace in-style with out-style parameters.</a:t>
            </a:r>
          </a:p>
          <a:p>
            <a:pPr defTabSz="1079947"/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converter.convert_many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Make sure the query is returned as the proper string type.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is bytes: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use_sql.encode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(_BYTES_ENCODING)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else: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Return converted SQL and out-parameters.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4B8A2A-EFEB-4A16-8899-A547BD1D82FF}"/>
              </a:ext>
            </a:extLst>
          </p:cNvPr>
          <p:cNvSpPr/>
          <p:nvPr/>
        </p:nvSpPr>
        <p:spPr>
          <a:xfrm>
            <a:off x="1765140" y="2488603"/>
            <a:ext cx="7340370" cy="30083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not 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util.is_iterable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raise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TypeError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(f"{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=!r} is not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.")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Strip comments.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strip_comments_from_sql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Replace in-style with out-style parameters.</a:t>
            </a:r>
          </a:p>
          <a:p>
            <a:pPr defTabSz="1079947"/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converter.convert_many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F1F1F1">
                    <a:lumMod val="90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Make sure the query is returned as the proper string type.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is bytes: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use_sql.encode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(_BYTES_ENCODING)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else: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Return converted SQL and out-parameters.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0D6A690-E715-447A-BF61-A7C8610717D1}"/>
              </a:ext>
            </a:extLst>
          </p:cNvPr>
          <p:cNvSpPr/>
          <p:nvPr/>
        </p:nvSpPr>
        <p:spPr>
          <a:xfrm>
            <a:off x="2103761" y="2817645"/>
            <a:ext cx="7340370" cy="30083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not 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util.is_iterable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raise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TypeError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(f"{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=!r} is not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iterable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.")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Strip comments.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strip_comments_from_sql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Replace in-style with out-style parameters.</a:t>
            </a:r>
          </a:p>
          <a:p>
            <a:pPr defTabSz="1079947"/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</a:t>
            </a:r>
            <a:r>
              <a:rPr lang="en-US" altLang="zh-CN" sz="1241" dirty="0" err="1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self.__</a:t>
            </a:r>
            <a:r>
              <a:rPr lang="en-US" altLang="zh-CN" sz="1241" dirty="0" err="1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converter.convert_many</a:t>
            </a:r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241" dirty="0" err="1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many_params</a:t>
            </a:r>
            <a:r>
              <a:rPr lang="en-US" altLang="zh-CN" sz="1241" dirty="0">
                <a:solidFill>
                  <a:srgbClr val="FFFFFF">
                    <a:lumMod val="75000"/>
                  </a:srgbClr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Make sure the query is returned as the proper string type.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if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string_type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is bytes: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use_sql.encode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(_BYTES_ENCODING)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else: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   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 =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use_sql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# Return converted SQL and out-parameters.</a:t>
            </a: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    return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out_sql</a:t>
            </a:r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, </a:t>
            </a:r>
            <a:r>
              <a:rPr lang="en-US" altLang="zh-CN" sz="1241" dirty="0" err="1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many_out_params</a:t>
            </a:r>
            <a:endParaRPr lang="en-US" altLang="zh-CN" sz="1241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defTabSz="1079947"/>
            <a:r>
              <a:rPr lang="en-US" altLang="zh-CN" sz="1241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</a:rPr>
              <a:t>...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AC7CCE-C26F-46E0-8738-0A616777AE59}"/>
              </a:ext>
            </a:extLst>
          </p:cNvPr>
          <p:cNvSpPr/>
          <p:nvPr/>
        </p:nvSpPr>
        <p:spPr>
          <a:xfrm>
            <a:off x="1123149" y="4022179"/>
            <a:ext cx="8724879" cy="235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159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334E19-E042-465B-9B25-718B332E4D21}"/>
              </a:ext>
            </a:extLst>
          </p:cNvPr>
          <p:cNvSpPr txBox="1"/>
          <p:nvPr/>
        </p:nvSpPr>
        <p:spPr>
          <a:xfrm>
            <a:off x="8590801" y="3663756"/>
            <a:ext cx="705642" cy="337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596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sz="1596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2714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24EEAB77-BE0E-4BAE-937F-5BD902E16C1A}"/>
              </a:ext>
            </a:extLst>
          </p:cNvPr>
          <p:cNvSpPr/>
          <p:nvPr/>
        </p:nvSpPr>
        <p:spPr>
          <a:xfrm>
            <a:off x="9909703" y="5060858"/>
            <a:ext cx="2253610" cy="213945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69172B-5E9C-449E-B9EB-5A42ED924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71" y="1930230"/>
            <a:ext cx="1539600" cy="9045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7EBE8EC-F1FE-4DF6-9AC2-335D0EFEB2B3}"/>
              </a:ext>
            </a:extLst>
          </p:cNvPr>
          <p:cNvSpPr/>
          <p:nvPr/>
        </p:nvSpPr>
        <p:spPr>
          <a:xfrm>
            <a:off x="1351787" y="3498504"/>
            <a:ext cx="1648567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Repos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F9AE482-F957-4A91-8EF4-831514F87B1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176071" y="2834744"/>
            <a:ext cx="1" cy="663759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7F476E7-607C-4705-89DA-2B1F21B1CBE2}"/>
              </a:ext>
            </a:extLst>
          </p:cNvPr>
          <p:cNvSpPr/>
          <p:nvPr/>
        </p:nvSpPr>
        <p:spPr>
          <a:xfrm>
            <a:off x="224359" y="1126525"/>
            <a:ext cx="3780730" cy="63423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00185B7-7709-4633-9759-02DE6BC4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520" y="1840229"/>
            <a:ext cx="1539600" cy="9045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80A8F8D-B283-4531-ABA8-EC6308076CC6}"/>
              </a:ext>
            </a:extLst>
          </p:cNvPr>
          <p:cNvSpPr/>
          <p:nvPr/>
        </p:nvSpPr>
        <p:spPr>
          <a:xfrm>
            <a:off x="1139701" y="3374537"/>
            <a:ext cx="1918572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Repos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6E8C4-32AB-44DA-A7FB-2412F7511E61}"/>
              </a:ext>
            </a:extLst>
          </p:cNvPr>
          <p:cNvSpPr/>
          <p:nvPr/>
        </p:nvSpPr>
        <p:spPr>
          <a:xfrm>
            <a:off x="1082251" y="5262117"/>
            <a:ext cx="2030136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Clusters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89E19033-99D5-4A7A-B698-63D421C49597}"/>
              </a:ext>
            </a:extLst>
          </p:cNvPr>
          <p:cNvSpPr/>
          <p:nvPr/>
        </p:nvSpPr>
        <p:spPr>
          <a:xfrm>
            <a:off x="1957529" y="2857245"/>
            <a:ext cx="270004" cy="43875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CBB630-1502-49FF-837B-4688CB22949F}"/>
              </a:ext>
            </a:extLst>
          </p:cNvPr>
          <p:cNvSpPr/>
          <p:nvPr/>
        </p:nvSpPr>
        <p:spPr>
          <a:xfrm>
            <a:off x="332473" y="6480827"/>
            <a:ext cx="1648567" cy="721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 Library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9F81E170-23C2-47F3-86C3-96D7A1FD53E5}"/>
              </a:ext>
            </a:extLst>
          </p:cNvPr>
          <p:cNvSpPr/>
          <p:nvPr/>
        </p:nvSpPr>
        <p:spPr>
          <a:xfrm rot="2209086">
            <a:off x="1408724" y="5938301"/>
            <a:ext cx="270004" cy="43875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FB35C49-73D9-4E68-ADDB-3441BB05EDA0}"/>
              </a:ext>
            </a:extLst>
          </p:cNvPr>
          <p:cNvSpPr/>
          <p:nvPr/>
        </p:nvSpPr>
        <p:spPr>
          <a:xfrm>
            <a:off x="1957529" y="4089132"/>
            <a:ext cx="270004" cy="104020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05F7BE8-9C6F-4887-A076-12B3CFA22F71}"/>
              </a:ext>
            </a:extLst>
          </p:cNvPr>
          <p:cNvSpPr txBox="1"/>
          <p:nvPr/>
        </p:nvSpPr>
        <p:spPr>
          <a:xfrm>
            <a:off x="1004800" y="2839104"/>
            <a:ext cx="951892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Filter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2412F8-91D0-44C8-AB51-8394C88661C2}"/>
              </a:ext>
            </a:extLst>
          </p:cNvPr>
          <p:cNvSpPr txBox="1"/>
          <p:nvPr/>
        </p:nvSpPr>
        <p:spPr>
          <a:xfrm>
            <a:off x="196460" y="4147725"/>
            <a:ext cx="1918572" cy="746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Dependency</a:t>
            </a:r>
          </a:p>
          <a:p>
            <a:pPr algn="ctr" defTabSz="1079947"/>
            <a:r>
              <a:rPr lang="en-US" altLang="zh-CN" sz="2126" dirty="0">
                <a:solidFill>
                  <a:srgbClr val="0D0D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C8F301-FC51-44CB-831D-9B66277442D9}"/>
              </a:ext>
            </a:extLst>
          </p:cNvPr>
          <p:cNvSpPr txBox="1"/>
          <p:nvPr/>
        </p:nvSpPr>
        <p:spPr>
          <a:xfrm>
            <a:off x="535847" y="5923517"/>
            <a:ext cx="827511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90FBD26-23F6-4BE0-9238-52E8D6CBF3F0}"/>
              </a:ext>
            </a:extLst>
          </p:cNvPr>
          <p:cNvSpPr/>
          <p:nvPr/>
        </p:nvSpPr>
        <p:spPr>
          <a:xfrm>
            <a:off x="4161973" y="5044110"/>
            <a:ext cx="1714170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 Signal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9DD03ED0-881B-45E6-BFE4-F05D7C6A8F59}"/>
              </a:ext>
            </a:extLst>
          </p:cNvPr>
          <p:cNvSpPr/>
          <p:nvPr/>
        </p:nvSpPr>
        <p:spPr>
          <a:xfrm rot="10800000">
            <a:off x="4801229" y="3019529"/>
            <a:ext cx="372770" cy="1819974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27DFD1-2531-44B2-8B11-E3E1ACDBB1D9}"/>
              </a:ext>
            </a:extLst>
          </p:cNvPr>
          <p:cNvSpPr/>
          <p:nvPr/>
        </p:nvSpPr>
        <p:spPr>
          <a:xfrm>
            <a:off x="6052958" y="1126525"/>
            <a:ext cx="2215535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 Retriever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5A4418E7-EB6B-4944-A7DD-C95912104EF0}"/>
              </a:ext>
            </a:extLst>
          </p:cNvPr>
          <p:cNvSpPr/>
          <p:nvPr/>
        </p:nvSpPr>
        <p:spPr>
          <a:xfrm>
            <a:off x="6933890" y="1826677"/>
            <a:ext cx="453680" cy="178630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F001236-25FA-4A73-907E-474A6D2A0FC7}"/>
              </a:ext>
            </a:extLst>
          </p:cNvPr>
          <p:cNvSpPr/>
          <p:nvPr/>
        </p:nvSpPr>
        <p:spPr>
          <a:xfrm>
            <a:off x="6018599" y="2401911"/>
            <a:ext cx="2229397" cy="66864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Reinforcement</a:t>
            </a:r>
          </a:p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Learning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376E33-1801-4BA4-97E6-1A91588A66F1}"/>
              </a:ext>
            </a:extLst>
          </p:cNvPr>
          <p:cNvSpPr/>
          <p:nvPr/>
        </p:nvSpPr>
        <p:spPr>
          <a:xfrm>
            <a:off x="10188622" y="2472524"/>
            <a:ext cx="1552528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Generator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85417F87-EEB5-49F6-8DDE-3C5D1311FD4D}"/>
              </a:ext>
            </a:extLst>
          </p:cNvPr>
          <p:cNvSpPr/>
          <p:nvPr/>
        </p:nvSpPr>
        <p:spPr>
          <a:xfrm rot="5400000">
            <a:off x="9008830" y="1911954"/>
            <a:ext cx="430470" cy="164038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5D0940C-C006-4308-8A08-75663AB29D34}"/>
              </a:ext>
            </a:extLst>
          </p:cNvPr>
          <p:cNvSpPr txBox="1"/>
          <p:nvPr/>
        </p:nvSpPr>
        <p:spPr>
          <a:xfrm>
            <a:off x="8661973" y="2203364"/>
            <a:ext cx="1266085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Reward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5824E0-AF6D-4280-832F-53B78F06DFE3}"/>
              </a:ext>
            </a:extLst>
          </p:cNvPr>
          <p:cNvSpPr/>
          <p:nvPr/>
        </p:nvSpPr>
        <p:spPr>
          <a:xfrm>
            <a:off x="6451745" y="3703343"/>
            <a:ext cx="1451271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Retriever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52FFB78C-02BA-41E5-8F26-F758C022B723}"/>
              </a:ext>
            </a:extLst>
          </p:cNvPr>
          <p:cNvSpPr/>
          <p:nvPr/>
        </p:nvSpPr>
        <p:spPr>
          <a:xfrm>
            <a:off x="10747696" y="3176696"/>
            <a:ext cx="453680" cy="123307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BDECC8B-DE6D-47FF-9638-1E03A96ED318}"/>
              </a:ext>
            </a:extLst>
          </p:cNvPr>
          <p:cNvSpPr/>
          <p:nvPr/>
        </p:nvSpPr>
        <p:spPr>
          <a:xfrm>
            <a:off x="10239251" y="3503480"/>
            <a:ext cx="1451271" cy="5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AD3C24E-F353-45DE-8DB0-2251D5DFEA5F}"/>
              </a:ext>
            </a:extLst>
          </p:cNvPr>
          <p:cNvSpPr/>
          <p:nvPr/>
        </p:nvSpPr>
        <p:spPr>
          <a:xfrm>
            <a:off x="12416641" y="6962644"/>
            <a:ext cx="1944892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Code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箭头: 下 35">
            <a:extLst>
              <a:ext uri="{FF2B5EF4-FFF2-40B4-BE49-F238E27FC236}">
                <a16:creationId xmlns:a16="http://schemas.microsoft.com/office/drawing/2014/main" id="{ED880651-A2C1-40F8-B74C-E59E76D3833F}"/>
              </a:ext>
            </a:extLst>
          </p:cNvPr>
          <p:cNvSpPr/>
          <p:nvPr/>
        </p:nvSpPr>
        <p:spPr>
          <a:xfrm rot="16200000">
            <a:off x="4773228" y="1842102"/>
            <a:ext cx="430470" cy="177536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3BD8E00D-35D0-4DEA-A487-C7A1F4157984}"/>
              </a:ext>
            </a:extLst>
          </p:cNvPr>
          <p:cNvSpPr/>
          <p:nvPr/>
        </p:nvSpPr>
        <p:spPr>
          <a:xfrm rot="14233670">
            <a:off x="8936422" y="3342926"/>
            <a:ext cx="341835" cy="247230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FEB413A-0B06-49DA-B76C-9300A4D0A6E8}"/>
              </a:ext>
            </a:extLst>
          </p:cNvPr>
          <p:cNvSpPr txBox="1"/>
          <p:nvPr/>
        </p:nvSpPr>
        <p:spPr>
          <a:xfrm rot="19650203">
            <a:off x="7924498" y="4172935"/>
            <a:ext cx="1839834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1BB14D-7209-4634-97EC-3F3ACA858A39}"/>
              </a:ext>
            </a:extLst>
          </p:cNvPr>
          <p:cNvSpPr txBox="1"/>
          <p:nvPr/>
        </p:nvSpPr>
        <p:spPr>
          <a:xfrm>
            <a:off x="5026882" y="3665416"/>
            <a:ext cx="1020310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B5510E23-65C7-4067-9975-CE3D48B1829B}"/>
              </a:ext>
            </a:extLst>
          </p:cNvPr>
          <p:cNvSpPr/>
          <p:nvPr/>
        </p:nvSpPr>
        <p:spPr>
          <a:xfrm>
            <a:off x="6933885" y="4299963"/>
            <a:ext cx="453680" cy="611156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C524242C-CC39-4E04-953D-73A92A58D62C}"/>
              </a:ext>
            </a:extLst>
          </p:cNvPr>
          <p:cNvSpPr/>
          <p:nvPr/>
        </p:nvSpPr>
        <p:spPr>
          <a:xfrm rot="16200000">
            <a:off x="6000588" y="5061084"/>
            <a:ext cx="332263" cy="46876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FD9A9F9-B4B6-469E-BDE4-3FCF6564601C}"/>
              </a:ext>
            </a:extLst>
          </p:cNvPr>
          <p:cNvSpPr txBox="1"/>
          <p:nvPr/>
        </p:nvSpPr>
        <p:spPr>
          <a:xfrm>
            <a:off x="5633599" y="4614513"/>
            <a:ext cx="1020310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Guide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FEA1D8-6E5D-4DB8-B3F6-B4611F66F6A2}"/>
              </a:ext>
            </a:extLst>
          </p:cNvPr>
          <p:cNvSpPr/>
          <p:nvPr/>
        </p:nvSpPr>
        <p:spPr>
          <a:xfrm>
            <a:off x="2236899" y="6478375"/>
            <a:ext cx="1648567" cy="721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</a:p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箭头: 下 45">
            <a:extLst>
              <a:ext uri="{FF2B5EF4-FFF2-40B4-BE49-F238E27FC236}">
                <a16:creationId xmlns:a16="http://schemas.microsoft.com/office/drawing/2014/main" id="{B7C68B48-AD7E-4897-88B3-8E20E929BFD4}"/>
              </a:ext>
            </a:extLst>
          </p:cNvPr>
          <p:cNvSpPr/>
          <p:nvPr/>
        </p:nvSpPr>
        <p:spPr>
          <a:xfrm rot="19617197">
            <a:off x="2434373" y="5939284"/>
            <a:ext cx="270004" cy="438755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48E5841-DA20-4BEE-A2B2-E12369E7B779}"/>
              </a:ext>
            </a:extLst>
          </p:cNvPr>
          <p:cNvSpPr txBox="1"/>
          <p:nvPr/>
        </p:nvSpPr>
        <p:spPr>
          <a:xfrm>
            <a:off x="2763850" y="5910671"/>
            <a:ext cx="949834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DFD27B6-A385-431D-A86D-5CDDC44F047F}"/>
              </a:ext>
            </a:extLst>
          </p:cNvPr>
          <p:cNvSpPr/>
          <p:nvPr/>
        </p:nvSpPr>
        <p:spPr>
          <a:xfrm>
            <a:off x="6469079" y="5022862"/>
            <a:ext cx="1451271" cy="5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8F1CB2-FC4E-4CE5-AD64-8DCA72239203}"/>
              </a:ext>
            </a:extLst>
          </p:cNvPr>
          <p:cNvSpPr txBox="1"/>
          <p:nvPr/>
        </p:nvSpPr>
        <p:spPr>
          <a:xfrm>
            <a:off x="699695" y="1262463"/>
            <a:ext cx="2785672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Construction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3BD238-3789-49E6-8AEB-FA9240DBB20F}"/>
              </a:ext>
            </a:extLst>
          </p:cNvPr>
          <p:cNvSpPr/>
          <p:nvPr/>
        </p:nvSpPr>
        <p:spPr>
          <a:xfrm>
            <a:off x="10031405" y="4499770"/>
            <a:ext cx="1963151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snippet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3EE3653E-4BF6-4B19-BBDD-1440938E5730}"/>
              </a:ext>
            </a:extLst>
          </p:cNvPr>
          <p:cNvSpPr/>
          <p:nvPr/>
        </p:nvSpPr>
        <p:spPr>
          <a:xfrm>
            <a:off x="10760549" y="5134816"/>
            <a:ext cx="453680" cy="1233073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849EA43-0965-4E6F-97C5-168874A86CC7}"/>
              </a:ext>
            </a:extLst>
          </p:cNvPr>
          <p:cNvSpPr/>
          <p:nvPr/>
        </p:nvSpPr>
        <p:spPr>
          <a:xfrm>
            <a:off x="10252104" y="5461599"/>
            <a:ext cx="1451271" cy="5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C845B3E-01C9-4EA4-B263-D15EB9274C78}"/>
              </a:ext>
            </a:extLst>
          </p:cNvPr>
          <p:cNvSpPr/>
          <p:nvPr/>
        </p:nvSpPr>
        <p:spPr>
          <a:xfrm>
            <a:off x="10044258" y="6457889"/>
            <a:ext cx="1963151" cy="506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 snippet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箭头: 下 60">
            <a:extLst>
              <a:ext uri="{FF2B5EF4-FFF2-40B4-BE49-F238E27FC236}">
                <a16:creationId xmlns:a16="http://schemas.microsoft.com/office/drawing/2014/main" id="{4AD39C5C-CE9F-4F7E-A129-DEB2FC958B9E}"/>
              </a:ext>
            </a:extLst>
          </p:cNvPr>
          <p:cNvSpPr/>
          <p:nvPr/>
        </p:nvSpPr>
        <p:spPr>
          <a:xfrm rot="18118997">
            <a:off x="12212537" y="4530871"/>
            <a:ext cx="371778" cy="663157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箭头: 下 61">
            <a:extLst>
              <a:ext uri="{FF2B5EF4-FFF2-40B4-BE49-F238E27FC236}">
                <a16:creationId xmlns:a16="http://schemas.microsoft.com/office/drawing/2014/main" id="{5F8267F7-7AE5-46C6-9F2E-38580A8FB21D}"/>
              </a:ext>
            </a:extLst>
          </p:cNvPr>
          <p:cNvSpPr/>
          <p:nvPr/>
        </p:nvSpPr>
        <p:spPr>
          <a:xfrm rot="13350124">
            <a:off x="12150501" y="5747846"/>
            <a:ext cx="371778" cy="663157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49F6F78-0C44-4215-A0D4-E95602557D75}"/>
              </a:ext>
            </a:extLst>
          </p:cNvPr>
          <p:cNvSpPr/>
          <p:nvPr/>
        </p:nvSpPr>
        <p:spPr>
          <a:xfrm>
            <a:off x="12629449" y="5274111"/>
            <a:ext cx="1451271" cy="5208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2126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B47A76F8-90CA-48F6-B04B-32D645C8640E}"/>
              </a:ext>
            </a:extLst>
          </p:cNvPr>
          <p:cNvSpPr/>
          <p:nvPr/>
        </p:nvSpPr>
        <p:spPr>
          <a:xfrm>
            <a:off x="13162247" y="5832936"/>
            <a:ext cx="453680" cy="1018118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19F1A6D-6157-44F0-94CA-1B13490EA334}"/>
              </a:ext>
            </a:extLst>
          </p:cNvPr>
          <p:cNvSpPr txBox="1"/>
          <p:nvPr/>
        </p:nvSpPr>
        <p:spPr>
          <a:xfrm>
            <a:off x="9123595" y="5905770"/>
            <a:ext cx="721371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x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箭头: 下 65">
            <a:extLst>
              <a:ext uri="{FF2B5EF4-FFF2-40B4-BE49-F238E27FC236}">
                <a16:creationId xmlns:a16="http://schemas.microsoft.com/office/drawing/2014/main" id="{25F11D4C-F86E-4422-A88C-2E18D3B67013}"/>
              </a:ext>
            </a:extLst>
          </p:cNvPr>
          <p:cNvSpPr/>
          <p:nvPr/>
        </p:nvSpPr>
        <p:spPr>
          <a:xfrm rot="16801492">
            <a:off x="8756185" y="4700797"/>
            <a:ext cx="328348" cy="1769372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0DD298F-EF18-44D3-8B4E-6AB6039213AC}"/>
              </a:ext>
            </a:extLst>
          </p:cNvPr>
          <p:cNvSpPr txBox="1"/>
          <p:nvPr/>
        </p:nvSpPr>
        <p:spPr>
          <a:xfrm rot="586913">
            <a:off x="8215979" y="5115655"/>
            <a:ext cx="1839834" cy="41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Candidates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2879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8FA42C-B4C8-4E8D-B89E-8F80C15E9F82}"/>
              </a:ext>
            </a:extLst>
          </p:cNvPr>
          <p:cNvSpPr/>
          <p:nvPr/>
        </p:nvSpPr>
        <p:spPr>
          <a:xfrm>
            <a:off x="1800026" y="3476004"/>
            <a:ext cx="382506" cy="360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D4D47D-E7CD-4927-BE0D-75DCA1349F26}"/>
              </a:ext>
            </a:extLst>
          </p:cNvPr>
          <p:cNvSpPr/>
          <p:nvPr/>
        </p:nvSpPr>
        <p:spPr>
          <a:xfrm>
            <a:off x="2610038" y="3472280"/>
            <a:ext cx="382506" cy="360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B81A72-1F1D-4810-8508-976AF1587E58}"/>
              </a:ext>
            </a:extLst>
          </p:cNvPr>
          <p:cNvSpPr/>
          <p:nvPr/>
        </p:nvSpPr>
        <p:spPr>
          <a:xfrm>
            <a:off x="4524734" y="3476004"/>
            <a:ext cx="382506" cy="3600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156CE9-A74F-46C0-837A-FE1C898CABAF}"/>
              </a:ext>
            </a:extLst>
          </p:cNvPr>
          <p:cNvSpPr/>
          <p:nvPr/>
        </p:nvSpPr>
        <p:spPr>
          <a:xfrm>
            <a:off x="2981294" y="3476004"/>
            <a:ext cx="382506" cy="3600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5FEE6F-8C48-4098-92E3-3D4E1F08E706}"/>
              </a:ext>
            </a:extLst>
          </p:cNvPr>
          <p:cNvSpPr/>
          <p:nvPr/>
        </p:nvSpPr>
        <p:spPr>
          <a:xfrm>
            <a:off x="3746305" y="3472280"/>
            <a:ext cx="382506" cy="3600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BE30F6-59CD-4645-9F27-D820C00ED18F}"/>
              </a:ext>
            </a:extLst>
          </p:cNvPr>
          <p:cNvSpPr/>
          <p:nvPr/>
        </p:nvSpPr>
        <p:spPr>
          <a:xfrm>
            <a:off x="4142228" y="3476004"/>
            <a:ext cx="382506" cy="36000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D2634D-AFD1-4816-A2B2-D5CF3783DD20}"/>
              </a:ext>
            </a:extLst>
          </p:cNvPr>
          <p:cNvSpPr/>
          <p:nvPr/>
        </p:nvSpPr>
        <p:spPr>
          <a:xfrm>
            <a:off x="4907239" y="3476004"/>
            <a:ext cx="382506" cy="3600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4FC6B3-6CB8-4471-BBCC-0F27520CA76F}"/>
              </a:ext>
            </a:extLst>
          </p:cNvPr>
          <p:cNvSpPr txBox="1"/>
          <p:nvPr/>
        </p:nvSpPr>
        <p:spPr>
          <a:xfrm>
            <a:off x="2200698" y="3464749"/>
            <a:ext cx="405880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AE79E6-9D9A-45AA-8B72-0F2E73A8A3EC}"/>
              </a:ext>
            </a:extLst>
          </p:cNvPr>
          <p:cNvSpPr/>
          <p:nvPr/>
        </p:nvSpPr>
        <p:spPr>
          <a:xfrm>
            <a:off x="1419895" y="3476004"/>
            <a:ext cx="382506" cy="360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2CEB29-BBDC-4540-9717-002CBD4FC55A}"/>
              </a:ext>
            </a:extLst>
          </p:cNvPr>
          <p:cNvSpPr/>
          <p:nvPr/>
        </p:nvSpPr>
        <p:spPr>
          <a:xfrm>
            <a:off x="1037389" y="3476004"/>
            <a:ext cx="382506" cy="3600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92114AD9-32CE-40F9-A374-5F8D96769B5A}"/>
              </a:ext>
            </a:extLst>
          </p:cNvPr>
          <p:cNvSpPr/>
          <p:nvPr/>
        </p:nvSpPr>
        <p:spPr>
          <a:xfrm rot="16200000" flipH="1">
            <a:off x="1907949" y="3030417"/>
            <a:ext cx="202785" cy="19439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3CF0CC-5D43-48CD-8ACD-18B1EE10D43B}"/>
              </a:ext>
            </a:extLst>
          </p:cNvPr>
          <p:cNvSpPr txBox="1"/>
          <p:nvPr/>
        </p:nvSpPr>
        <p:spPr>
          <a:xfrm>
            <a:off x="1155256" y="4157270"/>
            <a:ext cx="1844031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Retrieved Blocks</a:t>
            </a:r>
            <a:endParaRPr lang="zh-CN" altLang="en-US" sz="1654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右大括号 21">
            <a:extLst>
              <a:ext uri="{FF2B5EF4-FFF2-40B4-BE49-F238E27FC236}">
                <a16:creationId xmlns:a16="http://schemas.microsoft.com/office/drawing/2014/main" id="{DAD832D2-DB4B-4A71-93B3-CF367D5D46C7}"/>
              </a:ext>
            </a:extLst>
          </p:cNvPr>
          <p:cNvSpPr/>
          <p:nvPr/>
        </p:nvSpPr>
        <p:spPr>
          <a:xfrm rot="16200000" flipH="1">
            <a:off x="5387399" y="2655807"/>
            <a:ext cx="202786" cy="2693124"/>
          </a:xfrm>
          <a:prstGeom prst="righ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FCEFAA-7E4A-4FF2-9794-8641C20C4465}"/>
              </a:ext>
            </a:extLst>
          </p:cNvPr>
          <p:cNvSpPr txBox="1"/>
          <p:nvPr/>
        </p:nvSpPr>
        <p:spPr>
          <a:xfrm>
            <a:off x="2782397" y="2775439"/>
            <a:ext cx="1638782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Problem Head</a:t>
            </a:r>
            <a:endParaRPr lang="zh-CN" altLang="en-US" sz="1654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右大括号 26">
            <a:extLst>
              <a:ext uri="{FF2B5EF4-FFF2-40B4-BE49-F238E27FC236}">
                <a16:creationId xmlns:a16="http://schemas.microsoft.com/office/drawing/2014/main" id="{0EB612F2-9590-4FB3-88E8-5ED6EE1331C8}"/>
              </a:ext>
            </a:extLst>
          </p:cNvPr>
          <p:cNvSpPr/>
          <p:nvPr/>
        </p:nvSpPr>
        <p:spPr>
          <a:xfrm rot="5400000" flipH="1">
            <a:off x="3451395" y="2718535"/>
            <a:ext cx="207314" cy="1147517"/>
          </a:xfrm>
          <a:prstGeom prst="rightBrac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3F362B2-3A76-44D4-BEF5-F06849680CE9}"/>
              </a:ext>
            </a:extLst>
          </p:cNvPr>
          <p:cNvSpPr txBox="1"/>
          <p:nvPr/>
        </p:nvSpPr>
        <p:spPr>
          <a:xfrm>
            <a:off x="4599680" y="4134341"/>
            <a:ext cx="1842043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Generated Code</a:t>
            </a:r>
            <a:endParaRPr lang="zh-CN" altLang="en-US" sz="1654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6D2A08D-BA6C-4678-9736-DB994DA1D317}"/>
              </a:ext>
            </a:extLst>
          </p:cNvPr>
          <p:cNvSpPr/>
          <p:nvPr/>
        </p:nvSpPr>
        <p:spPr>
          <a:xfrm>
            <a:off x="6070342" y="3472280"/>
            <a:ext cx="382506" cy="3600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8F5C88-02DA-40D7-96BB-02A5EDA760C6}"/>
              </a:ext>
            </a:extLst>
          </p:cNvPr>
          <p:cNvSpPr/>
          <p:nvPr/>
        </p:nvSpPr>
        <p:spPr>
          <a:xfrm>
            <a:off x="5267245" y="3476004"/>
            <a:ext cx="382506" cy="36000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FF61B1-FCA9-4682-BFFE-2BDFDF340400}"/>
              </a:ext>
            </a:extLst>
          </p:cNvPr>
          <p:cNvSpPr/>
          <p:nvPr/>
        </p:nvSpPr>
        <p:spPr>
          <a:xfrm>
            <a:off x="6452848" y="3472280"/>
            <a:ext cx="382506" cy="3600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606E0C0-B1BA-49D7-A5E4-1660912CDD82}"/>
              </a:ext>
            </a:extLst>
          </p:cNvPr>
          <p:cNvSpPr txBox="1"/>
          <p:nvPr/>
        </p:nvSpPr>
        <p:spPr>
          <a:xfrm>
            <a:off x="5661001" y="3449459"/>
            <a:ext cx="405880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06895BB-3AFC-4AE3-BF63-818EAC5102F7}"/>
              </a:ext>
            </a:extLst>
          </p:cNvPr>
          <p:cNvSpPr txBox="1"/>
          <p:nvPr/>
        </p:nvSpPr>
        <p:spPr>
          <a:xfrm>
            <a:off x="3350382" y="3449459"/>
            <a:ext cx="405880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E2AD7B6-E23C-442F-AEC6-F236C7900A59}"/>
              </a:ext>
            </a:extLst>
          </p:cNvPr>
          <p:cNvSpPr txBox="1"/>
          <p:nvPr/>
        </p:nvSpPr>
        <p:spPr>
          <a:xfrm>
            <a:off x="4778741" y="2771116"/>
            <a:ext cx="1829219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Token</a:t>
            </a:r>
            <a:endParaRPr lang="zh-CN" altLang="en-US" sz="1654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5A89EBB-31A4-41FA-BB7D-2D5245A11426}"/>
              </a:ext>
            </a:extLst>
          </p:cNvPr>
          <p:cNvCxnSpPr>
            <a:cxnSpLocks/>
          </p:cNvCxnSpPr>
          <p:nvPr/>
        </p:nvCxnSpPr>
        <p:spPr>
          <a:xfrm flipV="1">
            <a:off x="4355120" y="3149927"/>
            <a:ext cx="822123" cy="2997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B8353F7-FBBF-4C4C-A254-35D751EEEA6F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5417769" y="3118006"/>
            <a:ext cx="275582" cy="32381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06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56276DB-90E0-4359-8772-8025F5A9106E}"/>
              </a:ext>
            </a:extLst>
          </p:cNvPr>
          <p:cNvSpPr/>
          <p:nvPr/>
        </p:nvSpPr>
        <p:spPr>
          <a:xfrm>
            <a:off x="952738" y="3406461"/>
            <a:ext cx="2488912" cy="484899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8FA42C-B4C8-4E8D-B89E-8F80C15E9F82}"/>
              </a:ext>
            </a:extLst>
          </p:cNvPr>
          <p:cNvSpPr/>
          <p:nvPr/>
        </p:nvSpPr>
        <p:spPr>
          <a:xfrm>
            <a:off x="1800026" y="3476004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D4D47D-E7CD-4927-BE0D-75DCA1349F26}"/>
              </a:ext>
            </a:extLst>
          </p:cNvPr>
          <p:cNvSpPr/>
          <p:nvPr/>
        </p:nvSpPr>
        <p:spPr>
          <a:xfrm>
            <a:off x="2610038" y="3472280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4FC6B3-6CB8-4471-BBCC-0F27520CA76F}"/>
              </a:ext>
            </a:extLst>
          </p:cNvPr>
          <p:cNvSpPr txBox="1"/>
          <p:nvPr/>
        </p:nvSpPr>
        <p:spPr>
          <a:xfrm>
            <a:off x="2184906" y="3374460"/>
            <a:ext cx="405880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AE79E6-9D9A-45AA-8B72-0F2E73A8A3EC}"/>
              </a:ext>
            </a:extLst>
          </p:cNvPr>
          <p:cNvSpPr/>
          <p:nvPr/>
        </p:nvSpPr>
        <p:spPr>
          <a:xfrm>
            <a:off x="1419895" y="3476004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2CEB29-BBDC-4540-9717-002CBD4FC55A}"/>
              </a:ext>
            </a:extLst>
          </p:cNvPr>
          <p:cNvSpPr/>
          <p:nvPr/>
        </p:nvSpPr>
        <p:spPr>
          <a:xfrm>
            <a:off x="1037389" y="3476004"/>
            <a:ext cx="382506" cy="3600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3CF0CC-5D43-48CD-8ACD-18B1EE10D43B}"/>
              </a:ext>
            </a:extLst>
          </p:cNvPr>
          <p:cNvSpPr txBox="1"/>
          <p:nvPr/>
        </p:nvSpPr>
        <p:spPr>
          <a:xfrm>
            <a:off x="2379491" y="4141143"/>
            <a:ext cx="1954702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Top-k Candidates</a:t>
            </a:r>
            <a:endParaRPr lang="zh-CN" altLang="en-US" sz="1654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542C65-20A4-471F-A412-CFC91649F2FE}"/>
              </a:ext>
            </a:extLst>
          </p:cNvPr>
          <p:cNvSpPr/>
          <p:nvPr/>
        </p:nvSpPr>
        <p:spPr>
          <a:xfrm>
            <a:off x="4348616" y="3475897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F4319B-F180-49A3-BB12-9CB7ACB32AE8}"/>
              </a:ext>
            </a:extLst>
          </p:cNvPr>
          <p:cNvSpPr/>
          <p:nvPr/>
        </p:nvSpPr>
        <p:spPr>
          <a:xfrm>
            <a:off x="5158628" y="3472172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6A824BB-35E0-477F-AA3F-D9323FB2B09C}"/>
              </a:ext>
            </a:extLst>
          </p:cNvPr>
          <p:cNvSpPr txBox="1"/>
          <p:nvPr/>
        </p:nvSpPr>
        <p:spPr>
          <a:xfrm>
            <a:off x="4733496" y="3374352"/>
            <a:ext cx="405880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B024154-2F66-4078-BCA5-362FB57CD782}"/>
              </a:ext>
            </a:extLst>
          </p:cNvPr>
          <p:cNvSpPr/>
          <p:nvPr/>
        </p:nvSpPr>
        <p:spPr>
          <a:xfrm>
            <a:off x="3968484" y="3475897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AFC343A-2830-44E4-BE2D-D12955A16B7B}"/>
              </a:ext>
            </a:extLst>
          </p:cNvPr>
          <p:cNvSpPr/>
          <p:nvPr/>
        </p:nvSpPr>
        <p:spPr>
          <a:xfrm>
            <a:off x="3585978" y="3475897"/>
            <a:ext cx="382506" cy="36000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C6D20C0B-99F3-44C4-9CEB-4A63E69B82E4}"/>
              </a:ext>
            </a:extLst>
          </p:cNvPr>
          <p:cNvSpPr/>
          <p:nvPr/>
        </p:nvSpPr>
        <p:spPr>
          <a:xfrm rot="5400000">
            <a:off x="3180544" y="1935739"/>
            <a:ext cx="162657" cy="41756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000000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7A3AA1F-AC31-4A85-B978-1DE47F0EFCA5}"/>
              </a:ext>
            </a:extLst>
          </p:cNvPr>
          <p:cNvCxnSpPr>
            <a:cxnSpLocks/>
          </p:cNvCxnSpPr>
          <p:nvPr/>
        </p:nvCxnSpPr>
        <p:spPr>
          <a:xfrm>
            <a:off x="3178723" y="3171349"/>
            <a:ext cx="0" cy="279330"/>
          </a:xfrm>
          <a:prstGeom prst="straightConnector1">
            <a:avLst/>
          </a:prstGeom>
          <a:ln w="19050">
            <a:solidFill>
              <a:srgbClr val="FF7C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68920A5-024D-4EBA-A0BD-10F6A3F9EA6C}"/>
              </a:ext>
            </a:extLst>
          </p:cNvPr>
          <p:cNvSpPr txBox="1"/>
          <p:nvPr/>
        </p:nvSpPr>
        <p:spPr>
          <a:xfrm>
            <a:off x="2533661" y="2827620"/>
            <a:ext cx="1328120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F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 Signal</a:t>
            </a:r>
            <a:endParaRPr lang="zh-CN" altLang="en-US" sz="1654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A5F9EE6-C044-409F-AA03-E85F580C2C1C}"/>
              </a:ext>
            </a:extLst>
          </p:cNvPr>
          <p:cNvSpPr/>
          <p:nvPr/>
        </p:nvSpPr>
        <p:spPr>
          <a:xfrm>
            <a:off x="3506778" y="3409833"/>
            <a:ext cx="2102105" cy="484899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EDB2BE3-B2C4-4572-8C44-EE4AD6BEC52D}"/>
              </a:ext>
            </a:extLst>
          </p:cNvPr>
          <p:cNvSpPr txBox="1"/>
          <p:nvPr/>
        </p:nvSpPr>
        <p:spPr>
          <a:xfrm>
            <a:off x="890918" y="3017511"/>
            <a:ext cx="974819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C8EBE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Reserve</a:t>
            </a:r>
            <a:endParaRPr lang="zh-CN" altLang="en-US" sz="1654" dirty="0">
              <a:solidFill>
                <a:srgbClr val="C8EBE7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1B15270-F979-4C15-9C89-80F0734AB01A}"/>
              </a:ext>
            </a:extLst>
          </p:cNvPr>
          <p:cNvSpPr txBox="1"/>
          <p:nvPr/>
        </p:nvSpPr>
        <p:spPr>
          <a:xfrm>
            <a:off x="4624826" y="3020987"/>
            <a:ext cx="938270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654" dirty="0">
                <a:solidFill>
                  <a:srgbClr val="F7CEC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Discard</a:t>
            </a:r>
            <a:endParaRPr lang="zh-CN" altLang="en-US" sz="1654" dirty="0">
              <a:solidFill>
                <a:srgbClr val="F7CEC7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FC99F99-0F45-4B16-A2E3-B4A5FDEB72D4}"/>
              </a:ext>
            </a:extLst>
          </p:cNvPr>
          <p:cNvSpPr/>
          <p:nvPr/>
        </p:nvSpPr>
        <p:spPr>
          <a:xfrm>
            <a:off x="2991745" y="3472172"/>
            <a:ext cx="382506" cy="360005"/>
          </a:xfrm>
          <a:prstGeom prst="rect">
            <a:avLst/>
          </a:prstGeom>
          <a:solidFill>
            <a:srgbClr val="FF5050">
              <a:alpha val="7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2126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3971C4-294D-421A-8D94-DD260E71FFD0}"/>
              </a:ext>
            </a:extLst>
          </p:cNvPr>
          <p:cNvSpPr/>
          <p:nvPr/>
        </p:nvSpPr>
        <p:spPr>
          <a:xfrm>
            <a:off x="6903609" y="4281656"/>
            <a:ext cx="606848" cy="41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79947"/>
            <a:endParaRPr lang="zh-CN" altLang="en-US" sz="2126" dirty="0">
              <a:solidFill>
                <a:srgbClr val="000000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5157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73FCE92A-7D75-4E1E-BA4F-CA9B22965C31}"/>
              </a:ext>
            </a:extLst>
          </p:cNvPr>
          <p:cNvSpPr/>
          <p:nvPr/>
        </p:nvSpPr>
        <p:spPr>
          <a:xfrm>
            <a:off x="1397382" y="3193273"/>
            <a:ext cx="1631274" cy="573758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</a:t>
            </a:r>
            <a:endParaRPr lang="zh-CN" altLang="en-US" sz="1890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AFE4EE86-2DE2-4240-9BA9-D8108755259A}"/>
              </a:ext>
            </a:extLst>
          </p:cNvPr>
          <p:cNvSpPr/>
          <p:nvPr/>
        </p:nvSpPr>
        <p:spPr>
          <a:xfrm>
            <a:off x="1397382" y="4151427"/>
            <a:ext cx="1631274" cy="573758"/>
          </a:xfrm>
          <a:prstGeom prst="roundRect">
            <a:avLst/>
          </a:prstGeom>
          <a:noFill/>
          <a:ln w="19050">
            <a:solidFill>
              <a:srgbClr val="8F17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8F17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endParaRPr lang="zh-CN" altLang="en-US" sz="1890" dirty="0">
              <a:solidFill>
                <a:srgbClr val="8F17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385E227-2F2F-40D2-A86B-7AE4F592BF33}"/>
              </a:ext>
            </a:extLst>
          </p:cNvPr>
          <p:cNvSpPr/>
          <p:nvPr/>
        </p:nvSpPr>
        <p:spPr>
          <a:xfrm>
            <a:off x="74252" y="2027035"/>
            <a:ext cx="1890027" cy="72074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endParaRPr lang="zh-CN" altLang="en-US" sz="1890" dirty="0">
              <a:solidFill>
                <a:srgbClr val="E4E1F0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7BEB01F-4F0D-4788-A28D-DED137652812}"/>
              </a:ext>
            </a:extLst>
          </p:cNvPr>
          <p:cNvSpPr/>
          <p:nvPr/>
        </p:nvSpPr>
        <p:spPr>
          <a:xfrm>
            <a:off x="2436787" y="2027034"/>
            <a:ext cx="1890027" cy="72074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Unfinished</a:t>
            </a:r>
          </a:p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89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BE446B2-4639-4683-A196-1E51EBA093C9}"/>
              </a:ext>
            </a:extLst>
          </p:cNvPr>
          <p:cNvCxnSpPr>
            <a:stCxn id="64" idx="2"/>
            <a:endCxn id="59" idx="0"/>
          </p:cNvCxnSpPr>
          <p:nvPr/>
        </p:nvCxnSpPr>
        <p:spPr>
          <a:xfrm rot="16200000" flipH="1">
            <a:off x="1393399" y="2373651"/>
            <a:ext cx="445489" cy="1193753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9A3BFB7F-2E7B-4276-ADAE-8DC1BDB3D8F6}"/>
              </a:ext>
            </a:extLst>
          </p:cNvPr>
          <p:cNvCxnSpPr>
            <a:cxnSpLocks/>
            <a:stCxn id="66" idx="2"/>
            <a:endCxn id="59" idx="0"/>
          </p:cNvCxnSpPr>
          <p:nvPr/>
        </p:nvCxnSpPr>
        <p:spPr>
          <a:xfrm rot="5400000">
            <a:off x="2574665" y="2386136"/>
            <a:ext cx="445490" cy="116878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CF90708-E350-4E78-B930-A847CE441C60}"/>
              </a:ext>
            </a:extLst>
          </p:cNvPr>
          <p:cNvSpPr/>
          <p:nvPr/>
        </p:nvSpPr>
        <p:spPr>
          <a:xfrm>
            <a:off x="1397382" y="5109581"/>
            <a:ext cx="1631274" cy="573760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F7CEC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Prediction</a:t>
            </a:r>
            <a:endParaRPr lang="zh-CN" altLang="en-US" sz="1890" dirty="0">
              <a:solidFill>
                <a:srgbClr val="F7CEC7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9D4CCF3-FF08-49CB-85B4-8E36BEFF9914}"/>
              </a:ext>
            </a:extLst>
          </p:cNvPr>
          <p:cNvCxnSpPr>
            <a:cxnSpLocks/>
            <a:stCxn id="60" idx="2"/>
            <a:endCxn id="74" idx="0"/>
          </p:cNvCxnSpPr>
          <p:nvPr/>
        </p:nvCxnSpPr>
        <p:spPr>
          <a:xfrm>
            <a:off x="2213019" y="4725185"/>
            <a:ext cx="0" cy="38439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连接符: 曲线 78">
            <a:extLst>
              <a:ext uri="{FF2B5EF4-FFF2-40B4-BE49-F238E27FC236}">
                <a16:creationId xmlns:a16="http://schemas.microsoft.com/office/drawing/2014/main" id="{3D9155EF-82E2-4430-A6BF-F4A04ED3B668}"/>
              </a:ext>
            </a:extLst>
          </p:cNvPr>
          <p:cNvCxnSpPr>
            <a:stCxn id="59" idx="1"/>
            <a:endCxn id="60" idx="1"/>
          </p:cNvCxnSpPr>
          <p:nvPr/>
        </p:nvCxnSpPr>
        <p:spPr>
          <a:xfrm rot="10800000" flipV="1">
            <a:off x="1397382" y="3480151"/>
            <a:ext cx="15000" cy="958154"/>
          </a:xfrm>
          <a:prstGeom prst="curvedConnector3">
            <a:avLst>
              <a:gd name="adj1" fmla="val 2475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>
            <a:extLst>
              <a:ext uri="{FF2B5EF4-FFF2-40B4-BE49-F238E27FC236}">
                <a16:creationId xmlns:a16="http://schemas.microsoft.com/office/drawing/2014/main" id="{AB7F4D63-4392-47EB-9E90-7FC3A201EDE7}"/>
              </a:ext>
            </a:extLst>
          </p:cNvPr>
          <p:cNvCxnSpPr>
            <a:stCxn id="60" idx="3"/>
            <a:endCxn id="59" idx="3"/>
          </p:cNvCxnSpPr>
          <p:nvPr/>
        </p:nvCxnSpPr>
        <p:spPr>
          <a:xfrm flipV="1">
            <a:off x="3028656" y="3480153"/>
            <a:ext cx="15000" cy="958154"/>
          </a:xfrm>
          <a:prstGeom prst="curvedConnector3">
            <a:avLst>
              <a:gd name="adj1" fmla="val 2175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49303D85-B29A-49A9-81DB-CC73CA55F20B}"/>
              </a:ext>
            </a:extLst>
          </p:cNvPr>
          <p:cNvSpPr/>
          <p:nvPr/>
        </p:nvSpPr>
        <p:spPr>
          <a:xfrm>
            <a:off x="5897450" y="2214509"/>
            <a:ext cx="1631274" cy="573758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</a:t>
            </a:r>
            <a:endParaRPr lang="zh-CN" altLang="en-US" sz="1890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8C704E7B-BE19-413A-B724-4157EC47B455}"/>
              </a:ext>
            </a:extLst>
          </p:cNvPr>
          <p:cNvSpPr/>
          <p:nvPr/>
        </p:nvSpPr>
        <p:spPr>
          <a:xfrm>
            <a:off x="5897450" y="3172662"/>
            <a:ext cx="1631274" cy="573758"/>
          </a:xfrm>
          <a:prstGeom prst="roundRect">
            <a:avLst/>
          </a:prstGeom>
          <a:noFill/>
          <a:ln w="19050">
            <a:solidFill>
              <a:srgbClr val="8F17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8F17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endParaRPr lang="zh-CN" altLang="en-US" sz="1890" dirty="0">
              <a:solidFill>
                <a:srgbClr val="8F17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AA7A6985-6FAE-4FE6-9330-4362FB24338F}"/>
              </a:ext>
            </a:extLst>
          </p:cNvPr>
          <p:cNvSpPr/>
          <p:nvPr/>
        </p:nvSpPr>
        <p:spPr>
          <a:xfrm>
            <a:off x="4574320" y="1048271"/>
            <a:ext cx="1890027" cy="72074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endParaRPr lang="zh-CN" altLang="en-US" sz="1890" dirty="0">
              <a:solidFill>
                <a:srgbClr val="E4E1F0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1767690-5A37-402D-AC17-BB11E03F9BF4}"/>
              </a:ext>
            </a:extLst>
          </p:cNvPr>
          <p:cNvSpPr/>
          <p:nvPr/>
        </p:nvSpPr>
        <p:spPr>
          <a:xfrm>
            <a:off x="6936855" y="1048269"/>
            <a:ext cx="1890027" cy="72074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Unfinished</a:t>
            </a:r>
          </a:p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89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9F4AF428-2035-4EFA-897B-4F3CBFF90628}"/>
              </a:ext>
            </a:extLst>
          </p:cNvPr>
          <p:cNvCxnSpPr>
            <a:stCxn id="105" idx="2"/>
            <a:endCxn id="103" idx="0"/>
          </p:cNvCxnSpPr>
          <p:nvPr/>
        </p:nvCxnSpPr>
        <p:spPr>
          <a:xfrm rot="16200000" flipH="1">
            <a:off x="5893467" y="1394886"/>
            <a:ext cx="445489" cy="1193753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4F5D599B-0EF2-479F-9AF0-F5A694156705}"/>
              </a:ext>
            </a:extLst>
          </p:cNvPr>
          <p:cNvCxnSpPr>
            <a:cxnSpLocks/>
            <a:stCxn id="106" idx="2"/>
            <a:endCxn id="103" idx="0"/>
          </p:cNvCxnSpPr>
          <p:nvPr/>
        </p:nvCxnSpPr>
        <p:spPr>
          <a:xfrm rot="5400000">
            <a:off x="7074733" y="1407372"/>
            <a:ext cx="445490" cy="116878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F0F686C6-A033-40AB-A35B-191946E3AF8D}"/>
              </a:ext>
            </a:extLst>
          </p:cNvPr>
          <p:cNvSpPr/>
          <p:nvPr/>
        </p:nvSpPr>
        <p:spPr>
          <a:xfrm>
            <a:off x="5897450" y="6004428"/>
            <a:ext cx="1631274" cy="573760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F7CEC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Prediction</a:t>
            </a:r>
            <a:endParaRPr lang="zh-CN" altLang="en-US" sz="1890" dirty="0">
              <a:solidFill>
                <a:srgbClr val="F7CEC7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2F8D2DF0-14B1-4B5B-9FCC-0947DFBCA29F}"/>
              </a:ext>
            </a:extLst>
          </p:cNvPr>
          <p:cNvCxnSpPr>
            <a:cxnSpLocks/>
          </p:cNvCxnSpPr>
          <p:nvPr/>
        </p:nvCxnSpPr>
        <p:spPr>
          <a:xfrm>
            <a:off x="6715562" y="2788265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86D47307-944C-4E95-AB16-6C86164B2BA6}"/>
              </a:ext>
            </a:extLst>
          </p:cNvPr>
          <p:cNvCxnSpPr>
            <a:cxnSpLocks/>
          </p:cNvCxnSpPr>
          <p:nvPr/>
        </p:nvCxnSpPr>
        <p:spPr>
          <a:xfrm>
            <a:off x="6714324" y="3746420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BD357CCA-4F50-4823-9C10-E7A0C6A1D001}"/>
              </a:ext>
            </a:extLst>
          </p:cNvPr>
          <p:cNvSpPr/>
          <p:nvPr/>
        </p:nvSpPr>
        <p:spPr>
          <a:xfrm>
            <a:off x="5919951" y="4118622"/>
            <a:ext cx="1631274" cy="573758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</a:t>
            </a:r>
            <a:endParaRPr lang="zh-CN" altLang="en-US" sz="1890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C4F48421-1489-4C86-BF7B-B3015500D791}"/>
              </a:ext>
            </a:extLst>
          </p:cNvPr>
          <p:cNvSpPr/>
          <p:nvPr/>
        </p:nvSpPr>
        <p:spPr>
          <a:xfrm>
            <a:off x="5919951" y="5076776"/>
            <a:ext cx="1631274" cy="573758"/>
          </a:xfrm>
          <a:prstGeom prst="roundRect">
            <a:avLst/>
          </a:prstGeom>
          <a:noFill/>
          <a:ln w="19050">
            <a:solidFill>
              <a:srgbClr val="8F17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8F17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endParaRPr lang="zh-CN" altLang="en-US" sz="1890" dirty="0">
              <a:solidFill>
                <a:srgbClr val="8F17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542EB028-0216-40C6-8621-D062B015F177}"/>
              </a:ext>
            </a:extLst>
          </p:cNvPr>
          <p:cNvCxnSpPr>
            <a:cxnSpLocks/>
          </p:cNvCxnSpPr>
          <p:nvPr/>
        </p:nvCxnSpPr>
        <p:spPr>
          <a:xfrm>
            <a:off x="6724336" y="4692379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F26804A-3363-4737-81D4-1DB28104B264}"/>
              </a:ext>
            </a:extLst>
          </p:cNvPr>
          <p:cNvCxnSpPr>
            <a:cxnSpLocks/>
          </p:cNvCxnSpPr>
          <p:nvPr/>
        </p:nvCxnSpPr>
        <p:spPr>
          <a:xfrm>
            <a:off x="6725575" y="5638340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BF53C9C1-3653-47CD-B1E9-666E0CFABC1F}"/>
              </a:ext>
            </a:extLst>
          </p:cNvPr>
          <p:cNvSpPr/>
          <p:nvPr/>
        </p:nvSpPr>
        <p:spPr>
          <a:xfrm>
            <a:off x="5544306" y="3926425"/>
            <a:ext cx="2362534" cy="1904114"/>
          </a:xfrm>
          <a:prstGeom prst="rect">
            <a:avLst/>
          </a:prstGeom>
          <a:noFill/>
          <a:ln w="19050">
            <a:solidFill>
              <a:srgbClr val="FF5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1890" dirty="0">
              <a:solidFill>
                <a:srgbClr val="E4E1F0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87B4E8FE-5234-49D8-87D9-63479D520694}"/>
              </a:ext>
            </a:extLst>
          </p:cNvPr>
          <p:cNvSpPr txBox="1"/>
          <p:nvPr/>
        </p:nvSpPr>
        <p:spPr>
          <a:xfrm>
            <a:off x="4743238" y="4640549"/>
            <a:ext cx="623889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x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11F749D2-6F5C-476C-B40E-B92708C7E702}"/>
              </a:ext>
            </a:extLst>
          </p:cNvPr>
          <p:cNvSpPr/>
          <p:nvPr/>
        </p:nvSpPr>
        <p:spPr>
          <a:xfrm>
            <a:off x="10535524" y="2214509"/>
            <a:ext cx="1631274" cy="573758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</a:t>
            </a:r>
            <a:endParaRPr lang="zh-CN" altLang="en-US" sz="1890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15999FF9-1F0E-4511-B06A-61474E66BF32}"/>
              </a:ext>
            </a:extLst>
          </p:cNvPr>
          <p:cNvSpPr/>
          <p:nvPr/>
        </p:nvSpPr>
        <p:spPr>
          <a:xfrm>
            <a:off x="10535524" y="3172662"/>
            <a:ext cx="1631274" cy="573758"/>
          </a:xfrm>
          <a:prstGeom prst="roundRect">
            <a:avLst/>
          </a:prstGeom>
          <a:noFill/>
          <a:ln w="19050">
            <a:solidFill>
              <a:srgbClr val="8F17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8F17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endParaRPr lang="zh-CN" altLang="en-US" sz="1890" dirty="0">
              <a:solidFill>
                <a:srgbClr val="8F17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29017680-1615-4681-B3F6-2A726F65EABA}"/>
              </a:ext>
            </a:extLst>
          </p:cNvPr>
          <p:cNvSpPr/>
          <p:nvPr/>
        </p:nvSpPr>
        <p:spPr>
          <a:xfrm>
            <a:off x="9212394" y="1048271"/>
            <a:ext cx="1890027" cy="72074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</a:p>
          <a:p>
            <a:pPr algn="ctr" defTabSz="1079947"/>
            <a:r>
              <a:rPr lang="en-US" altLang="zh-CN" sz="1890" dirty="0">
                <a:solidFill>
                  <a:srgbClr val="E4E1F0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endParaRPr lang="zh-CN" altLang="en-US" sz="1890" dirty="0">
              <a:solidFill>
                <a:srgbClr val="E4E1F0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66F66E10-FABB-4AEE-89E7-60692592A2F5}"/>
              </a:ext>
            </a:extLst>
          </p:cNvPr>
          <p:cNvSpPr/>
          <p:nvPr/>
        </p:nvSpPr>
        <p:spPr>
          <a:xfrm>
            <a:off x="11574929" y="1048269"/>
            <a:ext cx="1890027" cy="72074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Unfinished</a:t>
            </a:r>
          </a:p>
          <a:p>
            <a:pPr algn="ctr" defTabSz="1079947"/>
            <a:r>
              <a:rPr lang="en-US" altLang="zh-CN" sz="189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endParaRPr lang="zh-CN" altLang="en-US" sz="189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F033C50E-F5CD-4457-9DCA-471C1C5E9CD2}"/>
              </a:ext>
            </a:extLst>
          </p:cNvPr>
          <p:cNvCxnSpPr>
            <a:stCxn id="139" idx="2"/>
            <a:endCxn id="137" idx="0"/>
          </p:cNvCxnSpPr>
          <p:nvPr/>
        </p:nvCxnSpPr>
        <p:spPr>
          <a:xfrm rot="16200000" flipH="1">
            <a:off x="10531541" y="1394886"/>
            <a:ext cx="445489" cy="1193753"/>
          </a:xfrm>
          <a:prstGeom prst="bentConnector3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E29F54DB-4FF1-454A-A84E-5CC72861F5CD}"/>
              </a:ext>
            </a:extLst>
          </p:cNvPr>
          <p:cNvCxnSpPr>
            <a:cxnSpLocks/>
            <a:stCxn id="140" idx="2"/>
            <a:endCxn id="137" idx="0"/>
          </p:cNvCxnSpPr>
          <p:nvPr/>
        </p:nvCxnSpPr>
        <p:spPr>
          <a:xfrm rot="5400000">
            <a:off x="11712807" y="1407372"/>
            <a:ext cx="445490" cy="1168782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423202EA-4F83-488C-A0B1-D61695334DCE}"/>
              </a:ext>
            </a:extLst>
          </p:cNvPr>
          <p:cNvSpPr/>
          <p:nvPr/>
        </p:nvSpPr>
        <p:spPr>
          <a:xfrm>
            <a:off x="10580527" y="6004428"/>
            <a:ext cx="1631274" cy="573760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F7CEC7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Prediction</a:t>
            </a:r>
            <a:endParaRPr lang="zh-CN" altLang="en-US" sz="1890" dirty="0">
              <a:solidFill>
                <a:srgbClr val="F7CEC7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17017052-BD06-4B31-BB25-648D0B287AD2}"/>
              </a:ext>
            </a:extLst>
          </p:cNvPr>
          <p:cNvCxnSpPr>
            <a:cxnSpLocks/>
          </p:cNvCxnSpPr>
          <p:nvPr/>
        </p:nvCxnSpPr>
        <p:spPr>
          <a:xfrm>
            <a:off x="11344636" y="2788265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FCDD03A1-CC2D-4619-BA28-75F5647B906A}"/>
              </a:ext>
            </a:extLst>
          </p:cNvPr>
          <p:cNvCxnSpPr>
            <a:cxnSpLocks/>
          </p:cNvCxnSpPr>
          <p:nvPr/>
        </p:nvCxnSpPr>
        <p:spPr>
          <a:xfrm>
            <a:off x="11327650" y="3734226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26D595CD-539A-4905-84F5-D9AE63161951}"/>
              </a:ext>
            </a:extLst>
          </p:cNvPr>
          <p:cNvSpPr/>
          <p:nvPr/>
        </p:nvSpPr>
        <p:spPr>
          <a:xfrm>
            <a:off x="10558025" y="4118622"/>
            <a:ext cx="1631274" cy="573758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EDF9F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Retrieval</a:t>
            </a:r>
            <a:endParaRPr lang="zh-CN" altLang="en-US" sz="1890" dirty="0">
              <a:solidFill>
                <a:srgbClr val="EDF9FA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ED5C367F-D5BD-4735-9D3B-5FFAA8913934}"/>
              </a:ext>
            </a:extLst>
          </p:cNvPr>
          <p:cNvSpPr/>
          <p:nvPr/>
        </p:nvSpPr>
        <p:spPr>
          <a:xfrm>
            <a:off x="10558025" y="5076776"/>
            <a:ext cx="1631274" cy="573758"/>
          </a:xfrm>
          <a:prstGeom prst="roundRect">
            <a:avLst/>
          </a:prstGeom>
          <a:noFill/>
          <a:ln w="19050">
            <a:solidFill>
              <a:srgbClr val="8F17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r>
              <a:rPr lang="en-US" altLang="zh-CN" sz="1890" dirty="0">
                <a:solidFill>
                  <a:srgbClr val="8F17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Generation</a:t>
            </a:r>
            <a:endParaRPr lang="zh-CN" altLang="en-US" sz="1890" dirty="0">
              <a:solidFill>
                <a:srgbClr val="8F17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59AFBA03-7993-44B6-A2C6-5DF81C19C481}"/>
              </a:ext>
            </a:extLst>
          </p:cNvPr>
          <p:cNvCxnSpPr>
            <a:cxnSpLocks/>
          </p:cNvCxnSpPr>
          <p:nvPr/>
        </p:nvCxnSpPr>
        <p:spPr>
          <a:xfrm>
            <a:off x="11340138" y="4692379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EF99225-20CC-4C70-9C72-76E6BAA6FBD6}"/>
              </a:ext>
            </a:extLst>
          </p:cNvPr>
          <p:cNvCxnSpPr>
            <a:cxnSpLocks/>
          </p:cNvCxnSpPr>
          <p:nvPr/>
        </p:nvCxnSpPr>
        <p:spPr>
          <a:xfrm>
            <a:off x="11341151" y="5638340"/>
            <a:ext cx="10012" cy="38439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9A62BB2D-F9EE-4528-B573-B2975574597D}"/>
              </a:ext>
            </a:extLst>
          </p:cNvPr>
          <p:cNvSpPr/>
          <p:nvPr/>
        </p:nvSpPr>
        <p:spPr>
          <a:xfrm>
            <a:off x="10055574" y="3926425"/>
            <a:ext cx="2625614" cy="1904114"/>
          </a:xfrm>
          <a:prstGeom prst="rect">
            <a:avLst/>
          </a:prstGeom>
          <a:noFill/>
          <a:ln w="19050">
            <a:solidFill>
              <a:srgbClr val="FF505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79947"/>
            <a:endParaRPr lang="zh-CN" altLang="en-US" sz="1890" dirty="0">
              <a:solidFill>
                <a:srgbClr val="E4E1F0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83B0984-EDAD-412C-A1D1-46189C11AC1C}"/>
              </a:ext>
            </a:extLst>
          </p:cNvPr>
          <p:cNvSpPr txBox="1"/>
          <p:nvPr/>
        </p:nvSpPr>
        <p:spPr>
          <a:xfrm>
            <a:off x="9381312" y="4640549"/>
            <a:ext cx="623889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212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x</a:t>
            </a:r>
            <a:endParaRPr lang="zh-CN" altLang="en-US" sz="212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2" name="连接符: 曲线 151">
            <a:extLst>
              <a:ext uri="{FF2B5EF4-FFF2-40B4-BE49-F238E27FC236}">
                <a16:creationId xmlns:a16="http://schemas.microsoft.com/office/drawing/2014/main" id="{A1513601-85B3-4F23-A6B0-C8E628FB819F}"/>
              </a:ext>
            </a:extLst>
          </p:cNvPr>
          <p:cNvCxnSpPr/>
          <p:nvPr/>
        </p:nvCxnSpPr>
        <p:spPr>
          <a:xfrm flipV="1">
            <a:off x="12149285" y="2501387"/>
            <a:ext cx="15000" cy="958154"/>
          </a:xfrm>
          <a:prstGeom prst="curvedConnector3">
            <a:avLst>
              <a:gd name="adj1" fmla="val 2175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曲线 152">
            <a:extLst>
              <a:ext uri="{FF2B5EF4-FFF2-40B4-BE49-F238E27FC236}">
                <a16:creationId xmlns:a16="http://schemas.microsoft.com/office/drawing/2014/main" id="{C6BFB873-D694-4AAC-9867-90E02314E6D2}"/>
              </a:ext>
            </a:extLst>
          </p:cNvPr>
          <p:cNvCxnSpPr/>
          <p:nvPr/>
        </p:nvCxnSpPr>
        <p:spPr>
          <a:xfrm rot="10800000" flipV="1">
            <a:off x="10518011" y="2513050"/>
            <a:ext cx="15000" cy="958154"/>
          </a:xfrm>
          <a:prstGeom prst="curvedConnector3">
            <a:avLst>
              <a:gd name="adj1" fmla="val 2475000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连接符: 曲线 153">
            <a:extLst>
              <a:ext uri="{FF2B5EF4-FFF2-40B4-BE49-F238E27FC236}">
                <a16:creationId xmlns:a16="http://schemas.microsoft.com/office/drawing/2014/main" id="{B291C5EB-7B11-4AC9-BDFA-5DC283E7FA0B}"/>
              </a:ext>
            </a:extLst>
          </p:cNvPr>
          <p:cNvCxnSpPr/>
          <p:nvPr/>
        </p:nvCxnSpPr>
        <p:spPr>
          <a:xfrm rot="10800000" flipV="1">
            <a:off x="10529261" y="4399405"/>
            <a:ext cx="15000" cy="958154"/>
          </a:xfrm>
          <a:prstGeom prst="curvedConnector3">
            <a:avLst>
              <a:gd name="adj1" fmla="val 2475000"/>
            </a:avLst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曲线 154">
            <a:extLst>
              <a:ext uri="{FF2B5EF4-FFF2-40B4-BE49-F238E27FC236}">
                <a16:creationId xmlns:a16="http://schemas.microsoft.com/office/drawing/2014/main" id="{554C6FEF-C390-41E6-8B7C-FE9A24C34637}"/>
              </a:ext>
            </a:extLst>
          </p:cNvPr>
          <p:cNvCxnSpPr/>
          <p:nvPr/>
        </p:nvCxnSpPr>
        <p:spPr>
          <a:xfrm flipV="1">
            <a:off x="12181799" y="4394192"/>
            <a:ext cx="15000" cy="958154"/>
          </a:xfrm>
          <a:prstGeom prst="curvedConnector3">
            <a:avLst>
              <a:gd name="adj1" fmla="val 2175000"/>
            </a:avLst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>
            <a:extLst>
              <a:ext uri="{FF2B5EF4-FFF2-40B4-BE49-F238E27FC236}">
                <a16:creationId xmlns:a16="http://schemas.microsoft.com/office/drawing/2014/main" id="{D00645F6-7B60-43E9-B3E4-7A432F7DA6AE}"/>
              </a:ext>
            </a:extLst>
          </p:cNvPr>
          <p:cNvSpPr txBox="1"/>
          <p:nvPr/>
        </p:nvSpPr>
        <p:spPr>
          <a:xfrm>
            <a:off x="949857" y="6930588"/>
            <a:ext cx="2486258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89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Iterative Generation</a:t>
            </a:r>
            <a:endParaRPr lang="zh-CN" altLang="en-US" sz="189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3BBA52E-0112-465A-A5DC-1CD1E2E4EDC8}"/>
              </a:ext>
            </a:extLst>
          </p:cNvPr>
          <p:cNvSpPr txBox="1"/>
          <p:nvPr/>
        </p:nvSpPr>
        <p:spPr>
          <a:xfrm>
            <a:off x="5534860" y="6930588"/>
            <a:ext cx="2501647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79947"/>
            <a:r>
              <a:rPr lang="en-US" altLang="zh-CN" sz="189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Forward Generation</a:t>
            </a:r>
            <a:endParaRPr lang="zh-CN" altLang="en-US" sz="189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DA38FF53-447F-4C45-A0B0-3311CD1CD243}"/>
              </a:ext>
            </a:extLst>
          </p:cNvPr>
          <p:cNvSpPr txBox="1"/>
          <p:nvPr/>
        </p:nvSpPr>
        <p:spPr>
          <a:xfrm>
            <a:off x="9125207" y="6930589"/>
            <a:ext cx="4431885" cy="38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79947"/>
            <a:r>
              <a:rPr lang="en-US" altLang="zh-CN" sz="189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Hybrid Forward-Iterative Generation</a:t>
            </a:r>
            <a:endParaRPr lang="zh-CN" altLang="en-US" sz="189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C39C7F0D-8310-4805-9331-66DEDF65838F}"/>
              </a:ext>
            </a:extLst>
          </p:cNvPr>
          <p:cNvCxnSpPr/>
          <p:nvPr/>
        </p:nvCxnSpPr>
        <p:spPr>
          <a:xfrm>
            <a:off x="4434815" y="777517"/>
            <a:ext cx="0" cy="6996103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4D36D9E4-5218-4A2B-AE24-AF64B0B78C68}"/>
              </a:ext>
            </a:extLst>
          </p:cNvPr>
          <p:cNvCxnSpPr/>
          <p:nvPr/>
        </p:nvCxnSpPr>
        <p:spPr>
          <a:xfrm>
            <a:off x="9006883" y="777517"/>
            <a:ext cx="0" cy="6996103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34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sci_color_1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EDF9FA"/>
      </a:accent1>
      <a:accent2>
        <a:srgbClr val="C8EBE7"/>
      </a:accent2>
      <a:accent3>
        <a:srgbClr val="79BDC8"/>
      </a:accent3>
      <a:accent4>
        <a:srgbClr val="E4E1F0"/>
      </a:accent4>
      <a:accent5>
        <a:srgbClr val="C5C2E2"/>
      </a:accent5>
      <a:accent6>
        <a:srgbClr val="F7CEC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7195</TotalTime>
  <Words>3950</Words>
  <Application>Microsoft Macintosh PowerPoint</Application>
  <PresentationFormat>Custom</PresentationFormat>
  <Paragraphs>702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等线</vt:lpstr>
      <vt:lpstr>等线 Light</vt:lpstr>
      <vt:lpstr>微软雅黑</vt:lpstr>
      <vt:lpstr>微软雅黑</vt:lpstr>
      <vt:lpstr>STXinwei</vt:lpstr>
      <vt:lpstr>Aptos</vt:lpstr>
      <vt:lpstr>Arial</vt:lpstr>
      <vt:lpstr>Calibri</vt:lpstr>
      <vt:lpstr>Calibri Light</vt:lpstr>
      <vt:lpstr>Cambria Math</vt:lpstr>
      <vt:lpstr>Consolas</vt:lpstr>
      <vt:lpstr>Office 2013 - 2022 Theme</vt:lpstr>
      <vt:lpstr>1_Office 2013 - 2022 Theme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yanli wang</dc:creator>
  <cp:lastModifiedBy>Wang Yanlin</cp:lastModifiedBy>
  <cp:revision>148</cp:revision>
  <cp:lastPrinted>2024-03-22T22:20:19Z</cp:lastPrinted>
  <dcterms:created xsi:type="dcterms:W3CDTF">2024-03-04T03:12:43Z</dcterms:created>
  <dcterms:modified xsi:type="dcterms:W3CDTF">2024-03-23T11:56:08Z</dcterms:modified>
</cp:coreProperties>
</file>